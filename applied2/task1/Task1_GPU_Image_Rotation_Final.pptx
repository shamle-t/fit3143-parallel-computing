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411a17313c4808" /><Relationship Type="http://schemas.openxmlformats.org/officeDocument/2006/relationships/extended-properties" Target="/docProps/app.xml" Id="R17d08d012fea424e" /><Relationship Type="http://schemas.openxmlformats.org/officeDocument/2006/relationships/officeDocument" Target="/ppt/presentation.xml" Id="Rf92264c264a4423e" /></Relationships>
</file>

<file path=ppt/presentation.xml><?xml version="1.0" encoding="utf-8"?>
<p:presentation xmlns:p="http://schemas.openxmlformats.org/presentationml/2006/main">
  <p:sldMasterIdLst>
    <p:sldMasterId xmlns:r="http://schemas.openxmlformats.org/officeDocument/2006/relationships" id="2147483648" r:id="R824b14ef71b94fd1"/>
  </p:sldMasterIdLst>
  <p:notesMasterIdLst>
    <p:notesMasterId xmlns:r="http://schemas.openxmlformats.org/officeDocument/2006/relationships" r:id="Rbe565cb64b2d4df2"/>
  </p:notesMasterIdLst>
  <p:sldIdLst>
    <p:sldId xmlns:r="http://schemas.openxmlformats.org/officeDocument/2006/relationships" id="256" r:id="Rd352ddda03e54a70"/>
    <p:sldId xmlns:r="http://schemas.openxmlformats.org/officeDocument/2006/relationships" id="257" r:id="Rf5e6e32a114640c9"/>
    <p:sldId xmlns:r="http://schemas.openxmlformats.org/officeDocument/2006/relationships" id="258" r:id="R905159a89df24bbb"/>
    <p:sldId xmlns:r="http://schemas.openxmlformats.org/officeDocument/2006/relationships" id="259" r:id="Rbf60aab39e41440e"/>
    <p:sldId xmlns:r="http://schemas.openxmlformats.org/officeDocument/2006/relationships" id="260" r:id="R9b5d6e5f77014abe"/>
    <p:sldId xmlns:r="http://schemas.openxmlformats.org/officeDocument/2006/relationships" id="261" r:id="Rdaf0dcb649294d11"/>
    <p:sldId xmlns:r="http://schemas.openxmlformats.org/officeDocument/2006/relationships" id="262" r:id="Rab34e6f63b4b41a9"/>
    <p:sldId xmlns:r="http://schemas.openxmlformats.org/officeDocument/2006/relationships" id="263" r:id="Ra44a1b4d54b24fd7"/>
    <p:sldId xmlns:r="http://schemas.openxmlformats.org/officeDocument/2006/relationships" id="264" r:id="Rae74208ee3d14e8a"/>
    <p:sldId xmlns:r="http://schemas.openxmlformats.org/officeDocument/2006/relationships" id="265" r:id="Rd0cf968d2a0f4876"/>
    <p:sldId xmlns:r="http://schemas.openxmlformats.org/officeDocument/2006/relationships" id="266" r:id="R2fb28f5e532a4c7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91317c0c78470e" /><Relationship Type="http://schemas.openxmlformats.org/officeDocument/2006/relationships/slideMaster" Target="/ppt/slideMasters/slideMaster1.xml" Id="R824b14ef71b94fd1" /><Relationship Type="http://schemas.openxmlformats.org/officeDocument/2006/relationships/notesMaster" Target="/ppt/notesMasters/notesMaster1.xml" Id="Rbe565cb64b2d4df2" /><Relationship Type="http://schemas.openxmlformats.org/officeDocument/2006/relationships/presProps" Target="/ppt/presProps.xml" Id="Rfe51874a57a44c1d" /><Relationship Type="http://schemas.openxmlformats.org/officeDocument/2006/relationships/tableStyles" Target="/ppt/tableStyles.xml" Id="R72a12419f4174f32" /><Relationship Type="http://schemas.openxmlformats.org/officeDocument/2006/relationships/slide" Target="/ppt/slides/slide1.xml" Id="Rd352ddda03e54a70" /><Relationship Type="http://schemas.openxmlformats.org/officeDocument/2006/relationships/slide" Target="/ppt/slides/slide2.xml" Id="Rf5e6e32a114640c9" /><Relationship Type="http://schemas.openxmlformats.org/officeDocument/2006/relationships/slide" Target="/ppt/slides/slide3.xml" Id="R905159a89df24bbb" /><Relationship Type="http://schemas.openxmlformats.org/officeDocument/2006/relationships/slide" Target="/ppt/slides/slide4.xml" Id="Rbf60aab39e41440e" /><Relationship Type="http://schemas.openxmlformats.org/officeDocument/2006/relationships/slide" Target="/ppt/slides/slide5.xml" Id="R9b5d6e5f77014abe" /><Relationship Type="http://schemas.openxmlformats.org/officeDocument/2006/relationships/slide" Target="/ppt/slides/slide6.xml" Id="Rdaf0dcb649294d11" /><Relationship Type="http://schemas.openxmlformats.org/officeDocument/2006/relationships/slide" Target="/ppt/slides/slide7.xml" Id="Rab34e6f63b4b41a9" /><Relationship Type="http://schemas.openxmlformats.org/officeDocument/2006/relationships/slide" Target="/ppt/slides/slide8.xml" Id="Ra44a1b4d54b24fd7" /><Relationship Type="http://schemas.openxmlformats.org/officeDocument/2006/relationships/slide" Target="/ppt/slides/slide9.xml" Id="Rae74208ee3d14e8a" /><Relationship Type="http://schemas.openxmlformats.org/officeDocument/2006/relationships/slide" Target="/ppt/slides/slide10.xml" Id="Rd0cf968d2a0f4876" /><Relationship Type="http://schemas.openxmlformats.org/officeDocument/2006/relationships/slide" Target="/ppt/slides/slide11.xml" Id="R2fb28f5e532a4c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3b43e8ec854c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d24a4a871c4c3d" /><Relationship Type="http://schemas.openxmlformats.org/officeDocument/2006/relationships/notesMaster" Target="/ppt/notesMasters/notesMaster1.xml" Id="R412ed2a8415841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41af59658d4675" /><Relationship Type="http://schemas.openxmlformats.org/officeDocument/2006/relationships/notesMaster" Target="/ppt/notesMasters/notesMaster1.xml" Id="R3c49df833781462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e9ddf258134567" /><Relationship Type="http://schemas.openxmlformats.org/officeDocument/2006/relationships/notesMaster" Target="/ppt/notesMasters/notesMaster1.xml" Id="R5d26996aa88a4b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b9ef488be914b6e" /><Relationship Type="http://schemas.openxmlformats.org/officeDocument/2006/relationships/notesMaster" Target="/ppt/notesMasters/notesMaster1.xml" Id="R372ed087cc9e445c"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d5fbd246734cee" /><Relationship Type="http://schemas.openxmlformats.org/officeDocument/2006/relationships/notesMaster" Target="/ppt/notesMasters/notesMaster1.xml" Id="R52f6a4079c8944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cc831da678f4e49" /><Relationship Type="http://schemas.openxmlformats.org/officeDocument/2006/relationships/notesMaster" Target="/ppt/notesMasters/notesMaster1.xml" Id="Rd0d59834c90645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b2c70670444111" /><Relationship Type="http://schemas.openxmlformats.org/officeDocument/2006/relationships/notesMaster" Target="/ppt/notesMasters/notesMaster1.xml" Id="Ra40d263c78704c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216a8ef4cb44b01" /><Relationship Type="http://schemas.openxmlformats.org/officeDocument/2006/relationships/notesMaster" Target="/ppt/notesMasters/notesMaster1.xml" Id="Rf5b791ef887b4473" /></Relationships>
</file>

<file path=ppt/notesSlides/_rels/notesSlide9.xml.rels>&#65279;<?xml version="1.0" encoding="utf-8"?><Relationships xmlns="http://schemas.openxmlformats.org/package/2006/relationships"><Relationship Type="http://schemas.openxmlformats.org/officeDocument/2006/relationships/slide" Target="/ppt/slides/slide9.xml" Id="R8a2dd3133dc540fa" /><Relationship Type="http://schemas.openxmlformats.org/officeDocument/2006/relationships/notesMaster" Target="/ppt/notesMasters/notesMaster1.xml" Id="Rf790ba9a94a546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2d317fe93784f7f" /><Relationship Type="http://schemas.openxmlformats.org/officeDocument/2006/relationships/notesMaster" Target="/ppt/notesMasters/notesMaster1.xml" Id="R54fbcce61d7b41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d99a8749ec4e5a" /><Relationship Type="http://schemas.openxmlformats.org/officeDocument/2006/relationships/notesMaster" Target="/ppt/notesMasters/notesMaster1.xml" Id="R53b42e951ec94b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I'll explain how we'd rotate a large image using CUDA. The CPU, or host, loads and decodes the image, allocates buffers and launches the work. The GPU, or device, calculates the output pixels. In this design, system RAM and GPU memory are separate. We copy the pixels across PCIe using a host-to-device cudaMemcpy, then copy the result back. Those transfers take time, even when the rotation kernel is fast.</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a:p xmlns:a="http://schemas.openxmlformats.org/drawingml/2006/main">
            <a:r>
              <a:t>[3] NVIDIA, CUDA C++ Best Practices Guide, Heterogeneous Computing. https://docs.nvidia.com/cuda/cuda-c-best-practices-guide/index.html#heterogeneous-computing. Accessed 6 October 2026. Parallel work, memory transfers and measuring complete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35 seconds.</a:t>
            </a:r>
          </a:p>
          <a:p xmlns:a="http://schemas.openxmlformats.org/drawingml/2006/main">
            <a:r>
              <a:t/>
            </a:r>
          </a:p>
          <a:p xmlns:a="http://schemas.openxmlformats.org/drawingml/2006/main">
            <a:r>
              <a:t>SPEAKER SCRIPT</a:t>
            </a:r>
          </a:p>
          <a:p xmlns:a="http://schemas.openxmlformats.org/drawingml/2006/main">
            <a:r>
              <a:t>Brightness is data-parallel because each pixel gets the same independent adjustment. Rotation also gives each thread independent work, but the source position changes. We start with an output pixel and map backwards to its source, so every destination gets written. Here, that produces a ninety-degree counterclockwise rotation. We use nearest-neighbour sampling, keep the original dimensions and fill uncovered pixels with black. It's simple, but diagonal edges can look jagged and corners can be cropped.</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[4] Monash University, Applied #2 Assessment Specification and Applied #2 Rubric (supplied PDFs). ../Applied #2 - Assessment Specification.pdf. Accessed 6 October 2026. Task 1 parts (a)-(c), diagrams, marking criteria and submission instructions.</a:t>
            </a:r>
          </a:p>
          <a:p xmlns:a="http://schemas.openxmlformats.org/drawingml/2006/main">
            <a:r>
              <a:t>[5] NVIDIA, NPP Image Geometry Transforms, Rotate. https://docs.nvidia.com/cuda/archive/13.0.3/npp/image_geometry_transforms.html#rotate. Accessed 6 October 2026. An established CUDA image-processing library with rotation, shifts and interpolation parameters.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CUDA organises threads into blocks, and blocks into a grid. The launch here specifies both. For a one-thousand-and-twenty-four square image, sixteen-by-sixteen threads gives two hundred and fifty-six threads per block. We need sixty-four-by-sixty-four blocks: four thousand and ninety-six blocks, launching just over one million threads. Our bounds check handles images that don't divide evenly by sixteen.</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25 seconds.</a:t>
            </a:r>
          </a:p>
          <a:p xmlns:a="http://schemas.openxmlformats.org/drawingml/2006/main">
            <a:r>
              <a:t/>
            </a:r>
          </a:p>
          <a:p xmlns:a="http://schemas.openxmlformats.org/drawingml/2006/main">
            <a:r>
              <a:t>SPEAKER SCRIPT</a:t>
            </a:r>
          </a:p>
          <a:p xmlns:a="http://schemas.openxmlformats.org/drawingml/2006/main">
            <a:r>
              <a:t>That doesn't mean we need a million CUDA cores. An SM, or streaming multiprocessor, keeps blocks resident and schedules warps of thirty-two threads. The execution units are reused over time. More blocks enter as resources become available. Register use limits residency, so a bigger block doesn't automatically improve performance.</a:t>
            </a:r>
          </a:p>
          <a:p xmlns:a="http://schemas.openxmlformats.org/drawingml/2006/main">
            <a:r>
              <a:t/>
            </a:r>
          </a:p>
          <a:p xmlns:a="http://schemas.openxmlformats.org/drawingml/2006/main">
            <a:r>
              <a:t>SOURCES</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a:p xmlns:a="http://schemas.openxmlformats.org/drawingml/2006/main">
            <a:r>
              <a:t>[6] NVIDIA, CUDA C++ Programming Guide, SIMT Architecture and Hardware Multithreading. https://docs.nvidia.com/cuda/archive/13.0.0/cuda-c-programming-guide/index.html#simt-architecture. Accessed 6 October 2026. 32-thread warps, streaming multiprocessors and scheduling.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Larger images usually keep more SMs busy and spread launch overhead across more pixels. Coalesced writes use memory bandwidth efficiently, while rotation's irregular reads can limit performance. Keeping intermediate images on the GPU avoids repeated copies. For a fair speed-up, compare CPU time against the complete GPU time: setup, both transfers and the kernel. Our next step is to measure those stages; we haven't claimed a benchmark result.</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[3] NVIDIA, CUDA C++ Best Practices Guide, Heterogeneous Computing. https://docs.nvidia.com/cuda/cuda-c-best-practices-guide/index.html#heterogeneous-computing. Accessed 6 October 2026. Parallel work, memory transfers and measuring complete cost.</a:t>
            </a:r>
          </a:p>
          <a:p xmlns:a="http://schemas.openxmlformats.org/drawingml/2006/main">
            <a:r>
              <a:t>[7] NVIDIA, CUDA C++ Best Practices Guide, Data Transfer Between Host and Device. https://docs.nvidia.com/cuda/cuda-c-best-practices-guide/index.html#data-transfer-between-host-and-device. Accessed 6 October 2026. Transfer cost, pinned memory and overlap considerations.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GPUDirect Storage can transfer data from supported storage into GPU memory through DMA, removing CPU RAM staging. The CPU still controls the I/O. It could help repeated large batches when storage is the bottleneck. It may offer little benefit for small jobs or CPU-only image decoding. So our design separates kernel performance from the complete pipeline. My teammate will now discuss what scaling that computing power means for AI.</a:t>
            </a:r>
          </a:p>
          <a:p xmlns:a="http://schemas.openxmlformats.org/drawingml/2006/main">
            <a:r>
              <a:t/>
            </a:r>
          </a:p>
          <a:p xmlns:a="http://schemas.openxmlformats.org/drawingml/2006/main">
            <a:r>
              <a:t>SOURCES</a:t>
            </a:r>
          </a:p>
          <a:p xmlns:a="http://schemas.openxmlformats.org/drawingml/2006/main">
            <a:r>
              <a:t>[8] NVIDIA, GPUDirect Storage Overview Guide. https://docs.nvidia.com/gpudirect-storage/overview-guide/index.html. Accessed 6 October 2026. Direct DMA path and CPU bounce-buffer avoidance.</a:t>
            </a:r>
          </a:p>
          <a:p xmlns:a="http://schemas.openxmlformats.org/drawingml/2006/main">
            <a:r>
              <a:t>[9] NVIDIA, GPUDirect Storage Design Guide. https://docs.nvidia.com/gpudirect-storage/design-guide/index.html. Accessed 6 October 2026. Pipeline bottlenecks, topology and applicability.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CUDA C++ snippets. Buffers, dimensions and byte count must already be valid. A full program must allocate/free memory, check API and launch errors, and validate capacity. The blocking D2H copy follows work in the default stream and returns once that copy completes. For timing asynchronous work, synchronise appropriately or use CUDA events. The supplied notebook uses Numba Python syntax: brightness_kernel[blocks_per_grid, threads_per_block](...). It represents the same grid/block model, whereas the specification asks about CUDA C++ &lt;&lt;&lt;grid, block&gt;&gt;&gt; syntax. No full program was compiled or run.</a:t>
            </a:r>
          </a:p>
          <a:p xmlns:a="http://schemas.openxmlformats.org/drawingml/2006/main">
            <a:r>
              <a:t/>
            </a:r>
          </a:p>
          <a:p xmlns:a="http://schemas.openxmlformats.org/drawingml/2006/main">
            <a:r>
              <a:t>[1] Supplied Colab notebook.</a:t>
            </a:r>
          </a:p>
          <a:p xmlns:a="http://schemas.openxmlformats.org/drawingml/2006/main">
            <a:r>
              <a:t>[2] https://docs.nvidia.com/cuda/cuda-programming-guide/01-introduction/programming-model.html</a:t>
            </a:r>
          </a:p>
          <a:p xmlns:a="http://schemas.openxmlformats.org/drawingml/2006/main">
            <a:r>
              <a:t>[10] https://docs.nvidia.com/cuda/cuda-driver-api/api-sync-behavior.html</a:t>
            </a:r>
          </a:p>
          <a:p xmlns:a="http://schemas.openxmlformats.org/drawingml/2006/main">
            <a:r>
              <a:t>Accessed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Excerpts from the illustrative kernel examples supplied with this deck. The full snippets calculate x and y from block/thread indices, use centre cx=(W-1)/2 and cy=(H-1)/2, and loop over RGB channels. c=cos(theta), s=sin(theta) are computed once on the host. Positive theta means visually counterclockwise rotation with image y pointing downward. Brightness reads and writes one channel at the corresponding index. Rotation uses immutable input and a separate output buffer. Total work O(W*H) and total storage O(W*H) for fixed channel count. These examples have not been compiled or benchmarked. See the companion PDF for edge cases.</a:t>
            </a:r>
          </a:p>
          <a:p xmlns:a="http://schemas.openxmlformats.org/drawingml/2006/main">
            <a:r>
              <a:t/>
            </a:r>
          </a:p>
          <a:p xmlns:a="http://schemas.openxmlformats.org/drawingml/2006/main">
            <a:r>
              <a:t>[1] Supplied Monash Colab notebook.</a:t>
            </a:r>
          </a:p>
          <a:p xmlns:a="http://schemas.openxmlformats.org/drawingml/2006/main">
            <a:r>
              <a:t>[4] Applied #2 Assessment Specification.</a:t>
            </a:r>
          </a:p>
          <a:p xmlns:a="http://schemas.openxmlformats.org/drawingml/2006/main">
            <a:r>
              <a:t>[5] NVIDIA NPP rotation library reference, https://docs.nvidia.com/cuda/archive/13.0.3/npp/image_geometry_transforms.html#rotate.</a:t>
            </a:r>
          </a:p>
          <a:p xmlns:a="http://schemas.openxmlformats.org/drawingml/2006/main">
            <a:r>
              <a:t>Accessed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Monash University, Introduction to CUDA Programming with Google Colab, Week 9, Parts A-D (supplied notebook). [Online]. Available: ../../W9/Week 9 Applied/Week 9 Applied/[FIT3143] Introduction to CUDA Programming with Google Colab.ipynb. Accessed: 6 October 2026. Course source for the seven reflection questions, RGB brightness and timing setup.</a:t>
            </a:r>
          </a:p>
          <a:p xmlns:a="http://schemas.openxmlformats.org/drawingml/2006/main">
            <a:r>
              <a:t/>
            </a:r>
          </a:p>
          <a:p xmlns:a="http://schemas.openxmlformats.org/drawingml/2006/main">
            <a:r>
              <a:t>[2] NVIDIA, CUDA Programming Guide, Programming Model. [Online]. Available: https://docs.nvidia.com/cuda/cuda-programming-guide/01-introduction/programming-model.html. Accessed: 6 October 2026. Host/device roles, kernel configuration, blocks and grids.</a:t>
            </a:r>
          </a:p>
          <a:p xmlns:a="http://schemas.openxmlformats.org/drawingml/2006/main">
            <a:r>
              <a:t/>
            </a:r>
          </a:p>
          <a:p xmlns:a="http://schemas.openxmlformats.org/drawingml/2006/main">
            <a:r>
              <a:t>[3] NVIDIA, CUDA C++ Best Practices Guide, Heterogeneous Computing. [Online]. Available: https://docs.nvidia.com/cuda/cuda-c-best-practices-guide/index.html#heterogeneous-computing. Accessed: 6 October 2026. Parallel work, memory transfers and measuring complete cost.</a:t>
            </a:r>
          </a:p>
          <a:p xmlns:a="http://schemas.openxmlformats.org/drawingml/2006/main">
            <a:r>
              <a:t/>
            </a:r>
          </a:p>
          <a:p xmlns:a="http://schemas.openxmlformats.org/drawingml/2006/main">
            <a:r>
              <a:t>[4] Monash University, Applied #2 Assessment Specification and Applied #2 Rubric (supplied PDFs). [Online]. Available: ../Applied #2 - Assessment Specification.pdf. Accessed: 6 October 2026. Task 1 parts (a)-(c), diagrams, marking criteria and submission instructions.</a:t>
            </a:r>
          </a:p>
          <a:p xmlns:a="http://schemas.openxmlformats.org/drawingml/2006/main">
            <a:r>
              <a:t/>
            </a:r>
          </a:p>
          <a:p xmlns:a="http://schemas.openxmlformats.org/drawingml/2006/main">
            <a:r>
              <a:t>[5] NVIDIA, NPP Image Geometry Transforms, Rotate. [Online]. Available: https://docs.nvidia.com/cuda/archive/13.0.3/npp/image_geometry_transforms.html#rotate. Accessed: 6 October 2026. An established CUDA image-processing library with rotation, shifts and interpolation parameters.</a:t>
            </a:r>
          </a:p>
          <a:p xmlns:a="http://schemas.openxmlformats.org/drawingml/2006/main">
            <a:r>
              <a:t/>
            </a:r>
          </a:p>
          <a:p xmlns:a="http://schemas.openxmlformats.org/drawingml/2006/main">
            <a:r>
              <a:t>AI assistance: OpenAI Codex helped prepare the research, explanations, diagrams and illustrative code. The companion PDF includes an AI declaration and user prompt record. No performance measurements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NVIDIA, CUDA C++ Programming Guide, SIMT Architecture and Hardware Multithreading. [Online]. Available: https://docs.nvidia.com/cuda/archive/13.0.0/cuda-c-programming-guide/index.html#simt-architecture. Accessed: 6 October 2026. 32-thread warps, streaming multiprocessors and scheduling.</a:t>
            </a:r>
          </a:p>
          <a:p xmlns:a="http://schemas.openxmlformats.org/drawingml/2006/main">
            <a:r>
              <a:t/>
            </a:r>
          </a:p>
          <a:p xmlns:a="http://schemas.openxmlformats.org/drawingml/2006/main">
            <a:r>
              <a:t>[7] NVIDIA, CUDA C++ Best Practices Guide, Data Transfer Between Host and Device. [Online]. Available: https://docs.nvidia.com/cuda/cuda-c-best-practices-guide/index.html#data-transfer-between-host-and-device. Accessed: 6 October 2026. Transfer cost, pinned memory and overlap considerations.</a:t>
            </a:r>
          </a:p>
          <a:p xmlns:a="http://schemas.openxmlformats.org/drawingml/2006/main">
            <a:r>
              <a:t/>
            </a:r>
          </a:p>
          <a:p xmlns:a="http://schemas.openxmlformats.org/drawingml/2006/main">
            <a:r>
              <a:t>[8] NVIDIA, GPUDirect Storage Overview Guide. [Online]. Available: https://docs.nvidia.com/gpudirect-storage/overview-guide/index.html. Accessed: 6 October 2026. Direct DMA path and CPU bounce-buffer avoidance.</a:t>
            </a:r>
          </a:p>
          <a:p xmlns:a="http://schemas.openxmlformats.org/drawingml/2006/main">
            <a:r>
              <a:t/>
            </a:r>
          </a:p>
          <a:p xmlns:a="http://schemas.openxmlformats.org/drawingml/2006/main">
            <a:r>
              <a:t>[9] NVIDIA, GPUDirect Storage Design Guide. [Online]. Available: https://docs.nvidia.com/gpudirect-storage/design-guide/index.html. Accessed: 6 October 2026. Pipeline bottlenecks, topology and applicability.</a:t>
            </a:r>
          </a:p>
          <a:p xmlns:a="http://schemas.openxmlformats.org/drawingml/2006/main">
            <a:r>
              <a:t/>
            </a:r>
          </a:p>
          <a:p xmlns:a="http://schemas.openxmlformats.org/drawingml/2006/main">
            <a:r>
              <a:t>[10] NVIDIA, CUDA API Synchronization Behavior. [Online]. Available: https://docs.nvidia.com/cuda/cuda-driver-api/api-sync-behavior.html. Accessed: 6 October 2026. Pageable/pinned memory staging and synchronisation caveats.</a:t>
            </a:r>
          </a:p>
          <a:p xmlns:a="http://schemas.openxmlformats.org/drawingml/2006/main">
            <a:r>
              <a:t/>
            </a:r>
          </a:p>
          <a:p xmlns:a="http://schemas.openxmlformats.org/drawingml/2006/main">
            <a:r>
              <a:t>AI assistance: OpenAI Codex helped prepare the research, explanations, diagrams and illustrative code. The companion PDF includes an AI declaration and user prompt record. No performance measurements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Abbreviated teaching excerpts, not a complete program. H2D and D2H stand for cudaMemcpyHostToDevice and cudaMemcpyDeviceToHost. Full examples and preconditions are in Task1_CUDA_Performance_Examples.cu. ThreadIdx.x varies fastest; 32-wide blocks align a warp with one row, while 16-wide blocks span two. Neither choice is universally best: source-read locality, register use, alignment and occupancy matter. Pinned host buffers support asynchronous transfers. One stream orders its H2D, kernel and D2H. Independent images with separate buffers and streams may overlap if hardware permits. Wait before reading, reusing or freeing buffers. No benchmark was run. Sources [2,3,6,7,10] match the Task 1 references. Total work O(W*H), fixed batch k buffers O(k*W*H).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413e757659141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e9d45f1e1354f11" /><Relationship Type="http://schemas.openxmlformats.org/officeDocument/2006/relationships/slideLayout" Target="/ppt/slideLayouts/slideLayout1.xml" Id="Rf76d0919fea5419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6d0919fea5419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468b7ae572346e3" /><Relationship Type="http://schemas.openxmlformats.org/officeDocument/2006/relationships/notesSlide" Target="/ppt/notesSlides/notesSlide1.xml" Id="Re5d1d28f1afc4d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51395675de047a4" /><Relationship Type="http://schemas.openxmlformats.org/officeDocument/2006/relationships/notesSlide" Target="/ppt/notesSlides/notesSlide2.xml" Id="Rd9c68c368e0d428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56231caa9cb4c36" /><Relationship Type="http://schemas.openxmlformats.org/officeDocument/2006/relationships/notesSlide" Target="/ppt/notesSlides/notesSlide3.xml" Id="R5c94c61baaad47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b6a7132fab84e02" /><Relationship Type="http://schemas.openxmlformats.org/officeDocument/2006/relationships/notesSlide" Target="/ppt/notesSlides/notesSlide4.xml" Id="R3899162884c647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061766cf622479a" /><Relationship Type="http://schemas.openxmlformats.org/officeDocument/2006/relationships/notesSlide" Target="/ppt/notesSlides/notesSlide5.xml" Id="R2dbd9310363945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17944ecb92c4413" /><Relationship Type="http://schemas.openxmlformats.org/officeDocument/2006/relationships/notesSlide" Target="/ppt/notesSlides/notesSlide6.xml" Id="Rb5e6658046564c6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059d59525824dcd" /><Relationship Type="http://schemas.openxmlformats.org/officeDocument/2006/relationships/notesSlide" Target="/ppt/notesSlides/notesSlide7.xml" Id="Ra709d3dc5f2844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66415cdfe7e43f9" /><Relationship Type="http://schemas.openxmlformats.org/officeDocument/2006/relationships/notesSlide" Target="/ppt/notesSlides/notesSlide8.xml" Id="Re118ac0c4e2d4a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661bd3b52504b1a" /><Relationship Type="http://schemas.openxmlformats.org/officeDocument/2006/relationships/notesSlide" Target="/ppt/notesSlides/notesSlide9.xml" Id="Rf82fec37d56649d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b8d7dc95e2f4f00" /><Relationship Type="http://schemas.openxmlformats.org/officeDocument/2006/relationships/notesSlide" Target="/ppt/notesSlides/notesSlide10.xml" Id="Rf66893c802ed482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7fb2b7ef80d444b" /><Relationship Type="http://schemas.openxmlformats.org/officeDocument/2006/relationships/notesSlide" Target="/ppt/notesSlides/notesSlide11.xml" Id="R107525ae06d84b68" /></Relationships>
</file>

<file path=ppt/slides/slide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9" name="text-1">
            <a:extLst xmlns:a="http://schemas.openxmlformats.org/drawingml/2006/main">
              <a:ext uri="{FF2B5EF4-FFF2-40B4-BE49-F238E27FC236}">
                <a16:creationId xmlns:a16="http://schemas.microsoft.com/office/drawing/2014/main" id="{93A9D117-C86E-41B5-BCDC-2BCA1CE710AE}"/>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Image rotation with CUDA</a:t>
            </a:r>
          </a:p>
        </p:txBody>
      </p:sp>
      <p:sp>
        <p:nvSpPr>
          <p:cNvPr id="2" name="text-2">
            <a:extLst xmlns:a="http://schemas.openxmlformats.org/drawingml/2006/main">
              <a:ext uri="{FF2B5EF4-FFF2-40B4-BE49-F238E27FC236}">
                <a16:creationId xmlns:a16="http://schemas.microsoft.com/office/drawing/2014/main" id="{7D30AFB6-0C4D-4FAA-8958-6AB9456C24CC}"/>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[3]. Full references in appendix and companion PDF.</a:t>
            </a:r>
          </a:p>
        </p:txBody>
      </p:sp>
      <p:sp>
        <p:nvSpPr>
          <p:cNvPr id="3" name="text-3">
            <a:extLst xmlns:a="http://schemas.openxmlformats.org/drawingml/2006/main">
              <a:ext uri="{FF2B5EF4-FFF2-40B4-BE49-F238E27FC236}">
                <a16:creationId xmlns:a16="http://schemas.microsoft.com/office/drawing/2014/main" id="{C1C50430-7FA6-488D-A7BC-037194F59789}"/>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a:t>
            </a:r>
          </a:p>
        </p:txBody>
      </p:sp>
      <p:sp>
        <p:nvSpPr>
          <p:cNvPr id="4" name="text-4">
            <a:extLst xmlns:a="http://schemas.openxmlformats.org/drawingml/2006/main">
              <a:ext uri="{FF2B5EF4-FFF2-40B4-BE49-F238E27FC236}">
                <a16:creationId xmlns:a16="http://schemas.microsoft.com/office/drawing/2014/main" id="{02D7E96B-2229-4EBC-84A6-FFF8298444C2}"/>
              </a:ext>
            </a:extLst>
          </p:cNvPr>
          <p:cNvSpPr>
            <a:spLocks xmlns:a="http://schemas.openxmlformats.org/drawingml/2006/main" noGrp="1"/>
          </p:cNvSpPr>
          <p:nvPr/>
        </p:nvSpPr>
        <p:spPr>
          <a:xfrm xmlns:a="http://schemas.openxmlformats.org/drawingml/2006/main">
            <a:off x="571500" y="1562100"/>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42B3F"/>
                </a:solidFill>
                <a:latin typeface="Arial"/>
                <a:ea typeface="Arial"/>
                <a:cs typeface="Arial"/>
              </a:defRPr>
            </a:pPr>
            <a:r>
              <a:rPr sz="2400" b="1">
                <a:solidFill>
                  <a:srgbClr val="142B3F"/>
                </a:solidFill>
                <a:latin typeface="Arial"/>
                <a:ea typeface="Arial"/>
                <a:cs typeface="Arial"/>
              </a:rPr>
              <a:t>Host: CPU</a:t>
            </a:r>
          </a:p>
        </p:txBody>
      </p:sp>
      <p:sp>
        <p:nvSpPr>
          <p:cNvPr id="5" name="text-5">
            <a:extLst xmlns:a="http://schemas.openxmlformats.org/drawingml/2006/main">
              <a:ext uri="{FF2B5EF4-FFF2-40B4-BE49-F238E27FC236}">
                <a16:creationId xmlns:a16="http://schemas.microsoft.com/office/drawing/2014/main" id="{E9491967-AD3A-4A8C-B61F-2AA005B0E657}"/>
              </a:ext>
            </a:extLst>
          </p:cNvPr>
          <p:cNvSpPr>
            <a:spLocks xmlns:a="http://schemas.openxmlformats.org/drawingml/2006/main" noGrp="1"/>
          </p:cNvSpPr>
          <p:nvPr/>
        </p:nvSpPr>
        <p:spPr>
          <a:xfrm xmlns:a="http://schemas.openxmlformats.org/drawingml/2006/main">
            <a:off x="571500" y="2057400"/>
            <a:ext cx="4857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Load and decode the image</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Allocate buffers and launch work</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Save or display the result</a:t>
            </a:r>
          </a:p>
        </p:txBody>
      </p:sp>
      <p:sp>
        <p:nvSpPr>
          <p:cNvPr id="6" name="text-6">
            <a:extLst xmlns:a="http://schemas.openxmlformats.org/drawingml/2006/main">
              <a:ext uri="{FF2B5EF4-FFF2-40B4-BE49-F238E27FC236}">
                <a16:creationId xmlns:a16="http://schemas.microsoft.com/office/drawing/2014/main" id="{A238F78E-8D52-4729-B97A-57EAC92E7074}"/>
              </a:ext>
            </a:extLst>
          </p:cNvPr>
          <p:cNvSpPr>
            <a:spLocks xmlns:a="http://schemas.openxmlformats.org/drawingml/2006/main" noGrp="1"/>
          </p:cNvSpPr>
          <p:nvPr/>
        </p:nvSpPr>
        <p:spPr>
          <a:xfrm xmlns:a="http://schemas.openxmlformats.org/drawingml/2006/main">
            <a:off x="7334250" y="15621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42B3F"/>
                </a:solidFill>
                <a:latin typeface="Arial"/>
                <a:ea typeface="Arial"/>
                <a:cs typeface="Arial"/>
              </a:defRPr>
            </a:pPr>
            <a:r>
              <a:rPr sz="2400" b="1">
                <a:solidFill>
                  <a:srgbClr val="142B3F"/>
                </a:solidFill>
                <a:latin typeface="Arial"/>
                <a:ea typeface="Arial"/>
                <a:cs typeface="Arial"/>
              </a:rPr>
              <a:t>Device: GPU</a:t>
            </a:r>
          </a:p>
        </p:txBody>
      </p:sp>
      <p:sp>
        <p:nvSpPr>
          <p:cNvPr id="7" name="diagram-7">
            <a:extLst xmlns:a="http://schemas.openxmlformats.org/drawingml/2006/main">
              <a:ext uri="{FF2B5EF4-FFF2-40B4-BE49-F238E27FC236}">
                <a16:creationId xmlns:a16="http://schemas.microsoft.com/office/drawing/2014/main" id="{C47F3A8A-B5DE-422E-9D75-95025330F2C0}"/>
              </a:ext>
            </a:extLst>
          </p:cNvPr>
          <p:cNvSpPr>
            <a:spLocks xmlns:a="http://schemas.openxmlformats.org/drawingml/2006/main" noGrp="1"/>
          </p:cNvSpPr>
          <p:nvPr/>
        </p:nvSpPr>
        <p:spPr>
          <a:xfrm xmlns:a="http://schemas.openxmlformats.org/drawingml/2006/main">
            <a:off x="7334250" y="2095500"/>
            <a:ext cx="3619500" cy="109537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Rotation kernel</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Parallel pixel calculations</a:t>
            </a:r>
          </a:p>
        </p:txBody>
      </p:sp>
      <p:sp>
        <p:nvSpPr>
          <p:cNvPr id="8" name="diagram-8">
            <a:extLst xmlns:a="http://schemas.openxmlformats.org/drawingml/2006/main">
              <a:ext uri="{FF2B5EF4-FFF2-40B4-BE49-F238E27FC236}">
                <a16:creationId xmlns:a16="http://schemas.microsoft.com/office/drawing/2014/main" id="{DE1DD8B4-CDDE-4BB7-8C72-3C86DB5786C7}"/>
              </a:ext>
            </a:extLst>
          </p:cNvPr>
          <p:cNvSpPr>
            <a:spLocks xmlns:a="http://schemas.openxmlformats.org/drawingml/2006/main" noGrp="1"/>
          </p:cNvSpPr>
          <p:nvPr/>
        </p:nvSpPr>
        <p:spPr>
          <a:xfrm xmlns:a="http://schemas.openxmlformats.org/drawingml/2006/main">
            <a:off x="571500" y="4038600"/>
            <a:ext cx="1809750" cy="1066800"/>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Image file</a:t>
            </a:r>
          </a:p>
        </p:txBody>
      </p:sp>
      <p:sp>
        <p:nvSpPr>
          <p:cNvPr id="9" name="diagram-9">
            <a:extLst xmlns:a="http://schemas.openxmlformats.org/drawingml/2006/main">
              <a:ext uri="{FF2B5EF4-FFF2-40B4-BE49-F238E27FC236}">
                <a16:creationId xmlns:a16="http://schemas.microsoft.com/office/drawing/2014/main" id="{9504F06B-1988-4F4F-8B46-A26768CA637F}"/>
              </a:ext>
            </a:extLst>
          </p:cNvPr>
          <p:cNvSpPr>
            <a:spLocks xmlns:a="http://schemas.openxmlformats.org/drawingml/2006/main" noGrp="1"/>
          </p:cNvSpPr>
          <p:nvPr/>
        </p:nvSpPr>
        <p:spPr>
          <a:xfrm xmlns:a="http://schemas.openxmlformats.org/drawingml/2006/main">
            <a:off x="3190875" y="4038600"/>
            <a:ext cx="2333625" cy="10668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System RAM</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Decoded pixels</a:t>
            </a:r>
          </a:p>
        </p:txBody>
      </p:sp>
      <p:sp>
        <p:nvSpPr>
          <p:cNvPr id="10" name="diagram-10">
            <a:extLst xmlns:a="http://schemas.openxmlformats.org/drawingml/2006/main">
              <a:ext uri="{FF2B5EF4-FFF2-40B4-BE49-F238E27FC236}">
                <a16:creationId xmlns:a16="http://schemas.microsoft.com/office/drawing/2014/main" id="{384D6AF8-4754-4C56-8DA8-22357D0A95CF}"/>
              </a:ext>
            </a:extLst>
          </p:cNvPr>
          <p:cNvSpPr>
            <a:spLocks xmlns:a="http://schemas.openxmlformats.org/drawingml/2006/main" noGrp="1"/>
          </p:cNvSpPr>
          <p:nvPr/>
        </p:nvSpPr>
        <p:spPr>
          <a:xfrm xmlns:a="http://schemas.openxmlformats.org/drawingml/2006/main">
            <a:off x="7334250" y="4038600"/>
            <a:ext cx="3619500" cy="1066800"/>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GPU memory</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Input and output buffers</a:t>
            </a:r>
          </a:p>
        </p:txBody>
      </p:sp>
      <p:cxnSp>
        <p:nvCxnSpPr>
          <p:cNvPr id="29" name=""/>
          <p:cNvCxnSpPr>
            <a:stCxn xmlns:a="http://schemas.openxmlformats.org/drawingml/2006/main" id="8" idx="3"/>
            <a:endCxn xmlns:a="http://schemas.openxmlformats.org/drawingml/2006/main" id="9" idx="1"/>
          </p:cNvCxnSpPr>
          <p:nvPr/>
        </p:nvCxnSpPr>
        <p:spPr>
          <a:xfrm xmlns:a="http://schemas.openxmlformats.org/drawingml/2006/main">
            <a:off x="2381250" y="4572000"/>
            <a:ext cx="809625"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2" name="text-11">
            <a:extLst xmlns:a="http://schemas.openxmlformats.org/drawingml/2006/main">
              <a:ext uri="{FF2B5EF4-FFF2-40B4-BE49-F238E27FC236}">
                <a16:creationId xmlns:a16="http://schemas.microsoft.com/office/drawing/2014/main" id="{21FDFDD8-B2EE-4BDE-A331-EBD8D479F134}"/>
              </a:ext>
            </a:extLst>
          </p:cNvPr>
          <p:cNvSpPr>
            <a:spLocks xmlns:a="http://schemas.openxmlformats.org/drawingml/2006/main" noGrp="1"/>
          </p:cNvSpPr>
          <p:nvPr/>
        </p:nvSpPr>
        <p:spPr>
          <a:xfrm xmlns:a="http://schemas.openxmlformats.org/drawingml/2006/main">
            <a:off x="2457450" y="3686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Read</a:t>
            </a:r>
          </a:p>
        </p:txBody>
      </p:sp>
      <p:sp>
        <p:nvSpPr>
          <p:cNvPr id="13" name="flow-12">
            <a:extLst xmlns:a="http://schemas.openxmlformats.org/drawingml/2006/main">
              <a:ext uri="{FF2B5EF4-FFF2-40B4-BE49-F238E27FC236}">
                <a16:creationId xmlns:a16="http://schemas.microsoft.com/office/drawing/2014/main" id="{FB936BB2-4D00-44E5-8480-066946EDFC91}"/>
              </a:ext>
            </a:extLst>
          </p:cNvPr>
          <p:cNvSpPr>
            <a:spLocks xmlns:a="http://schemas.openxmlformats.org/drawingml/2006/main" noGrp="1"/>
          </p:cNvSpPr>
          <p:nvPr/>
        </p:nvSpPr>
        <p:spPr>
          <a:xfrm xmlns:a="http://schemas.openxmlformats.org/drawingml/2006/main">
            <a:off x="5753100" y="4171950"/>
            <a:ext cx="1352550" cy="257175"/>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14" name="flow-13">
            <a:extLst xmlns:a="http://schemas.openxmlformats.org/drawingml/2006/main">
              <a:ext uri="{FF2B5EF4-FFF2-40B4-BE49-F238E27FC236}">
                <a16:creationId xmlns:a16="http://schemas.microsoft.com/office/drawing/2014/main" id="{D518227C-807D-490A-9521-C376925083FC}"/>
              </a:ext>
            </a:extLst>
          </p:cNvPr>
          <p:cNvSpPr>
            <a:spLocks xmlns:a="http://schemas.openxmlformats.org/drawingml/2006/main" noGrp="1"/>
          </p:cNvSpPr>
          <p:nvPr/>
        </p:nvSpPr>
        <p:spPr>
          <a:xfrm xmlns:a="http://schemas.openxmlformats.org/drawingml/2006/main">
            <a:off x="5753100" y="4724400"/>
            <a:ext cx="1352550" cy="257175"/>
          </a:xfrm>
          <a:prstGeom xmlns:a="http://schemas.openxmlformats.org/drawingml/2006/main" prst="leftArrow">
            <a:avLst/>
          </a:prstGeom>
          <a:solidFill xmlns:a="http://schemas.openxmlformats.org/drawingml/2006/main">
            <a:srgbClr val="087E8B"/>
          </a:solidFill>
          <a:ln xmlns:a="http://schemas.openxmlformats.org/drawingml/2006/main" w="0">
            <a:noFill/>
          </a:ln>
        </p:spPr>
      </p:sp>
      <p:sp>
        <p:nvSpPr>
          <p:cNvPr id="15" name="text-14">
            <a:extLst xmlns:a="http://schemas.openxmlformats.org/drawingml/2006/main">
              <a:ext uri="{FF2B5EF4-FFF2-40B4-BE49-F238E27FC236}">
                <a16:creationId xmlns:a16="http://schemas.microsoft.com/office/drawing/2014/main" id="{2B8D589E-B4AA-4582-ABAF-56DEEA3BA44D}"/>
              </a:ext>
            </a:extLst>
          </p:cNvPr>
          <p:cNvSpPr>
            <a:spLocks xmlns:a="http://schemas.openxmlformats.org/drawingml/2006/main" noGrp="1"/>
          </p:cNvSpPr>
          <p:nvPr/>
        </p:nvSpPr>
        <p:spPr>
          <a:xfrm xmlns:a="http://schemas.openxmlformats.org/drawingml/2006/main">
            <a:off x="5772150" y="3705225"/>
            <a:ext cx="133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142B3F"/>
                </a:solidFill>
                <a:latin typeface="Arial"/>
                <a:ea typeface="Arial"/>
                <a:cs typeface="Arial"/>
              </a:defRPr>
            </a:pPr>
            <a:r>
              <a:rPr sz="1725" b="1">
                <a:solidFill>
                  <a:srgbClr val="142B3F"/>
                </a:solidFill>
                <a:latin typeface="Arial"/>
                <a:ea typeface="Arial"/>
                <a:cs typeface="Arial"/>
              </a:rPr>
              <a:t>H2D</a:t>
            </a:r>
          </a:p>
        </p:txBody>
      </p:sp>
      <p:sp>
        <p:nvSpPr>
          <p:cNvPr id="16" name="text-15">
            <a:extLst xmlns:a="http://schemas.openxmlformats.org/drawingml/2006/main">
              <a:ext uri="{FF2B5EF4-FFF2-40B4-BE49-F238E27FC236}">
                <a16:creationId xmlns:a16="http://schemas.microsoft.com/office/drawing/2014/main" id="{19FFDC27-0D57-4C19-BB5D-7FB998E183A5}"/>
              </a:ext>
            </a:extLst>
          </p:cNvPr>
          <p:cNvSpPr>
            <a:spLocks xmlns:a="http://schemas.openxmlformats.org/drawingml/2006/main" noGrp="1"/>
          </p:cNvSpPr>
          <p:nvPr/>
        </p:nvSpPr>
        <p:spPr>
          <a:xfrm xmlns:a="http://schemas.openxmlformats.org/drawingml/2006/main">
            <a:off x="5772150" y="5219700"/>
            <a:ext cx="133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142B3F"/>
                </a:solidFill>
                <a:latin typeface="Arial"/>
                <a:ea typeface="Arial"/>
                <a:cs typeface="Arial"/>
              </a:defRPr>
            </a:pPr>
            <a:r>
              <a:rPr sz="1725" b="1">
                <a:solidFill>
                  <a:srgbClr val="142B3F"/>
                </a:solidFill>
                <a:latin typeface="Arial"/>
                <a:ea typeface="Arial"/>
                <a:cs typeface="Arial"/>
              </a:rPr>
              <a:t>D2H</a:t>
            </a:r>
          </a:p>
        </p:txBody>
      </p:sp>
      <p:cxnSp>
        <p:nvCxnSpPr>
          <p:cNvPr id="35" name=""/>
          <p:cNvCxnSpPr>
            <a:stCxn xmlns:a="http://schemas.openxmlformats.org/drawingml/2006/main" id="10" idx="0"/>
            <a:endCxn xmlns:a="http://schemas.openxmlformats.org/drawingml/2006/main" id="7" idx="2"/>
          </p:cNvCxnSpPr>
          <p:nvPr/>
        </p:nvCxnSpPr>
        <p:spPr>
          <a:xfrm xmlns:a="http://schemas.openxmlformats.org/drawingml/2006/main" flipV="1">
            <a:off x="9144000" y="3190875"/>
            <a:ext cx="0" cy="847725"/>
          </a:xfrm>
          <a:prstGeom xmlns:a="http://schemas.openxmlformats.org/drawingml/2006/main" prst="straightConnector1">
            <a:avLst/>
          </a:prstGeom>
          <a:ln xmlns:a="http://schemas.openxmlformats.org/drawingml/2006/main" w="22860">
            <a:solidFill>
              <a:srgbClr val="087E8B"/>
            </a:solidFill>
            <a:headEnd type="triangle" w="med" len="med"/>
            <a:tailEnd type="triangle" w="med" len="med"/>
          </a:ln>
        </p:spPr>
      </p:cxnSp>
      <p:sp>
        <p:nvSpPr>
          <p:cNvPr id="18" name="text-16">
            <a:extLst xmlns:a="http://schemas.openxmlformats.org/drawingml/2006/main">
              <a:ext uri="{FF2B5EF4-FFF2-40B4-BE49-F238E27FC236}">
                <a16:creationId xmlns:a16="http://schemas.microsoft.com/office/drawing/2014/main" id="{A3B3EA56-B645-4A43-845A-2A840E6CFA51}"/>
              </a:ext>
            </a:extLst>
          </p:cNvPr>
          <p:cNvSpPr>
            <a:spLocks xmlns:a="http://schemas.openxmlformats.org/drawingml/2006/main" noGrp="1"/>
          </p:cNvSpPr>
          <p:nvPr/>
        </p:nvSpPr>
        <p:spPr>
          <a:xfrm xmlns:a="http://schemas.openxmlformats.org/drawingml/2006/main">
            <a:off x="571500" y="57150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087E8B"/>
                </a:solidFill>
                <a:latin typeface="Arial"/>
                <a:ea typeface="Arial"/>
                <a:cs typeface="Arial"/>
              </a:defRPr>
            </a:pPr>
            <a:r>
              <a:rPr sz="2100" b="1">
                <a:solidFill>
                  <a:srgbClr val="087E8B"/>
                </a:solidFill>
                <a:latin typeface="Arial"/>
                <a:ea typeface="Arial"/>
                <a:cs typeface="Arial"/>
              </a:rPr>
              <a:t>PCIe carries copies between RAM and GPU memory</a:t>
            </a:r>
          </a:p>
        </p:txBody>
      </p:sp>
    </p:spTree>
    <p:extLst>
      <p:ext uri="{BB962C8B-B14F-4D97-AF65-F5344CB8AC3E}">
        <p14:creationId xmlns:p14="http://schemas.microsoft.com/office/powerpoint/2010/main" val="1195905200"/>
      </p:ext>
    </p:extLst>
  </p:cSld>
</p:sld>
</file>

<file path=ppt/slides/slide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64" name="text-17">
            <a:extLst xmlns:a="http://schemas.openxmlformats.org/drawingml/2006/main">
              <a:ext uri="{FF2B5EF4-FFF2-40B4-BE49-F238E27FC236}">
                <a16:creationId xmlns:a16="http://schemas.microsoft.com/office/drawing/2014/main" id="{E8667DD1-B305-4619-8466-4F93EA7FBFBE}"/>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One thread computes one output pixel</a:t>
            </a:r>
          </a:p>
        </p:txBody>
      </p:sp>
      <p:sp>
        <p:nvSpPr>
          <p:cNvPr id="2" name="text-18">
            <a:extLst xmlns:a="http://schemas.openxmlformats.org/drawingml/2006/main">
              <a:ext uri="{FF2B5EF4-FFF2-40B4-BE49-F238E27FC236}">
                <a16:creationId xmlns:a16="http://schemas.microsoft.com/office/drawing/2014/main" id="{DF05E86F-BFF2-490F-A468-71B3327F2D75}"/>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[4] [5]. Full references in appendix and companion PDF.</a:t>
            </a:r>
          </a:p>
        </p:txBody>
      </p:sp>
      <p:sp>
        <p:nvSpPr>
          <p:cNvPr id="3" name="text-19">
            <a:extLst xmlns:a="http://schemas.openxmlformats.org/drawingml/2006/main">
              <a:ext uri="{FF2B5EF4-FFF2-40B4-BE49-F238E27FC236}">
                <a16:creationId xmlns:a16="http://schemas.microsoft.com/office/drawing/2014/main" id="{D7148F0B-C9CA-4BB6-8FCE-3EBEFD19283D}"/>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2</a:t>
            </a:r>
          </a:p>
        </p:txBody>
      </p:sp>
      <p:sp>
        <p:nvSpPr>
          <p:cNvPr id="4" name="text-20">
            <a:extLst xmlns:a="http://schemas.openxmlformats.org/drawingml/2006/main">
              <a:ext uri="{FF2B5EF4-FFF2-40B4-BE49-F238E27FC236}">
                <a16:creationId xmlns:a16="http://schemas.microsoft.com/office/drawing/2014/main" id="{45044C08-B3EE-49F9-8351-D58E114F373F}"/>
              </a:ext>
            </a:extLst>
          </p:cNvPr>
          <p:cNvSpPr>
            <a:spLocks xmlns:a="http://schemas.openxmlformats.org/drawingml/2006/main" noGrp="1"/>
          </p:cNvSpPr>
          <p:nvPr/>
        </p:nvSpPr>
        <p:spPr>
          <a:xfrm xmlns:a="http://schemas.openxmlformats.org/drawingml/2006/main">
            <a:off x="571500" y="17145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Brightness</a:t>
            </a:r>
          </a:p>
        </p:txBody>
      </p:sp>
      <p:sp>
        <p:nvSpPr>
          <p:cNvPr id="5" name="text-21">
            <a:extLst xmlns:a="http://schemas.openxmlformats.org/drawingml/2006/main">
              <a:ext uri="{FF2B5EF4-FFF2-40B4-BE49-F238E27FC236}">
                <a16:creationId xmlns:a16="http://schemas.microsoft.com/office/drawing/2014/main" id="{107166EF-A373-4E06-8911-739FBE1BD6B8}"/>
              </a:ext>
            </a:extLst>
          </p:cNvPr>
          <p:cNvSpPr>
            <a:spLocks xmlns:a="http://schemas.openxmlformats.org/drawingml/2006/main" noGrp="1"/>
          </p:cNvSpPr>
          <p:nvPr/>
        </p:nvSpPr>
        <p:spPr>
          <a:xfrm xmlns:a="http://schemas.openxmlformats.org/drawingml/2006/main">
            <a:off x="571500" y="2209800"/>
            <a:ext cx="4476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Same independent operation</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on every pixel</a:t>
            </a:r>
          </a:p>
        </p:txBody>
      </p:sp>
      <p:sp>
        <p:nvSpPr>
          <p:cNvPr id="6" name="text-22">
            <a:extLst xmlns:a="http://schemas.openxmlformats.org/drawingml/2006/main">
              <a:ext uri="{FF2B5EF4-FFF2-40B4-BE49-F238E27FC236}">
                <a16:creationId xmlns:a16="http://schemas.microsoft.com/office/drawing/2014/main" id="{A96D9B0F-9D34-4AC5-94FB-CA25AFE503F7}"/>
              </a:ext>
            </a:extLst>
          </p:cNvPr>
          <p:cNvSpPr>
            <a:spLocks xmlns:a="http://schemas.openxmlformats.org/drawingml/2006/main" noGrp="1"/>
          </p:cNvSpPr>
          <p:nvPr/>
        </p:nvSpPr>
        <p:spPr>
          <a:xfrm xmlns:a="http://schemas.openxmlformats.org/drawingml/2006/main">
            <a:off x="571500" y="3171825"/>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087E8B"/>
                </a:solidFill>
                <a:latin typeface="Arial"/>
                <a:ea typeface="Arial"/>
                <a:cs typeface="Arial"/>
              </a:defRPr>
            </a:pPr>
            <a:r>
              <a:rPr sz="1875" b="0">
                <a:solidFill>
                  <a:srgbClr val="087E8B"/>
                </a:solidFill>
                <a:latin typeface="Arial"/>
                <a:ea typeface="Arial"/>
                <a:cs typeface="Arial"/>
              </a:rPr>
              <a:t>out = clamp(in + value, 0, 255)</a:t>
            </a:r>
          </a:p>
        </p:txBody>
      </p:sp>
      <p:sp>
        <p:nvSpPr>
          <p:cNvPr id="7" name="text-23">
            <a:extLst xmlns:a="http://schemas.openxmlformats.org/drawingml/2006/main">
              <a:ext uri="{FF2B5EF4-FFF2-40B4-BE49-F238E27FC236}">
                <a16:creationId xmlns:a16="http://schemas.microsoft.com/office/drawing/2014/main" id="{22384B6A-5D6F-4832-92D3-2E1225F48007}"/>
              </a:ext>
            </a:extLst>
          </p:cNvPr>
          <p:cNvSpPr>
            <a:spLocks xmlns:a="http://schemas.openxmlformats.org/drawingml/2006/main" noGrp="1"/>
          </p:cNvSpPr>
          <p:nvPr/>
        </p:nvSpPr>
        <p:spPr>
          <a:xfrm xmlns:a="http://schemas.openxmlformats.org/drawingml/2006/main">
            <a:off x="571500" y="417195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Rotation</a:t>
            </a:r>
          </a:p>
        </p:txBody>
      </p:sp>
      <p:sp>
        <p:nvSpPr>
          <p:cNvPr id="8" name="text-24">
            <a:extLst xmlns:a="http://schemas.openxmlformats.org/drawingml/2006/main">
              <a:ext uri="{FF2B5EF4-FFF2-40B4-BE49-F238E27FC236}">
                <a16:creationId xmlns:a16="http://schemas.microsoft.com/office/drawing/2014/main" id="{8EF53709-8041-4DF3-9665-E405C0597477}"/>
              </a:ext>
            </a:extLst>
          </p:cNvPr>
          <p:cNvSpPr>
            <a:spLocks xmlns:a="http://schemas.openxmlformats.org/drawingml/2006/main" noGrp="1"/>
          </p:cNvSpPr>
          <p:nvPr/>
        </p:nvSpPr>
        <p:spPr>
          <a:xfrm xmlns:a="http://schemas.openxmlformats.org/drawingml/2006/main">
            <a:off x="571500" y="4676775"/>
            <a:ext cx="4667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Each output pixel independently</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finds and samples its source</a:t>
            </a:r>
          </a:p>
        </p:txBody>
      </p:sp>
      <p:sp>
        <p:nvSpPr>
          <p:cNvPr id="9" name="text-25">
            <a:extLst xmlns:a="http://schemas.openxmlformats.org/drawingml/2006/main">
              <a:ext uri="{FF2B5EF4-FFF2-40B4-BE49-F238E27FC236}">
                <a16:creationId xmlns:a16="http://schemas.microsoft.com/office/drawing/2014/main" id="{C69B4A12-9283-4026-A443-FBD1F182AA2C}"/>
              </a:ext>
            </a:extLst>
          </p:cNvPr>
          <p:cNvSpPr>
            <a:spLocks xmlns:a="http://schemas.openxmlformats.org/drawingml/2006/main" noGrp="1"/>
          </p:cNvSpPr>
          <p:nvPr/>
        </p:nvSpPr>
        <p:spPr>
          <a:xfrm xmlns:a="http://schemas.openxmlformats.org/drawingml/2006/main">
            <a:off x="5667375" y="1762125"/>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42B3F"/>
                </a:solidFill>
                <a:latin typeface="Arial"/>
                <a:ea typeface="Arial"/>
                <a:cs typeface="Arial"/>
              </a:defRPr>
            </a:pPr>
            <a:r>
              <a:rPr sz="1800" b="1">
                <a:solidFill>
                  <a:srgbClr val="142B3F"/>
                </a:solidFill>
                <a:latin typeface="Arial"/>
                <a:ea typeface="Arial"/>
                <a:cs typeface="Arial"/>
              </a:rPr>
              <a:t>Input pixels</a:t>
            </a:r>
          </a:p>
        </p:txBody>
      </p:sp>
      <p:sp>
        <p:nvSpPr>
          <p:cNvPr id="10" name="text-26">
            <a:extLst xmlns:a="http://schemas.openxmlformats.org/drawingml/2006/main">
              <a:ext uri="{FF2B5EF4-FFF2-40B4-BE49-F238E27FC236}">
                <a16:creationId xmlns:a16="http://schemas.microsoft.com/office/drawing/2014/main" id="{8AE63DF3-150D-49D0-BD91-D2409D4BB642}"/>
              </a:ext>
            </a:extLst>
          </p:cNvPr>
          <p:cNvSpPr>
            <a:spLocks xmlns:a="http://schemas.openxmlformats.org/drawingml/2006/main" noGrp="1"/>
          </p:cNvSpPr>
          <p:nvPr/>
        </p:nvSpPr>
        <p:spPr>
          <a:xfrm xmlns:a="http://schemas.openxmlformats.org/drawingml/2006/main">
            <a:off x="8467725" y="17621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42B3F"/>
                </a:solidFill>
                <a:latin typeface="Arial"/>
                <a:ea typeface="Arial"/>
                <a:cs typeface="Arial"/>
              </a:defRPr>
            </a:pPr>
            <a:r>
              <a:rPr sz="1800" b="1">
                <a:solidFill>
                  <a:srgbClr val="142B3F"/>
                </a:solidFill>
                <a:latin typeface="Arial"/>
                <a:ea typeface="Arial"/>
                <a:cs typeface="Arial"/>
              </a:rPr>
              <a:t>90° counterclockwise</a:t>
            </a:r>
          </a:p>
        </p:txBody>
      </p:sp>
      <p:sp>
        <p:nvSpPr>
          <p:cNvPr id="11" name="diagram-27">
            <a:extLst xmlns:a="http://schemas.openxmlformats.org/drawingml/2006/main">
              <a:ext uri="{FF2B5EF4-FFF2-40B4-BE49-F238E27FC236}">
                <a16:creationId xmlns:a16="http://schemas.microsoft.com/office/drawing/2014/main" id="{92402422-DE0F-4330-A648-A4BA42B757A0}"/>
              </a:ext>
            </a:extLst>
          </p:cNvPr>
          <p:cNvSpPr>
            <a:spLocks xmlns:a="http://schemas.openxmlformats.org/drawingml/2006/main" noGrp="1"/>
          </p:cNvSpPr>
          <p:nvPr/>
        </p:nvSpPr>
        <p:spPr>
          <a:xfrm xmlns:a="http://schemas.openxmlformats.org/drawingml/2006/main">
            <a:off x="5667375"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 name="diagram-28">
            <a:extLst xmlns:a="http://schemas.openxmlformats.org/drawingml/2006/main">
              <a:ext uri="{FF2B5EF4-FFF2-40B4-BE49-F238E27FC236}">
                <a16:creationId xmlns:a16="http://schemas.microsoft.com/office/drawing/2014/main" id="{11260637-D079-42EB-801E-356327036FFB}"/>
              </a:ext>
            </a:extLst>
          </p:cNvPr>
          <p:cNvSpPr>
            <a:spLocks xmlns:a="http://schemas.openxmlformats.org/drawingml/2006/main" noGrp="1"/>
          </p:cNvSpPr>
          <p:nvPr/>
        </p:nvSpPr>
        <p:spPr>
          <a:xfrm xmlns:a="http://schemas.openxmlformats.org/drawingml/2006/main">
            <a:off x="6048375" y="2600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3" name="diagram-29">
            <a:extLst xmlns:a="http://schemas.openxmlformats.org/drawingml/2006/main">
              <a:ext uri="{FF2B5EF4-FFF2-40B4-BE49-F238E27FC236}">
                <a16:creationId xmlns:a16="http://schemas.microsoft.com/office/drawing/2014/main" id="{01B26FB3-2094-497D-9896-06A32A9A88C6}"/>
              </a:ext>
            </a:extLst>
          </p:cNvPr>
          <p:cNvSpPr>
            <a:spLocks xmlns:a="http://schemas.openxmlformats.org/drawingml/2006/main" noGrp="1"/>
          </p:cNvSpPr>
          <p:nvPr/>
        </p:nvSpPr>
        <p:spPr>
          <a:xfrm xmlns:a="http://schemas.openxmlformats.org/drawingml/2006/main">
            <a:off x="6429375" y="2600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4" name="diagram-30">
            <a:extLst xmlns:a="http://schemas.openxmlformats.org/drawingml/2006/main">
              <a:ext uri="{FF2B5EF4-FFF2-40B4-BE49-F238E27FC236}">
                <a16:creationId xmlns:a16="http://schemas.microsoft.com/office/drawing/2014/main" id="{FEE2D77F-AC6E-4276-A343-A5E203BAC10F}"/>
              </a:ext>
            </a:extLst>
          </p:cNvPr>
          <p:cNvSpPr>
            <a:spLocks xmlns:a="http://schemas.openxmlformats.org/drawingml/2006/main" noGrp="1"/>
          </p:cNvSpPr>
          <p:nvPr/>
        </p:nvSpPr>
        <p:spPr>
          <a:xfrm xmlns:a="http://schemas.openxmlformats.org/drawingml/2006/main">
            <a:off x="6810375" y="260032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15" name="diagram-31">
            <a:extLst xmlns:a="http://schemas.openxmlformats.org/drawingml/2006/main">
              <a:ext uri="{FF2B5EF4-FFF2-40B4-BE49-F238E27FC236}">
                <a16:creationId xmlns:a16="http://schemas.microsoft.com/office/drawing/2014/main" id="{8621805D-32B9-4CA7-9195-824BC4E1FD52}"/>
              </a:ext>
            </a:extLst>
          </p:cNvPr>
          <p:cNvSpPr>
            <a:spLocks xmlns:a="http://schemas.openxmlformats.org/drawingml/2006/main" noGrp="1"/>
          </p:cNvSpPr>
          <p:nvPr/>
        </p:nvSpPr>
        <p:spPr>
          <a:xfrm xmlns:a="http://schemas.openxmlformats.org/drawingml/2006/main">
            <a:off x="7191375"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 name="diagram-32">
            <a:extLst xmlns:a="http://schemas.openxmlformats.org/drawingml/2006/main">
              <a:ext uri="{FF2B5EF4-FFF2-40B4-BE49-F238E27FC236}">
                <a16:creationId xmlns:a16="http://schemas.microsoft.com/office/drawing/2014/main" id="{FE4307E6-451B-4718-81CB-CED8ADF3A043}"/>
              </a:ext>
            </a:extLst>
          </p:cNvPr>
          <p:cNvSpPr>
            <a:spLocks xmlns:a="http://schemas.openxmlformats.org/drawingml/2006/main" noGrp="1"/>
          </p:cNvSpPr>
          <p:nvPr/>
        </p:nvSpPr>
        <p:spPr>
          <a:xfrm xmlns:a="http://schemas.openxmlformats.org/drawingml/2006/main">
            <a:off x="5667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 name="diagram-33">
            <a:extLst xmlns:a="http://schemas.openxmlformats.org/drawingml/2006/main">
              <a:ext uri="{FF2B5EF4-FFF2-40B4-BE49-F238E27FC236}">
                <a16:creationId xmlns:a16="http://schemas.microsoft.com/office/drawing/2014/main" id="{914E92C4-D6A0-4087-B11A-724BD324206E}"/>
              </a:ext>
            </a:extLst>
          </p:cNvPr>
          <p:cNvSpPr>
            <a:spLocks xmlns:a="http://schemas.openxmlformats.org/drawingml/2006/main" noGrp="1"/>
          </p:cNvSpPr>
          <p:nvPr/>
        </p:nvSpPr>
        <p:spPr>
          <a:xfrm xmlns:a="http://schemas.openxmlformats.org/drawingml/2006/main">
            <a:off x="6048375" y="2981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8" name="diagram-34">
            <a:extLst xmlns:a="http://schemas.openxmlformats.org/drawingml/2006/main">
              <a:ext uri="{FF2B5EF4-FFF2-40B4-BE49-F238E27FC236}">
                <a16:creationId xmlns:a16="http://schemas.microsoft.com/office/drawing/2014/main" id="{1B672432-6815-45E8-8297-445AE4CF2891}"/>
              </a:ext>
            </a:extLst>
          </p:cNvPr>
          <p:cNvSpPr>
            <a:spLocks xmlns:a="http://schemas.openxmlformats.org/drawingml/2006/main" noGrp="1"/>
          </p:cNvSpPr>
          <p:nvPr/>
        </p:nvSpPr>
        <p:spPr>
          <a:xfrm xmlns:a="http://schemas.openxmlformats.org/drawingml/2006/main">
            <a:off x="6429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 name="diagram-35">
            <a:extLst xmlns:a="http://schemas.openxmlformats.org/drawingml/2006/main">
              <a:ext uri="{FF2B5EF4-FFF2-40B4-BE49-F238E27FC236}">
                <a16:creationId xmlns:a16="http://schemas.microsoft.com/office/drawing/2014/main" id="{91D71F92-997B-49CE-B955-724646057178}"/>
              </a:ext>
            </a:extLst>
          </p:cNvPr>
          <p:cNvSpPr>
            <a:spLocks xmlns:a="http://schemas.openxmlformats.org/drawingml/2006/main" noGrp="1"/>
          </p:cNvSpPr>
          <p:nvPr/>
        </p:nvSpPr>
        <p:spPr>
          <a:xfrm xmlns:a="http://schemas.openxmlformats.org/drawingml/2006/main">
            <a:off x="6810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 name="diagram-36">
            <a:extLst xmlns:a="http://schemas.openxmlformats.org/drawingml/2006/main">
              <a:ext uri="{FF2B5EF4-FFF2-40B4-BE49-F238E27FC236}">
                <a16:creationId xmlns:a16="http://schemas.microsoft.com/office/drawing/2014/main" id="{A4EFEFB3-1F6B-45B0-A896-B1CD4813D0CE}"/>
              </a:ext>
            </a:extLst>
          </p:cNvPr>
          <p:cNvSpPr>
            <a:spLocks xmlns:a="http://schemas.openxmlformats.org/drawingml/2006/main" noGrp="1"/>
          </p:cNvSpPr>
          <p:nvPr/>
        </p:nvSpPr>
        <p:spPr>
          <a:xfrm xmlns:a="http://schemas.openxmlformats.org/drawingml/2006/main">
            <a:off x="7191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 name="diagram-37">
            <a:extLst xmlns:a="http://schemas.openxmlformats.org/drawingml/2006/main">
              <a:ext uri="{FF2B5EF4-FFF2-40B4-BE49-F238E27FC236}">
                <a16:creationId xmlns:a16="http://schemas.microsoft.com/office/drawing/2014/main" id="{9DBBAEBC-5D25-48EF-BF90-D97354D9CC2E}"/>
              </a:ext>
            </a:extLst>
          </p:cNvPr>
          <p:cNvSpPr>
            <a:spLocks xmlns:a="http://schemas.openxmlformats.org/drawingml/2006/main" noGrp="1"/>
          </p:cNvSpPr>
          <p:nvPr/>
        </p:nvSpPr>
        <p:spPr>
          <a:xfrm xmlns:a="http://schemas.openxmlformats.org/drawingml/2006/main">
            <a:off x="5667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 name="diagram-38">
            <a:extLst xmlns:a="http://schemas.openxmlformats.org/drawingml/2006/main">
              <a:ext uri="{FF2B5EF4-FFF2-40B4-BE49-F238E27FC236}">
                <a16:creationId xmlns:a16="http://schemas.microsoft.com/office/drawing/2014/main" id="{37D555DE-AEF1-4076-808F-007DF9C25663}"/>
              </a:ext>
            </a:extLst>
          </p:cNvPr>
          <p:cNvSpPr>
            <a:spLocks xmlns:a="http://schemas.openxmlformats.org/drawingml/2006/main" noGrp="1"/>
          </p:cNvSpPr>
          <p:nvPr/>
        </p:nvSpPr>
        <p:spPr>
          <a:xfrm xmlns:a="http://schemas.openxmlformats.org/drawingml/2006/main">
            <a:off x="6048375"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3" name="diagram-39">
            <a:extLst xmlns:a="http://schemas.openxmlformats.org/drawingml/2006/main">
              <a:ext uri="{FF2B5EF4-FFF2-40B4-BE49-F238E27FC236}">
                <a16:creationId xmlns:a16="http://schemas.microsoft.com/office/drawing/2014/main" id="{DBA2BE89-1BB9-4B49-9806-F9791D922D8E}"/>
              </a:ext>
            </a:extLst>
          </p:cNvPr>
          <p:cNvSpPr>
            <a:spLocks xmlns:a="http://schemas.openxmlformats.org/drawingml/2006/main" noGrp="1"/>
          </p:cNvSpPr>
          <p:nvPr/>
        </p:nvSpPr>
        <p:spPr>
          <a:xfrm xmlns:a="http://schemas.openxmlformats.org/drawingml/2006/main">
            <a:off x="6429375"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4" name="diagram-40">
            <a:extLst xmlns:a="http://schemas.openxmlformats.org/drawingml/2006/main">
              <a:ext uri="{FF2B5EF4-FFF2-40B4-BE49-F238E27FC236}">
                <a16:creationId xmlns:a16="http://schemas.microsoft.com/office/drawing/2014/main" id="{CE47638A-9E9B-4E2F-B6E1-D3E575D98839}"/>
              </a:ext>
            </a:extLst>
          </p:cNvPr>
          <p:cNvSpPr>
            <a:spLocks xmlns:a="http://schemas.openxmlformats.org/drawingml/2006/main" noGrp="1"/>
          </p:cNvSpPr>
          <p:nvPr/>
        </p:nvSpPr>
        <p:spPr>
          <a:xfrm xmlns:a="http://schemas.openxmlformats.org/drawingml/2006/main">
            <a:off x="6810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 name="diagram-41">
            <a:extLst xmlns:a="http://schemas.openxmlformats.org/drawingml/2006/main">
              <a:ext uri="{FF2B5EF4-FFF2-40B4-BE49-F238E27FC236}">
                <a16:creationId xmlns:a16="http://schemas.microsoft.com/office/drawing/2014/main" id="{21C7B6D4-BB65-47F4-AE09-2CCF0EE66C23}"/>
              </a:ext>
            </a:extLst>
          </p:cNvPr>
          <p:cNvSpPr>
            <a:spLocks xmlns:a="http://schemas.openxmlformats.org/drawingml/2006/main" noGrp="1"/>
          </p:cNvSpPr>
          <p:nvPr/>
        </p:nvSpPr>
        <p:spPr>
          <a:xfrm xmlns:a="http://schemas.openxmlformats.org/drawingml/2006/main">
            <a:off x="7191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 name="diagram-42">
            <a:extLst xmlns:a="http://schemas.openxmlformats.org/drawingml/2006/main">
              <a:ext uri="{FF2B5EF4-FFF2-40B4-BE49-F238E27FC236}">
                <a16:creationId xmlns:a16="http://schemas.microsoft.com/office/drawing/2014/main" id="{BAEB39F8-294A-4FA1-9119-F2C622E19340}"/>
              </a:ext>
            </a:extLst>
          </p:cNvPr>
          <p:cNvSpPr>
            <a:spLocks xmlns:a="http://schemas.openxmlformats.org/drawingml/2006/main" noGrp="1"/>
          </p:cNvSpPr>
          <p:nvPr/>
        </p:nvSpPr>
        <p:spPr>
          <a:xfrm xmlns:a="http://schemas.openxmlformats.org/drawingml/2006/main">
            <a:off x="5667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 name="diagram-43">
            <a:extLst xmlns:a="http://schemas.openxmlformats.org/drawingml/2006/main">
              <a:ext uri="{FF2B5EF4-FFF2-40B4-BE49-F238E27FC236}">
                <a16:creationId xmlns:a16="http://schemas.microsoft.com/office/drawing/2014/main" id="{DC0749E3-E905-44C0-9FA0-464D0E43C25A}"/>
              </a:ext>
            </a:extLst>
          </p:cNvPr>
          <p:cNvSpPr>
            <a:spLocks xmlns:a="http://schemas.openxmlformats.org/drawingml/2006/main" noGrp="1"/>
          </p:cNvSpPr>
          <p:nvPr/>
        </p:nvSpPr>
        <p:spPr>
          <a:xfrm xmlns:a="http://schemas.openxmlformats.org/drawingml/2006/main">
            <a:off x="6048375"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8" name="diagram-44">
            <a:extLst xmlns:a="http://schemas.openxmlformats.org/drawingml/2006/main">
              <a:ext uri="{FF2B5EF4-FFF2-40B4-BE49-F238E27FC236}">
                <a16:creationId xmlns:a16="http://schemas.microsoft.com/office/drawing/2014/main" id="{2F41CCAF-2CE1-49A8-BD68-9B9B2F6B6900}"/>
              </a:ext>
            </a:extLst>
          </p:cNvPr>
          <p:cNvSpPr>
            <a:spLocks xmlns:a="http://schemas.openxmlformats.org/drawingml/2006/main" noGrp="1"/>
          </p:cNvSpPr>
          <p:nvPr/>
        </p:nvSpPr>
        <p:spPr>
          <a:xfrm xmlns:a="http://schemas.openxmlformats.org/drawingml/2006/main">
            <a:off x="6429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 name="diagram-45">
            <a:extLst xmlns:a="http://schemas.openxmlformats.org/drawingml/2006/main">
              <a:ext uri="{FF2B5EF4-FFF2-40B4-BE49-F238E27FC236}">
                <a16:creationId xmlns:a16="http://schemas.microsoft.com/office/drawing/2014/main" id="{B4D94611-7DB5-407E-9A97-8CC52E493411}"/>
              </a:ext>
            </a:extLst>
          </p:cNvPr>
          <p:cNvSpPr>
            <a:spLocks xmlns:a="http://schemas.openxmlformats.org/drawingml/2006/main" noGrp="1"/>
          </p:cNvSpPr>
          <p:nvPr/>
        </p:nvSpPr>
        <p:spPr>
          <a:xfrm xmlns:a="http://schemas.openxmlformats.org/drawingml/2006/main">
            <a:off x="6810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 name="diagram-46">
            <a:extLst xmlns:a="http://schemas.openxmlformats.org/drawingml/2006/main">
              <a:ext uri="{FF2B5EF4-FFF2-40B4-BE49-F238E27FC236}">
                <a16:creationId xmlns:a16="http://schemas.microsoft.com/office/drawing/2014/main" id="{ABF38801-AC9D-4A78-80FD-1CABB89CB578}"/>
              </a:ext>
            </a:extLst>
          </p:cNvPr>
          <p:cNvSpPr>
            <a:spLocks xmlns:a="http://schemas.openxmlformats.org/drawingml/2006/main" noGrp="1"/>
          </p:cNvSpPr>
          <p:nvPr/>
        </p:nvSpPr>
        <p:spPr>
          <a:xfrm xmlns:a="http://schemas.openxmlformats.org/drawingml/2006/main">
            <a:off x="7191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1" name="diagram-47">
            <a:extLst xmlns:a="http://schemas.openxmlformats.org/drawingml/2006/main">
              <a:ext uri="{FF2B5EF4-FFF2-40B4-BE49-F238E27FC236}">
                <a16:creationId xmlns:a16="http://schemas.microsoft.com/office/drawing/2014/main" id="{706BAB7B-47FF-49A9-9CAB-1DE0020C24DE}"/>
              </a:ext>
            </a:extLst>
          </p:cNvPr>
          <p:cNvSpPr>
            <a:spLocks xmlns:a="http://schemas.openxmlformats.org/drawingml/2006/main" noGrp="1"/>
          </p:cNvSpPr>
          <p:nvPr/>
        </p:nvSpPr>
        <p:spPr>
          <a:xfrm xmlns:a="http://schemas.openxmlformats.org/drawingml/2006/main">
            <a:off x="5667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2" name="diagram-48">
            <a:extLst xmlns:a="http://schemas.openxmlformats.org/drawingml/2006/main">
              <a:ext uri="{FF2B5EF4-FFF2-40B4-BE49-F238E27FC236}">
                <a16:creationId xmlns:a16="http://schemas.microsoft.com/office/drawing/2014/main" id="{02EB8DAF-AA98-4A49-9D1C-871A2BAAD271}"/>
              </a:ext>
            </a:extLst>
          </p:cNvPr>
          <p:cNvSpPr>
            <a:spLocks xmlns:a="http://schemas.openxmlformats.org/drawingml/2006/main" noGrp="1"/>
          </p:cNvSpPr>
          <p:nvPr/>
        </p:nvSpPr>
        <p:spPr>
          <a:xfrm xmlns:a="http://schemas.openxmlformats.org/drawingml/2006/main">
            <a:off x="6048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3" name="diagram-49">
            <a:extLst xmlns:a="http://schemas.openxmlformats.org/drawingml/2006/main">
              <a:ext uri="{FF2B5EF4-FFF2-40B4-BE49-F238E27FC236}">
                <a16:creationId xmlns:a16="http://schemas.microsoft.com/office/drawing/2014/main" id="{9AED4D80-B1F7-4225-9F66-7FCDB80F9956}"/>
              </a:ext>
            </a:extLst>
          </p:cNvPr>
          <p:cNvSpPr>
            <a:spLocks xmlns:a="http://schemas.openxmlformats.org/drawingml/2006/main" noGrp="1"/>
          </p:cNvSpPr>
          <p:nvPr/>
        </p:nvSpPr>
        <p:spPr>
          <a:xfrm xmlns:a="http://schemas.openxmlformats.org/drawingml/2006/main">
            <a:off x="6429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4" name="diagram-50">
            <a:extLst xmlns:a="http://schemas.openxmlformats.org/drawingml/2006/main">
              <a:ext uri="{FF2B5EF4-FFF2-40B4-BE49-F238E27FC236}">
                <a16:creationId xmlns:a16="http://schemas.microsoft.com/office/drawing/2014/main" id="{6248FA94-7A25-4C2B-AFBB-E4F8FBA2BDB2}"/>
              </a:ext>
            </a:extLst>
          </p:cNvPr>
          <p:cNvSpPr>
            <a:spLocks xmlns:a="http://schemas.openxmlformats.org/drawingml/2006/main" noGrp="1"/>
          </p:cNvSpPr>
          <p:nvPr/>
        </p:nvSpPr>
        <p:spPr>
          <a:xfrm xmlns:a="http://schemas.openxmlformats.org/drawingml/2006/main">
            <a:off x="6810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5" name="diagram-51">
            <a:extLst xmlns:a="http://schemas.openxmlformats.org/drawingml/2006/main">
              <a:ext uri="{FF2B5EF4-FFF2-40B4-BE49-F238E27FC236}">
                <a16:creationId xmlns:a16="http://schemas.microsoft.com/office/drawing/2014/main" id="{F5AA583F-9447-4DC9-B7C5-78E16EEA689A}"/>
              </a:ext>
            </a:extLst>
          </p:cNvPr>
          <p:cNvSpPr>
            <a:spLocks xmlns:a="http://schemas.openxmlformats.org/drawingml/2006/main" noGrp="1"/>
          </p:cNvSpPr>
          <p:nvPr/>
        </p:nvSpPr>
        <p:spPr>
          <a:xfrm xmlns:a="http://schemas.openxmlformats.org/drawingml/2006/main">
            <a:off x="7191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6" name="diagram-52">
            <a:extLst xmlns:a="http://schemas.openxmlformats.org/drawingml/2006/main">
              <a:ext uri="{FF2B5EF4-FFF2-40B4-BE49-F238E27FC236}">
                <a16:creationId xmlns:a16="http://schemas.microsoft.com/office/drawing/2014/main" id="{E5260456-0A32-412D-8188-A915FEAA5FBB}"/>
              </a:ext>
            </a:extLst>
          </p:cNvPr>
          <p:cNvSpPr>
            <a:spLocks xmlns:a="http://schemas.openxmlformats.org/drawingml/2006/main" noGrp="1"/>
          </p:cNvSpPr>
          <p:nvPr/>
        </p:nvSpPr>
        <p:spPr>
          <a:xfrm xmlns:a="http://schemas.openxmlformats.org/drawingml/2006/main">
            <a:off x="8572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7" name="diagram-53">
            <a:extLst xmlns:a="http://schemas.openxmlformats.org/drawingml/2006/main">
              <a:ext uri="{FF2B5EF4-FFF2-40B4-BE49-F238E27FC236}">
                <a16:creationId xmlns:a16="http://schemas.microsoft.com/office/drawing/2014/main" id="{5CE7D506-0FD7-47AD-81D0-6B5DEDEF535E}"/>
              </a:ext>
            </a:extLst>
          </p:cNvPr>
          <p:cNvSpPr>
            <a:spLocks xmlns:a="http://schemas.openxmlformats.org/drawingml/2006/main" noGrp="1"/>
          </p:cNvSpPr>
          <p:nvPr/>
        </p:nvSpPr>
        <p:spPr>
          <a:xfrm xmlns:a="http://schemas.openxmlformats.org/drawingml/2006/main">
            <a:off x="8953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8" name="diagram-54">
            <a:extLst xmlns:a="http://schemas.openxmlformats.org/drawingml/2006/main">
              <a:ext uri="{FF2B5EF4-FFF2-40B4-BE49-F238E27FC236}">
                <a16:creationId xmlns:a16="http://schemas.microsoft.com/office/drawing/2014/main" id="{FEB849C7-6CD7-4CD8-9FED-4EB6721A5579}"/>
              </a:ext>
            </a:extLst>
          </p:cNvPr>
          <p:cNvSpPr>
            <a:spLocks xmlns:a="http://schemas.openxmlformats.org/drawingml/2006/main" noGrp="1"/>
          </p:cNvSpPr>
          <p:nvPr/>
        </p:nvSpPr>
        <p:spPr>
          <a:xfrm xmlns:a="http://schemas.openxmlformats.org/drawingml/2006/main">
            <a:off x="9334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9" name="diagram-55">
            <a:extLst xmlns:a="http://schemas.openxmlformats.org/drawingml/2006/main">
              <a:ext uri="{FF2B5EF4-FFF2-40B4-BE49-F238E27FC236}">
                <a16:creationId xmlns:a16="http://schemas.microsoft.com/office/drawing/2014/main" id="{AA002A25-3459-4F64-94EC-2703F3713DD3}"/>
              </a:ext>
            </a:extLst>
          </p:cNvPr>
          <p:cNvSpPr>
            <a:spLocks xmlns:a="http://schemas.openxmlformats.org/drawingml/2006/main" noGrp="1"/>
          </p:cNvSpPr>
          <p:nvPr/>
        </p:nvSpPr>
        <p:spPr>
          <a:xfrm xmlns:a="http://schemas.openxmlformats.org/drawingml/2006/main">
            <a:off x="9715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0" name="diagram-56">
            <a:extLst xmlns:a="http://schemas.openxmlformats.org/drawingml/2006/main">
              <a:ext uri="{FF2B5EF4-FFF2-40B4-BE49-F238E27FC236}">
                <a16:creationId xmlns:a16="http://schemas.microsoft.com/office/drawing/2014/main" id="{0036B6B2-CE16-46FA-998B-CDB5B11EB0E2}"/>
              </a:ext>
            </a:extLst>
          </p:cNvPr>
          <p:cNvSpPr>
            <a:spLocks xmlns:a="http://schemas.openxmlformats.org/drawingml/2006/main" noGrp="1"/>
          </p:cNvSpPr>
          <p:nvPr/>
        </p:nvSpPr>
        <p:spPr>
          <a:xfrm xmlns:a="http://schemas.openxmlformats.org/drawingml/2006/main">
            <a:off x="10096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1" name="diagram-57">
            <a:extLst xmlns:a="http://schemas.openxmlformats.org/drawingml/2006/main">
              <a:ext uri="{FF2B5EF4-FFF2-40B4-BE49-F238E27FC236}">
                <a16:creationId xmlns:a16="http://schemas.microsoft.com/office/drawing/2014/main" id="{2183B446-4CC5-43AF-A04B-2D82A9B3BC53}"/>
              </a:ext>
            </a:extLst>
          </p:cNvPr>
          <p:cNvSpPr>
            <a:spLocks xmlns:a="http://schemas.openxmlformats.org/drawingml/2006/main" noGrp="1"/>
          </p:cNvSpPr>
          <p:nvPr/>
        </p:nvSpPr>
        <p:spPr>
          <a:xfrm xmlns:a="http://schemas.openxmlformats.org/drawingml/2006/main">
            <a:off x="8572500" y="298132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42" name="diagram-58">
            <a:extLst xmlns:a="http://schemas.openxmlformats.org/drawingml/2006/main">
              <a:ext uri="{FF2B5EF4-FFF2-40B4-BE49-F238E27FC236}">
                <a16:creationId xmlns:a16="http://schemas.microsoft.com/office/drawing/2014/main" id="{77344C2F-2C70-4806-9724-34A2E502DFCF}"/>
              </a:ext>
            </a:extLst>
          </p:cNvPr>
          <p:cNvSpPr>
            <a:spLocks xmlns:a="http://schemas.openxmlformats.org/drawingml/2006/main" noGrp="1"/>
          </p:cNvSpPr>
          <p:nvPr/>
        </p:nvSpPr>
        <p:spPr>
          <a:xfrm xmlns:a="http://schemas.openxmlformats.org/drawingml/2006/main">
            <a:off x="8953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3" name="diagram-59">
            <a:extLst xmlns:a="http://schemas.openxmlformats.org/drawingml/2006/main">
              <a:ext uri="{FF2B5EF4-FFF2-40B4-BE49-F238E27FC236}">
                <a16:creationId xmlns:a16="http://schemas.microsoft.com/office/drawing/2014/main" id="{426F2CBB-03CF-458C-B2D8-A0B1E3EE31DF}"/>
              </a:ext>
            </a:extLst>
          </p:cNvPr>
          <p:cNvSpPr>
            <a:spLocks xmlns:a="http://schemas.openxmlformats.org/drawingml/2006/main" noGrp="1"/>
          </p:cNvSpPr>
          <p:nvPr/>
        </p:nvSpPr>
        <p:spPr>
          <a:xfrm xmlns:a="http://schemas.openxmlformats.org/drawingml/2006/main">
            <a:off x="9334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4" name="diagram-60">
            <a:extLst xmlns:a="http://schemas.openxmlformats.org/drawingml/2006/main">
              <a:ext uri="{FF2B5EF4-FFF2-40B4-BE49-F238E27FC236}">
                <a16:creationId xmlns:a16="http://schemas.microsoft.com/office/drawing/2014/main" id="{481B52DB-8C6A-44D5-AE04-3AAEC36CA2C0}"/>
              </a:ext>
            </a:extLst>
          </p:cNvPr>
          <p:cNvSpPr>
            <a:spLocks xmlns:a="http://schemas.openxmlformats.org/drawingml/2006/main" noGrp="1"/>
          </p:cNvSpPr>
          <p:nvPr/>
        </p:nvSpPr>
        <p:spPr>
          <a:xfrm xmlns:a="http://schemas.openxmlformats.org/drawingml/2006/main">
            <a:off x="9715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5" name="diagram-61">
            <a:extLst xmlns:a="http://schemas.openxmlformats.org/drawingml/2006/main">
              <a:ext uri="{FF2B5EF4-FFF2-40B4-BE49-F238E27FC236}">
                <a16:creationId xmlns:a16="http://schemas.microsoft.com/office/drawing/2014/main" id="{A50F1563-4E5D-4F67-80D7-B0FB25BC90C0}"/>
              </a:ext>
            </a:extLst>
          </p:cNvPr>
          <p:cNvSpPr>
            <a:spLocks xmlns:a="http://schemas.openxmlformats.org/drawingml/2006/main" noGrp="1"/>
          </p:cNvSpPr>
          <p:nvPr/>
        </p:nvSpPr>
        <p:spPr>
          <a:xfrm xmlns:a="http://schemas.openxmlformats.org/drawingml/2006/main">
            <a:off x="10096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6" name="diagram-62">
            <a:extLst xmlns:a="http://schemas.openxmlformats.org/drawingml/2006/main">
              <a:ext uri="{FF2B5EF4-FFF2-40B4-BE49-F238E27FC236}">
                <a16:creationId xmlns:a16="http://schemas.microsoft.com/office/drawing/2014/main" id="{2DF0E320-A7DF-4F8B-9C3B-7A20CBABAF2C}"/>
              </a:ext>
            </a:extLst>
          </p:cNvPr>
          <p:cNvSpPr>
            <a:spLocks xmlns:a="http://schemas.openxmlformats.org/drawingml/2006/main" noGrp="1"/>
          </p:cNvSpPr>
          <p:nvPr/>
        </p:nvSpPr>
        <p:spPr>
          <a:xfrm xmlns:a="http://schemas.openxmlformats.org/drawingml/2006/main">
            <a:off x="8572500"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7" name="diagram-63">
            <a:extLst xmlns:a="http://schemas.openxmlformats.org/drawingml/2006/main">
              <a:ext uri="{FF2B5EF4-FFF2-40B4-BE49-F238E27FC236}">
                <a16:creationId xmlns:a16="http://schemas.microsoft.com/office/drawing/2014/main" id="{0BE8CB26-7254-495E-89A3-0065B7287915}"/>
              </a:ext>
            </a:extLst>
          </p:cNvPr>
          <p:cNvSpPr>
            <a:spLocks xmlns:a="http://schemas.openxmlformats.org/drawingml/2006/main" noGrp="1"/>
          </p:cNvSpPr>
          <p:nvPr/>
        </p:nvSpPr>
        <p:spPr>
          <a:xfrm xmlns:a="http://schemas.openxmlformats.org/drawingml/2006/main">
            <a:off x="8953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8" name="diagram-64">
            <a:extLst xmlns:a="http://schemas.openxmlformats.org/drawingml/2006/main">
              <a:ext uri="{FF2B5EF4-FFF2-40B4-BE49-F238E27FC236}">
                <a16:creationId xmlns:a16="http://schemas.microsoft.com/office/drawing/2014/main" id="{FDAC6399-253E-4417-9574-4D3A3AEBFC1D}"/>
              </a:ext>
            </a:extLst>
          </p:cNvPr>
          <p:cNvSpPr>
            <a:spLocks xmlns:a="http://schemas.openxmlformats.org/drawingml/2006/main" noGrp="1"/>
          </p:cNvSpPr>
          <p:nvPr/>
        </p:nvSpPr>
        <p:spPr>
          <a:xfrm xmlns:a="http://schemas.openxmlformats.org/drawingml/2006/main">
            <a:off x="9334500"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9" name="diagram-65">
            <a:extLst xmlns:a="http://schemas.openxmlformats.org/drawingml/2006/main">
              <a:ext uri="{FF2B5EF4-FFF2-40B4-BE49-F238E27FC236}">
                <a16:creationId xmlns:a16="http://schemas.microsoft.com/office/drawing/2014/main" id="{1B7CD15E-CBD6-427E-A83F-C6FA3E84C00B}"/>
              </a:ext>
            </a:extLst>
          </p:cNvPr>
          <p:cNvSpPr>
            <a:spLocks xmlns:a="http://schemas.openxmlformats.org/drawingml/2006/main" noGrp="1"/>
          </p:cNvSpPr>
          <p:nvPr/>
        </p:nvSpPr>
        <p:spPr>
          <a:xfrm xmlns:a="http://schemas.openxmlformats.org/drawingml/2006/main">
            <a:off x="9715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0" name="diagram-66">
            <a:extLst xmlns:a="http://schemas.openxmlformats.org/drawingml/2006/main">
              <a:ext uri="{FF2B5EF4-FFF2-40B4-BE49-F238E27FC236}">
                <a16:creationId xmlns:a16="http://schemas.microsoft.com/office/drawing/2014/main" id="{AB6B851E-811C-4483-B7BA-CFC6EB32B8D1}"/>
              </a:ext>
            </a:extLst>
          </p:cNvPr>
          <p:cNvSpPr>
            <a:spLocks xmlns:a="http://schemas.openxmlformats.org/drawingml/2006/main" noGrp="1"/>
          </p:cNvSpPr>
          <p:nvPr/>
        </p:nvSpPr>
        <p:spPr>
          <a:xfrm xmlns:a="http://schemas.openxmlformats.org/drawingml/2006/main">
            <a:off x="10096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1" name="diagram-67">
            <a:extLst xmlns:a="http://schemas.openxmlformats.org/drawingml/2006/main">
              <a:ext uri="{FF2B5EF4-FFF2-40B4-BE49-F238E27FC236}">
                <a16:creationId xmlns:a16="http://schemas.microsoft.com/office/drawing/2014/main" id="{7186A3C6-E7F6-45AA-BE2F-6CAF8836497E}"/>
              </a:ext>
            </a:extLst>
          </p:cNvPr>
          <p:cNvSpPr>
            <a:spLocks xmlns:a="http://schemas.openxmlformats.org/drawingml/2006/main" noGrp="1"/>
          </p:cNvSpPr>
          <p:nvPr/>
        </p:nvSpPr>
        <p:spPr>
          <a:xfrm xmlns:a="http://schemas.openxmlformats.org/drawingml/2006/main">
            <a:off x="8572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2" name="diagram-68">
            <a:extLst xmlns:a="http://schemas.openxmlformats.org/drawingml/2006/main">
              <a:ext uri="{FF2B5EF4-FFF2-40B4-BE49-F238E27FC236}">
                <a16:creationId xmlns:a16="http://schemas.microsoft.com/office/drawing/2014/main" id="{4A5D6380-E829-4C7E-BCE5-201949A38136}"/>
              </a:ext>
            </a:extLst>
          </p:cNvPr>
          <p:cNvSpPr>
            <a:spLocks xmlns:a="http://schemas.openxmlformats.org/drawingml/2006/main" noGrp="1"/>
          </p:cNvSpPr>
          <p:nvPr/>
        </p:nvSpPr>
        <p:spPr>
          <a:xfrm xmlns:a="http://schemas.openxmlformats.org/drawingml/2006/main">
            <a:off x="8953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3" name="diagram-69">
            <a:extLst xmlns:a="http://schemas.openxmlformats.org/drawingml/2006/main">
              <a:ext uri="{FF2B5EF4-FFF2-40B4-BE49-F238E27FC236}">
                <a16:creationId xmlns:a16="http://schemas.microsoft.com/office/drawing/2014/main" id="{85D434BA-923C-4709-8B5D-1E11967394C4}"/>
              </a:ext>
            </a:extLst>
          </p:cNvPr>
          <p:cNvSpPr>
            <a:spLocks xmlns:a="http://schemas.openxmlformats.org/drawingml/2006/main" noGrp="1"/>
          </p:cNvSpPr>
          <p:nvPr/>
        </p:nvSpPr>
        <p:spPr>
          <a:xfrm xmlns:a="http://schemas.openxmlformats.org/drawingml/2006/main">
            <a:off x="9334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4" name="diagram-70">
            <a:extLst xmlns:a="http://schemas.openxmlformats.org/drawingml/2006/main">
              <a:ext uri="{FF2B5EF4-FFF2-40B4-BE49-F238E27FC236}">
                <a16:creationId xmlns:a16="http://schemas.microsoft.com/office/drawing/2014/main" id="{7BB03785-E2AE-42A3-BD1D-591657AF1A10}"/>
              </a:ext>
            </a:extLst>
          </p:cNvPr>
          <p:cNvSpPr>
            <a:spLocks xmlns:a="http://schemas.openxmlformats.org/drawingml/2006/main" noGrp="1"/>
          </p:cNvSpPr>
          <p:nvPr/>
        </p:nvSpPr>
        <p:spPr>
          <a:xfrm xmlns:a="http://schemas.openxmlformats.org/drawingml/2006/main">
            <a:off x="9715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5" name="diagram-71">
            <a:extLst xmlns:a="http://schemas.openxmlformats.org/drawingml/2006/main">
              <a:ext uri="{FF2B5EF4-FFF2-40B4-BE49-F238E27FC236}">
                <a16:creationId xmlns:a16="http://schemas.microsoft.com/office/drawing/2014/main" id="{30F0F25E-3F69-4E55-8F53-E6621DA548C2}"/>
              </a:ext>
            </a:extLst>
          </p:cNvPr>
          <p:cNvSpPr>
            <a:spLocks xmlns:a="http://schemas.openxmlformats.org/drawingml/2006/main" noGrp="1"/>
          </p:cNvSpPr>
          <p:nvPr/>
        </p:nvSpPr>
        <p:spPr>
          <a:xfrm xmlns:a="http://schemas.openxmlformats.org/drawingml/2006/main">
            <a:off x="10096500"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6" name="diagram-72">
            <a:extLst xmlns:a="http://schemas.openxmlformats.org/drawingml/2006/main">
              <a:ext uri="{FF2B5EF4-FFF2-40B4-BE49-F238E27FC236}">
                <a16:creationId xmlns:a16="http://schemas.microsoft.com/office/drawing/2014/main" id="{2E13DC16-E203-4D5F-BF34-074E02C93B33}"/>
              </a:ext>
            </a:extLst>
          </p:cNvPr>
          <p:cNvSpPr>
            <a:spLocks xmlns:a="http://schemas.openxmlformats.org/drawingml/2006/main" noGrp="1"/>
          </p:cNvSpPr>
          <p:nvPr/>
        </p:nvSpPr>
        <p:spPr>
          <a:xfrm xmlns:a="http://schemas.openxmlformats.org/drawingml/2006/main">
            <a:off x="8572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7" name="diagram-73">
            <a:extLst xmlns:a="http://schemas.openxmlformats.org/drawingml/2006/main">
              <a:ext uri="{FF2B5EF4-FFF2-40B4-BE49-F238E27FC236}">
                <a16:creationId xmlns:a16="http://schemas.microsoft.com/office/drawing/2014/main" id="{729D2EA4-B75F-4C66-8B5D-895D524C4728}"/>
              </a:ext>
            </a:extLst>
          </p:cNvPr>
          <p:cNvSpPr>
            <a:spLocks xmlns:a="http://schemas.openxmlformats.org/drawingml/2006/main" noGrp="1"/>
          </p:cNvSpPr>
          <p:nvPr/>
        </p:nvSpPr>
        <p:spPr>
          <a:xfrm xmlns:a="http://schemas.openxmlformats.org/drawingml/2006/main">
            <a:off x="8953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8" name="diagram-74">
            <a:extLst xmlns:a="http://schemas.openxmlformats.org/drawingml/2006/main">
              <a:ext uri="{FF2B5EF4-FFF2-40B4-BE49-F238E27FC236}">
                <a16:creationId xmlns:a16="http://schemas.microsoft.com/office/drawing/2014/main" id="{38FDF339-1152-46B8-9C1D-67B3AD62DF1B}"/>
              </a:ext>
            </a:extLst>
          </p:cNvPr>
          <p:cNvSpPr>
            <a:spLocks xmlns:a="http://schemas.openxmlformats.org/drawingml/2006/main" noGrp="1"/>
          </p:cNvSpPr>
          <p:nvPr/>
        </p:nvSpPr>
        <p:spPr>
          <a:xfrm xmlns:a="http://schemas.openxmlformats.org/drawingml/2006/main">
            <a:off x="9334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9" name="diagram-75">
            <a:extLst xmlns:a="http://schemas.openxmlformats.org/drawingml/2006/main">
              <a:ext uri="{FF2B5EF4-FFF2-40B4-BE49-F238E27FC236}">
                <a16:creationId xmlns:a16="http://schemas.microsoft.com/office/drawing/2014/main" id="{9C5F0A20-A168-4DFA-8659-B94CFAAB15DB}"/>
              </a:ext>
            </a:extLst>
          </p:cNvPr>
          <p:cNvSpPr>
            <a:spLocks xmlns:a="http://schemas.openxmlformats.org/drawingml/2006/main" noGrp="1"/>
          </p:cNvSpPr>
          <p:nvPr/>
        </p:nvSpPr>
        <p:spPr>
          <a:xfrm xmlns:a="http://schemas.openxmlformats.org/drawingml/2006/main">
            <a:off x="9715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60" name="diagram-76">
            <a:extLst xmlns:a="http://schemas.openxmlformats.org/drawingml/2006/main">
              <a:ext uri="{FF2B5EF4-FFF2-40B4-BE49-F238E27FC236}">
                <a16:creationId xmlns:a16="http://schemas.microsoft.com/office/drawing/2014/main" id="{2F41CA7E-15C2-434D-8036-2D7423EF28B9}"/>
              </a:ext>
            </a:extLst>
          </p:cNvPr>
          <p:cNvSpPr>
            <a:spLocks xmlns:a="http://schemas.openxmlformats.org/drawingml/2006/main" noGrp="1"/>
          </p:cNvSpPr>
          <p:nvPr/>
        </p:nvSpPr>
        <p:spPr>
          <a:xfrm xmlns:a="http://schemas.openxmlformats.org/drawingml/2006/main">
            <a:off x="10096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61" name="flow-77">
            <a:extLst xmlns:a="http://schemas.openxmlformats.org/drawingml/2006/main">
              <a:ext uri="{FF2B5EF4-FFF2-40B4-BE49-F238E27FC236}">
                <a16:creationId xmlns:a16="http://schemas.microsoft.com/office/drawing/2014/main" id="{B477AC5D-DAD5-46E4-8325-42BE577C39AB}"/>
              </a:ext>
            </a:extLst>
          </p:cNvPr>
          <p:cNvSpPr>
            <a:spLocks xmlns:a="http://schemas.openxmlformats.org/drawingml/2006/main" noGrp="1"/>
          </p:cNvSpPr>
          <p:nvPr/>
        </p:nvSpPr>
        <p:spPr>
          <a:xfrm xmlns:a="http://schemas.openxmlformats.org/drawingml/2006/main">
            <a:off x="7781925" y="3352800"/>
            <a:ext cx="571500" cy="26670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62" name="text-78">
            <a:extLst xmlns:a="http://schemas.openxmlformats.org/drawingml/2006/main">
              <a:ext uri="{FF2B5EF4-FFF2-40B4-BE49-F238E27FC236}">
                <a16:creationId xmlns:a16="http://schemas.microsoft.com/office/drawing/2014/main" id="{025C4EB5-AF48-4616-895A-4C198AE7A23B}"/>
              </a:ext>
            </a:extLst>
          </p:cNvPr>
          <p:cNvSpPr>
            <a:spLocks xmlns:a="http://schemas.openxmlformats.org/drawingml/2006/main" noGrp="1"/>
          </p:cNvSpPr>
          <p:nvPr/>
        </p:nvSpPr>
        <p:spPr>
          <a:xfrm xmlns:a="http://schemas.openxmlformats.org/drawingml/2006/main">
            <a:off x="5505450" y="46958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950" b="0">
                <a:solidFill>
                  <a:srgbClr val="087E8B"/>
                </a:solidFill>
                <a:latin typeface="Arial"/>
                <a:ea typeface="Arial"/>
                <a:cs typeface="Arial"/>
              </a:defRPr>
            </a:pPr>
            <a:r>
              <a:rPr sz="1950" b="0">
                <a:solidFill>
                  <a:srgbClr val="087E8B"/>
                </a:solidFill>
                <a:latin typeface="Arial"/>
                <a:ea typeface="Arial"/>
                <a:cs typeface="Arial"/>
              </a:rPr>
              <a:t>Output (0, 1) samples input (3, 0)</a:t>
            </a:r>
          </a:p>
        </p:txBody>
      </p:sp>
      <p:sp>
        <p:nvSpPr>
          <p:cNvPr id="63" name="text-79">
            <a:extLst xmlns:a="http://schemas.openxmlformats.org/drawingml/2006/main">
              <a:ext uri="{FF2B5EF4-FFF2-40B4-BE49-F238E27FC236}">
                <a16:creationId xmlns:a16="http://schemas.microsoft.com/office/drawing/2014/main" id="{7946AB2C-998F-4326-B7F1-658FFE8377CB}"/>
              </a:ext>
            </a:extLst>
          </p:cNvPr>
          <p:cNvSpPr>
            <a:spLocks xmlns:a="http://schemas.openxmlformats.org/drawingml/2006/main" noGrp="1"/>
          </p:cNvSpPr>
          <p:nvPr/>
        </p:nvSpPr>
        <p:spPr>
          <a:xfrm xmlns:a="http://schemas.openxmlformats.org/drawingml/2006/main">
            <a:off x="571500" y="57435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Arial"/>
                <a:ea typeface="Arial"/>
                <a:cs typeface="Arial"/>
              </a:defRPr>
            </a:pPr>
            <a:r>
              <a:rPr sz="1800" b="0">
                <a:solidFill>
                  <a:srgbClr val="142B3F"/>
                </a:solidFill>
                <a:latin typeface="Arial"/>
                <a:ea typeface="Arial"/>
                <a:cs typeface="Arial"/>
              </a:rPr>
              <a:t>Inverse mapping about the centre. Nearest neighbour. Fixed canvas. Black outside.</a:t>
            </a:r>
          </a:p>
        </p:txBody>
      </p:sp>
    </p:spTree>
    <p:extLst>
      <p:ext uri="{BB962C8B-B14F-4D97-AF65-F5344CB8AC3E}">
        <p14:creationId xmlns:p14="http://schemas.microsoft.com/office/powerpoint/2010/main" val="1752680392"/>
      </p:ext>
    </p:extLst>
  </p:cSld>
</p:sld>
</file>

<file path=ppt/slides/slide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308" name="text-80">
            <a:extLst xmlns:a="http://schemas.openxmlformats.org/drawingml/2006/main">
              <a:ext uri="{FF2B5EF4-FFF2-40B4-BE49-F238E27FC236}">
                <a16:creationId xmlns:a16="http://schemas.microsoft.com/office/drawing/2014/main" id="{2BC58CBB-9564-4752-8AF2-C22863673140}"/>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Threads, blocks and the image grid</a:t>
            </a:r>
          </a:p>
        </p:txBody>
      </p:sp>
      <p:sp>
        <p:nvSpPr>
          <p:cNvPr id="2" name="text-81">
            <a:extLst xmlns:a="http://schemas.openxmlformats.org/drawingml/2006/main">
              <a:ext uri="{FF2B5EF4-FFF2-40B4-BE49-F238E27FC236}">
                <a16:creationId xmlns:a16="http://schemas.microsoft.com/office/drawing/2014/main" id="{8416FC19-07F4-4B1D-A958-6ADF8CAE42C0}"/>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Full references in appendix and companion PDF.</a:t>
            </a:r>
          </a:p>
        </p:txBody>
      </p:sp>
      <p:sp>
        <p:nvSpPr>
          <p:cNvPr id="3" name="text-82">
            <a:extLst xmlns:a="http://schemas.openxmlformats.org/drawingml/2006/main">
              <a:ext uri="{FF2B5EF4-FFF2-40B4-BE49-F238E27FC236}">
                <a16:creationId xmlns:a16="http://schemas.microsoft.com/office/drawing/2014/main" id="{CA3E7674-57F9-4C8A-9618-A54016CF6ABD}"/>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3</a:t>
            </a:r>
          </a:p>
        </p:txBody>
      </p:sp>
      <p:sp>
        <p:nvSpPr>
          <p:cNvPr id="4" name="text-83">
            <a:extLst xmlns:a="http://schemas.openxmlformats.org/drawingml/2006/main">
              <a:ext uri="{FF2B5EF4-FFF2-40B4-BE49-F238E27FC236}">
                <a16:creationId xmlns:a16="http://schemas.microsoft.com/office/drawing/2014/main" id="{B86F7AF7-C29B-45D6-8348-6B92633D5466}"/>
              </a:ext>
            </a:extLst>
          </p:cNvPr>
          <p:cNvSpPr>
            <a:spLocks xmlns:a="http://schemas.openxmlformats.org/drawingml/2006/main" noGrp="1"/>
          </p:cNvSpPr>
          <p:nvPr/>
        </p:nvSpPr>
        <p:spPr>
          <a:xfrm xmlns:a="http://schemas.openxmlformats.org/drawingml/2006/main">
            <a:off x="571500" y="16668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64 × 64 blocks</a:t>
            </a:r>
          </a:p>
        </p:txBody>
      </p:sp>
      <p:sp>
        <p:nvSpPr>
          <p:cNvPr id="5" name="text-84">
            <a:extLst xmlns:a="http://schemas.openxmlformats.org/drawingml/2006/main">
              <a:ext uri="{FF2B5EF4-FFF2-40B4-BE49-F238E27FC236}">
                <a16:creationId xmlns:a16="http://schemas.microsoft.com/office/drawing/2014/main" id="{9B0F65B6-A815-4967-9FBC-54D384614DB7}"/>
              </a:ext>
            </a:extLst>
          </p:cNvPr>
          <p:cNvSpPr>
            <a:spLocks xmlns:a="http://schemas.openxmlformats.org/drawingml/2006/main" noGrp="1"/>
          </p:cNvSpPr>
          <p:nvPr/>
        </p:nvSpPr>
        <p:spPr>
          <a:xfrm xmlns:a="http://schemas.openxmlformats.org/drawingml/2006/main">
            <a:off x="571500" y="20955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Grid view is schematic</a:t>
            </a:r>
          </a:p>
        </p:txBody>
      </p:sp>
      <p:sp>
        <p:nvSpPr>
          <p:cNvPr id="6" name="diagram-85">
            <a:extLst xmlns:a="http://schemas.openxmlformats.org/drawingml/2006/main">
              <a:ext uri="{FF2B5EF4-FFF2-40B4-BE49-F238E27FC236}">
                <a16:creationId xmlns:a16="http://schemas.microsoft.com/office/drawing/2014/main" id="{F221BF2C-E545-42B4-8F3D-FD60AE01C6CB}"/>
              </a:ext>
            </a:extLst>
          </p:cNvPr>
          <p:cNvSpPr>
            <a:spLocks xmlns:a="http://schemas.openxmlformats.org/drawingml/2006/main" noGrp="1"/>
          </p:cNvSpPr>
          <p:nvPr/>
        </p:nvSpPr>
        <p:spPr>
          <a:xfrm xmlns:a="http://schemas.openxmlformats.org/drawingml/2006/main">
            <a:off x="619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 name="diagram-86">
            <a:extLst xmlns:a="http://schemas.openxmlformats.org/drawingml/2006/main">
              <a:ext uri="{FF2B5EF4-FFF2-40B4-BE49-F238E27FC236}">
                <a16:creationId xmlns:a16="http://schemas.microsoft.com/office/drawing/2014/main" id="{848DF289-528D-45F4-8A09-B7DF3F6263D8}"/>
              </a:ext>
            </a:extLst>
          </p:cNvPr>
          <p:cNvSpPr>
            <a:spLocks xmlns:a="http://schemas.openxmlformats.org/drawingml/2006/main" noGrp="1"/>
          </p:cNvSpPr>
          <p:nvPr/>
        </p:nvSpPr>
        <p:spPr>
          <a:xfrm xmlns:a="http://schemas.openxmlformats.org/drawingml/2006/main">
            <a:off x="1000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 name="diagram-87">
            <a:extLst xmlns:a="http://schemas.openxmlformats.org/drawingml/2006/main">
              <a:ext uri="{FF2B5EF4-FFF2-40B4-BE49-F238E27FC236}">
                <a16:creationId xmlns:a16="http://schemas.microsoft.com/office/drawing/2014/main" id="{475BD159-68E0-4DBD-87B6-8E905EB45BD6}"/>
              </a:ext>
            </a:extLst>
          </p:cNvPr>
          <p:cNvSpPr>
            <a:spLocks xmlns:a="http://schemas.openxmlformats.org/drawingml/2006/main" noGrp="1"/>
          </p:cNvSpPr>
          <p:nvPr/>
        </p:nvSpPr>
        <p:spPr>
          <a:xfrm xmlns:a="http://schemas.openxmlformats.org/drawingml/2006/main">
            <a:off x="1381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 name="diagram-88">
            <a:extLst xmlns:a="http://schemas.openxmlformats.org/drawingml/2006/main">
              <a:ext uri="{FF2B5EF4-FFF2-40B4-BE49-F238E27FC236}">
                <a16:creationId xmlns:a16="http://schemas.microsoft.com/office/drawing/2014/main" id="{4DAD5A19-8EC3-4FFA-B804-45D6B9A902AC}"/>
              </a:ext>
            </a:extLst>
          </p:cNvPr>
          <p:cNvSpPr>
            <a:spLocks xmlns:a="http://schemas.openxmlformats.org/drawingml/2006/main" noGrp="1"/>
          </p:cNvSpPr>
          <p:nvPr/>
        </p:nvSpPr>
        <p:spPr>
          <a:xfrm xmlns:a="http://schemas.openxmlformats.org/drawingml/2006/main">
            <a:off x="1762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 name="diagram-89">
            <a:extLst xmlns:a="http://schemas.openxmlformats.org/drawingml/2006/main">
              <a:ext uri="{FF2B5EF4-FFF2-40B4-BE49-F238E27FC236}">
                <a16:creationId xmlns:a16="http://schemas.microsoft.com/office/drawing/2014/main" id="{F6F96329-03DD-471A-8E3C-A345DE6A210D}"/>
              </a:ext>
            </a:extLst>
          </p:cNvPr>
          <p:cNvSpPr>
            <a:spLocks xmlns:a="http://schemas.openxmlformats.org/drawingml/2006/main" noGrp="1"/>
          </p:cNvSpPr>
          <p:nvPr/>
        </p:nvSpPr>
        <p:spPr>
          <a:xfrm xmlns:a="http://schemas.openxmlformats.org/drawingml/2006/main">
            <a:off x="2143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 name="diagram-90">
            <a:extLst xmlns:a="http://schemas.openxmlformats.org/drawingml/2006/main">
              <a:ext uri="{FF2B5EF4-FFF2-40B4-BE49-F238E27FC236}">
                <a16:creationId xmlns:a16="http://schemas.microsoft.com/office/drawing/2014/main" id="{E49286E5-4BB4-4080-8D38-712D776C79EA}"/>
              </a:ext>
            </a:extLst>
          </p:cNvPr>
          <p:cNvSpPr>
            <a:spLocks xmlns:a="http://schemas.openxmlformats.org/drawingml/2006/main" noGrp="1"/>
          </p:cNvSpPr>
          <p:nvPr/>
        </p:nvSpPr>
        <p:spPr>
          <a:xfrm xmlns:a="http://schemas.openxmlformats.org/drawingml/2006/main">
            <a:off x="2524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 name="diagram-91">
            <a:extLst xmlns:a="http://schemas.openxmlformats.org/drawingml/2006/main">
              <a:ext uri="{FF2B5EF4-FFF2-40B4-BE49-F238E27FC236}">
                <a16:creationId xmlns:a16="http://schemas.microsoft.com/office/drawing/2014/main" id="{90B146D2-F6CF-4874-9B7D-766358FF7016}"/>
              </a:ext>
            </a:extLst>
          </p:cNvPr>
          <p:cNvSpPr>
            <a:spLocks xmlns:a="http://schemas.openxmlformats.org/drawingml/2006/main" noGrp="1"/>
          </p:cNvSpPr>
          <p:nvPr/>
        </p:nvSpPr>
        <p:spPr>
          <a:xfrm xmlns:a="http://schemas.openxmlformats.org/drawingml/2006/main">
            <a:off x="619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 name="diagram-92">
            <a:extLst xmlns:a="http://schemas.openxmlformats.org/drawingml/2006/main">
              <a:ext uri="{FF2B5EF4-FFF2-40B4-BE49-F238E27FC236}">
                <a16:creationId xmlns:a16="http://schemas.microsoft.com/office/drawing/2014/main" id="{7C8B6E65-2E17-4D52-A0A1-144492F1EE53}"/>
              </a:ext>
            </a:extLst>
          </p:cNvPr>
          <p:cNvSpPr>
            <a:spLocks xmlns:a="http://schemas.openxmlformats.org/drawingml/2006/main" noGrp="1"/>
          </p:cNvSpPr>
          <p:nvPr/>
        </p:nvSpPr>
        <p:spPr>
          <a:xfrm xmlns:a="http://schemas.openxmlformats.org/drawingml/2006/main">
            <a:off x="1000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 name="diagram-93">
            <a:extLst xmlns:a="http://schemas.openxmlformats.org/drawingml/2006/main">
              <a:ext uri="{FF2B5EF4-FFF2-40B4-BE49-F238E27FC236}">
                <a16:creationId xmlns:a16="http://schemas.microsoft.com/office/drawing/2014/main" id="{771F2EEC-8838-47D3-BE5C-98F772B8D5F8}"/>
              </a:ext>
            </a:extLst>
          </p:cNvPr>
          <p:cNvSpPr>
            <a:spLocks xmlns:a="http://schemas.openxmlformats.org/drawingml/2006/main" noGrp="1"/>
          </p:cNvSpPr>
          <p:nvPr/>
        </p:nvSpPr>
        <p:spPr>
          <a:xfrm xmlns:a="http://schemas.openxmlformats.org/drawingml/2006/main">
            <a:off x="1381125" y="307657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15" name="diagram-94">
            <a:extLst xmlns:a="http://schemas.openxmlformats.org/drawingml/2006/main">
              <a:ext uri="{FF2B5EF4-FFF2-40B4-BE49-F238E27FC236}">
                <a16:creationId xmlns:a16="http://schemas.microsoft.com/office/drawing/2014/main" id="{C0909EBC-E0DC-491B-A97F-463D8C7E56BB}"/>
              </a:ext>
            </a:extLst>
          </p:cNvPr>
          <p:cNvSpPr>
            <a:spLocks xmlns:a="http://schemas.openxmlformats.org/drawingml/2006/main" noGrp="1"/>
          </p:cNvSpPr>
          <p:nvPr/>
        </p:nvSpPr>
        <p:spPr>
          <a:xfrm xmlns:a="http://schemas.openxmlformats.org/drawingml/2006/main">
            <a:off x="1762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 name="diagram-95">
            <a:extLst xmlns:a="http://schemas.openxmlformats.org/drawingml/2006/main">
              <a:ext uri="{FF2B5EF4-FFF2-40B4-BE49-F238E27FC236}">
                <a16:creationId xmlns:a16="http://schemas.microsoft.com/office/drawing/2014/main" id="{D83AA5B6-7AEE-4007-9D29-8C2BDB94F781}"/>
              </a:ext>
            </a:extLst>
          </p:cNvPr>
          <p:cNvSpPr>
            <a:spLocks xmlns:a="http://schemas.openxmlformats.org/drawingml/2006/main" noGrp="1"/>
          </p:cNvSpPr>
          <p:nvPr/>
        </p:nvSpPr>
        <p:spPr>
          <a:xfrm xmlns:a="http://schemas.openxmlformats.org/drawingml/2006/main">
            <a:off x="2143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 name="diagram-96">
            <a:extLst xmlns:a="http://schemas.openxmlformats.org/drawingml/2006/main">
              <a:ext uri="{FF2B5EF4-FFF2-40B4-BE49-F238E27FC236}">
                <a16:creationId xmlns:a16="http://schemas.microsoft.com/office/drawing/2014/main" id="{981B469B-EB5E-49E3-9301-E0B942463E72}"/>
              </a:ext>
            </a:extLst>
          </p:cNvPr>
          <p:cNvSpPr>
            <a:spLocks xmlns:a="http://schemas.openxmlformats.org/drawingml/2006/main" noGrp="1"/>
          </p:cNvSpPr>
          <p:nvPr/>
        </p:nvSpPr>
        <p:spPr>
          <a:xfrm xmlns:a="http://schemas.openxmlformats.org/drawingml/2006/main">
            <a:off x="2524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 name="diagram-97">
            <a:extLst xmlns:a="http://schemas.openxmlformats.org/drawingml/2006/main">
              <a:ext uri="{FF2B5EF4-FFF2-40B4-BE49-F238E27FC236}">
                <a16:creationId xmlns:a16="http://schemas.microsoft.com/office/drawing/2014/main" id="{3CAB873E-A1F4-46DB-8CEE-0F5DDD3B0F90}"/>
              </a:ext>
            </a:extLst>
          </p:cNvPr>
          <p:cNvSpPr>
            <a:spLocks xmlns:a="http://schemas.openxmlformats.org/drawingml/2006/main" noGrp="1"/>
          </p:cNvSpPr>
          <p:nvPr/>
        </p:nvSpPr>
        <p:spPr>
          <a:xfrm xmlns:a="http://schemas.openxmlformats.org/drawingml/2006/main">
            <a:off x="619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 name="diagram-98">
            <a:extLst xmlns:a="http://schemas.openxmlformats.org/drawingml/2006/main">
              <a:ext uri="{FF2B5EF4-FFF2-40B4-BE49-F238E27FC236}">
                <a16:creationId xmlns:a16="http://schemas.microsoft.com/office/drawing/2014/main" id="{76F789CE-D41C-4D43-95A2-FED47A4E8C32}"/>
              </a:ext>
            </a:extLst>
          </p:cNvPr>
          <p:cNvSpPr>
            <a:spLocks xmlns:a="http://schemas.openxmlformats.org/drawingml/2006/main" noGrp="1"/>
          </p:cNvSpPr>
          <p:nvPr/>
        </p:nvSpPr>
        <p:spPr>
          <a:xfrm xmlns:a="http://schemas.openxmlformats.org/drawingml/2006/main">
            <a:off x="1000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 name="diagram-99">
            <a:extLst xmlns:a="http://schemas.openxmlformats.org/drawingml/2006/main">
              <a:ext uri="{FF2B5EF4-FFF2-40B4-BE49-F238E27FC236}">
                <a16:creationId xmlns:a16="http://schemas.microsoft.com/office/drawing/2014/main" id="{13DDE020-94D9-47FE-A2CF-C42BCC90566A}"/>
              </a:ext>
            </a:extLst>
          </p:cNvPr>
          <p:cNvSpPr>
            <a:spLocks xmlns:a="http://schemas.openxmlformats.org/drawingml/2006/main" noGrp="1"/>
          </p:cNvSpPr>
          <p:nvPr/>
        </p:nvSpPr>
        <p:spPr>
          <a:xfrm xmlns:a="http://schemas.openxmlformats.org/drawingml/2006/main">
            <a:off x="1381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 name="diagram-100">
            <a:extLst xmlns:a="http://schemas.openxmlformats.org/drawingml/2006/main">
              <a:ext uri="{FF2B5EF4-FFF2-40B4-BE49-F238E27FC236}">
                <a16:creationId xmlns:a16="http://schemas.microsoft.com/office/drawing/2014/main" id="{EBCD69F7-59D4-43F2-9194-917415D23BA0}"/>
              </a:ext>
            </a:extLst>
          </p:cNvPr>
          <p:cNvSpPr>
            <a:spLocks xmlns:a="http://schemas.openxmlformats.org/drawingml/2006/main" noGrp="1"/>
          </p:cNvSpPr>
          <p:nvPr/>
        </p:nvSpPr>
        <p:spPr>
          <a:xfrm xmlns:a="http://schemas.openxmlformats.org/drawingml/2006/main">
            <a:off x="1762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 name="diagram-101">
            <a:extLst xmlns:a="http://schemas.openxmlformats.org/drawingml/2006/main">
              <a:ext uri="{FF2B5EF4-FFF2-40B4-BE49-F238E27FC236}">
                <a16:creationId xmlns:a16="http://schemas.microsoft.com/office/drawing/2014/main" id="{922EEA03-9191-4177-8F81-1E0A798FE1B9}"/>
              </a:ext>
            </a:extLst>
          </p:cNvPr>
          <p:cNvSpPr>
            <a:spLocks xmlns:a="http://schemas.openxmlformats.org/drawingml/2006/main" noGrp="1"/>
          </p:cNvSpPr>
          <p:nvPr/>
        </p:nvSpPr>
        <p:spPr>
          <a:xfrm xmlns:a="http://schemas.openxmlformats.org/drawingml/2006/main">
            <a:off x="2143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 name="diagram-102">
            <a:extLst xmlns:a="http://schemas.openxmlformats.org/drawingml/2006/main">
              <a:ext uri="{FF2B5EF4-FFF2-40B4-BE49-F238E27FC236}">
                <a16:creationId xmlns:a16="http://schemas.microsoft.com/office/drawing/2014/main" id="{782AE5B2-61BD-4207-BCB5-2F5F59168ECC}"/>
              </a:ext>
            </a:extLst>
          </p:cNvPr>
          <p:cNvSpPr>
            <a:spLocks xmlns:a="http://schemas.openxmlformats.org/drawingml/2006/main" noGrp="1"/>
          </p:cNvSpPr>
          <p:nvPr/>
        </p:nvSpPr>
        <p:spPr>
          <a:xfrm xmlns:a="http://schemas.openxmlformats.org/drawingml/2006/main">
            <a:off x="2524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 name="diagram-103">
            <a:extLst xmlns:a="http://schemas.openxmlformats.org/drawingml/2006/main">
              <a:ext uri="{FF2B5EF4-FFF2-40B4-BE49-F238E27FC236}">
                <a16:creationId xmlns:a16="http://schemas.microsoft.com/office/drawing/2014/main" id="{E7A297B9-7FAB-44F3-A890-6A3C1199B279}"/>
              </a:ext>
            </a:extLst>
          </p:cNvPr>
          <p:cNvSpPr>
            <a:spLocks xmlns:a="http://schemas.openxmlformats.org/drawingml/2006/main" noGrp="1"/>
          </p:cNvSpPr>
          <p:nvPr/>
        </p:nvSpPr>
        <p:spPr>
          <a:xfrm xmlns:a="http://schemas.openxmlformats.org/drawingml/2006/main">
            <a:off x="619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 name="diagram-104">
            <a:extLst xmlns:a="http://schemas.openxmlformats.org/drawingml/2006/main">
              <a:ext uri="{FF2B5EF4-FFF2-40B4-BE49-F238E27FC236}">
                <a16:creationId xmlns:a16="http://schemas.microsoft.com/office/drawing/2014/main" id="{3802C125-C239-4694-AFB6-F73009A13F0F}"/>
              </a:ext>
            </a:extLst>
          </p:cNvPr>
          <p:cNvSpPr>
            <a:spLocks xmlns:a="http://schemas.openxmlformats.org/drawingml/2006/main" noGrp="1"/>
          </p:cNvSpPr>
          <p:nvPr/>
        </p:nvSpPr>
        <p:spPr>
          <a:xfrm xmlns:a="http://schemas.openxmlformats.org/drawingml/2006/main">
            <a:off x="1000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 name="diagram-105">
            <a:extLst xmlns:a="http://schemas.openxmlformats.org/drawingml/2006/main">
              <a:ext uri="{FF2B5EF4-FFF2-40B4-BE49-F238E27FC236}">
                <a16:creationId xmlns:a16="http://schemas.microsoft.com/office/drawing/2014/main" id="{D05AFE12-B4F2-48E2-8DD3-E6B55C250C5B}"/>
              </a:ext>
            </a:extLst>
          </p:cNvPr>
          <p:cNvSpPr>
            <a:spLocks xmlns:a="http://schemas.openxmlformats.org/drawingml/2006/main" noGrp="1"/>
          </p:cNvSpPr>
          <p:nvPr/>
        </p:nvSpPr>
        <p:spPr>
          <a:xfrm xmlns:a="http://schemas.openxmlformats.org/drawingml/2006/main">
            <a:off x="1381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 name="diagram-106">
            <a:extLst xmlns:a="http://schemas.openxmlformats.org/drawingml/2006/main">
              <a:ext uri="{FF2B5EF4-FFF2-40B4-BE49-F238E27FC236}">
                <a16:creationId xmlns:a16="http://schemas.microsoft.com/office/drawing/2014/main" id="{4925A569-3EB9-4ACC-89F1-B395A5B1364A}"/>
              </a:ext>
            </a:extLst>
          </p:cNvPr>
          <p:cNvSpPr>
            <a:spLocks xmlns:a="http://schemas.openxmlformats.org/drawingml/2006/main" noGrp="1"/>
          </p:cNvSpPr>
          <p:nvPr/>
        </p:nvSpPr>
        <p:spPr>
          <a:xfrm xmlns:a="http://schemas.openxmlformats.org/drawingml/2006/main">
            <a:off x="1762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 name="diagram-107">
            <a:extLst xmlns:a="http://schemas.openxmlformats.org/drawingml/2006/main">
              <a:ext uri="{FF2B5EF4-FFF2-40B4-BE49-F238E27FC236}">
                <a16:creationId xmlns:a16="http://schemas.microsoft.com/office/drawing/2014/main" id="{1C645843-EC48-40AA-A1FC-967C655EFCD5}"/>
              </a:ext>
            </a:extLst>
          </p:cNvPr>
          <p:cNvSpPr>
            <a:spLocks xmlns:a="http://schemas.openxmlformats.org/drawingml/2006/main" noGrp="1"/>
          </p:cNvSpPr>
          <p:nvPr/>
        </p:nvSpPr>
        <p:spPr>
          <a:xfrm xmlns:a="http://schemas.openxmlformats.org/drawingml/2006/main">
            <a:off x="2143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 name="diagram-108">
            <a:extLst xmlns:a="http://schemas.openxmlformats.org/drawingml/2006/main">
              <a:ext uri="{FF2B5EF4-FFF2-40B4-BE49-F238E27FC236}">
                <a16:creationId xmlns:a16="http://schemas.microsoft.com/office/drawing/2014/main" id="{640F6CB7-3A18-4A74-BC79-AF4A116F24F3}"/>
              </a:ext>
            </a:extLst>
          </p:cNvPr>
          <p:cNvSpPr>
            <a:spLocks xmlns:a="http://schemas.openxmlformats.org/drawingml/2006/main" noGrp="1"/>
          </p:cNvSpPr>
          <p:nvPr/>
        </p:nvSpPr>
        <p:spPr>
          <a:xfrm xmlns:a="http://schemas.openxmlformats.org/drawingml/2006/main">
            <a:off x="2524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 name="diagram-109">
            <a:extLst xmlns:a="http://schemas.openxmlformats.org/drawingml/2006/main">
              <a:ext uri="{FF2B5EF4-FFF2-40B4-BE49-F238E27FC236}">
                <a16:creationId xmlns:a16="http://schemas.microsoft.com/office/drawing/2014/main" id="{538B6E5F-F46C-494D-B3D8-E8F33A45F6AF}"/>
              </a:ext>
            </a:extLst>
          </p:cNvPr>
          <p:cNvSpPr>
            <a:spLocks xmlns:a="http://schemas.openxmlformats.org/drawingml/2006/main" noGrp="1"/>
          </p:cNvSpPr>
          <p:nvPr/>
        </p:nvSpPr>
        <p:spPr>
          <a:xfrm xmlns:a="http://schemas.openxmlformats.org/drawingml/2006/main">
            <a:off x="619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1" name="diagram-110">
            <a:extLst xmlns:a="http://schemas.openxmlformats.org/drawingml/2006/main">
              <a:ext uri="{FF2B5EF4-FFF2-40B4-BE49-F238E27FC236}">
                <a16:creationId xmlns:a16="http://schemas.microsoft.com/office/drawing/2014/main" id="{55EB3849-BF43-40BB-BAB1-4F368D2B71FE}"/>
              </a:ext>
            </a:extLst>
          </p:cNvPr>
          <p:cNvSpPr>
            <a:spLocks xmlns:a="http://schemas.openxmlformats.org/drawingml/2006/main" noGrp="1"/>
          </p:cNvSpPr>
          <p:nvPr/>
        </p:nvSpPr>
        <p:spPr>
          <a:xfrm xmlns:a="http://schemas.openxmlformats.org/drawingml/2006/main">
            <a:off x="1000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2" name="diagram-111">
            <a:extLst xmlns:a="http://schemas.openxmlformats.org/drawingml/2006/main">
              <a:ext uri="{FF2B5EF4-FFF2-40B4-BE49-F238E27FC236}">
                <a16:creationId xmlns:a16="http://schemas.microsoft.com/office/drawing/2014/main" id="{36470378-E707-4969-A3FE-20C709D88B8A}"/>
              </a:ext>
            </a:extLst>
          </p:cNvPr>
          <p:cNvSpPr>
            <a:spLocks xmlns:a="http://schemas.openxmlformats.org/drawingml/2006/main" noGrp="1"/>
          </p:cNvSpPr>
          <p:nvPr/>
        </p:nvSpPr>
        <p:spPr>
          <a:xfrm xmlns:a="http://schemas.openxmlformats.org/drawingml/2006/main">
            <a:off x="1381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3" name="diagram-112">
            <a:extLst xmlns:a="http://schemas.openxmlformats.org/drawingml/2006/main">
              <a:ext uri="{FF2B5EF4-FFF2-40B4-BE49-F238E27FC236}">
                <a16:creationId xmlns:a16="http://schemas.microsoft.com/office/drawing/2014/main" id="{E54259D0-B6CD-4027-A0E2-472CEE3858E2}"/>
              </a:ext>
            </a:extLst>
          </p:cNvPr>
          <p:cNvSpPr>
            <a:spLocks xmlns:a="http://schemas.openxmlformats.org/drawingml/2006/main" noGrp="1"/>
          </p:cNvSpPr>
          <p:nvPr/>
        </p:nvSpPr>
        <p:spPr>
          <a:xfrm xmlns:a="http://schemas.openxmlformats.org/drawingml/2006/main">
            <a:off x="1762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4" name="diagram-113">
            <a:extLst xmlns:a="http://schemas.openxmlformats.org/drawingml/2006/main">
              <a:ext uri="{FF2B5EF4-FFF2-40B4-BE49-F238E27FC236}">
                <a16:creationId xmlns:a16="http://schemas.microsoft.com/office/drawing/2014/main" id="{C49A0908-98EB-445F-83AA-72E06C4B995F}"/>
              </a:ext>
            </a:extLst>
          </p:cNvPr>
          <p:cNvSpPr>
            <a:spLocks xmlns:a="http://schemas.openxmlformats.org/drawingml/2006/main" noGrp="1"/>
          </p:cNvSpPr>
          <p:nvPr/>
        </p:nvSpPr>
        <p:spPr>
          <a:xfrm xmlns:a="http://schemas.openxmlformats.org/drawingml/2006/main">
            <a:off x="2143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5" name="diagram-114">
            <a:extLst xmlns:a="http://schemas.openxmlformats.org/drawingml/2006/main">
              <a:ext uri="{FF2B5EF4-FFF2-40B4-BE49-F238E27FC236}">
                <a16:creationId xmlns:a16="http://schemas.microsoft.com/office/drawing/2014/main" id="{8D5FB7BA-9703-4DEF-B2DA-DEB3724A3C46}"/>
              </a:ext>
            </a:extLst>
          </p:cNvPr>
          <p:cNvSpPr>
            <a:spLocks xmlns:a="http://schemas.openxmlformats.org/drawingml/2006/main" noGrp="1"/>
          </p:cNvSpPr>
          <p:nvPr/>
        </p:nvSpPr>
        <p:spPr>
          <a:xfrm xmlns:a="http://schemas.openxmlformats.org/drawingml/2006/main">
            <a:off x="2524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6" name="diagram-115">
            <a:extLst xmlns:a="http://schemas.openxmlformats.org/drawingml/2006/main">
              <a:ext uri="{FF2B5EF4-FFF2-40B4-BE49-F238E27FC236}">
                <a16:creationId xmlns:a16="http://schemas.microsoft.com/office/drawing/2014/main" id="{AFB880D9-1079-4054-947D-D06BC2C82755}"/>
              </a:ext>
            </a:extLst>
          </p:cNvPr>
          <p:cNvSpPr>
            <a:spLocks xmlns:a="http://schemas.openxmlformats.org/drawingml/2006/main" noGrp="1"/>
          </p:cNvSpPr>
          <p:nvPr/>
        </p:nvSpPr>
        <p:spPr>
          <a:xfrm xmlns:a="http://schemas.openxmlformats.org/drawingml/2006/main">
            <a:off x="619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7" name="diagram-116">
            <a:extLst xmlns:a="http://schemas.openxmlformats.org/drawingml/2006/main">
              <a:ext uri="{FF2B5EF4-FFF2-40B4-BE49-F238E27FC236}">
                <a16:creationId xmlns:a16="http://schemas.microsoft.com/office/drawing/2014/main" id="{BB5B837A-8855-4CDE-A060-CFE5E0CDE9A9}"/>
              </a:ext>
            </a:extLst>
          </p:cNvPr>
          <p:cNvSpPr>
            <a:spLocks xmlns:a="http://schemas.openxmlformats.org/drawingml/2006/main" noGrp="1"/>
          </p:cNvSpPr>
          <p:nvPr/>
        </p:nvSpPr>
        <p:spPr>
          <a:xfrm xmlns:a="http://schemas.openxmlformats.org/drawingml/2006/main">
            <a:off x="1000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8" name="diagram-117">
            <a:extLst xmlns:a="http://schemas.openxmlformats.org/drawingml/2006/main">
              <a:ext uri="{FF2B5EF4-FFF2-40B4-BE49-F238E27FC236}">
                <a16:creationId xmlns:a16="http://schemas.microsoft.com/office/drawing/2014/main" id="{0A0D8729-72D6-46AE-ABB0-7F8F110CE8B5}"/>
              </a:ext>
            </a:extLst>
          </p:cNvPr>
          <p:cNvSpPr>
            <a:spLocks xmlns:a="http://schemas.openxmlformats.org/drawingml/2006/main" noGrp="1"/>
          </p:cNvSpPr>
          <p:nvPr/>
        </p:nvSpPr>
        <p:spPr>
          <a:xfrm xmlns:a="http://schemas.openxmlformats.org/drawingml/2006/main">
            <a:off x="1381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9" name="diagram-118">
            <a:extLst xmlns:a="http://schemas.openxmlformats.org/drawingml/2006/main">
              <a:ext uri="{FF2B5EF4-FFF2-40B4-BE49-F238E27FC236}">
                <a16:creationId xmlns:a16="http://schemas.microsoft.com/office/drawing/2014/main" id="{16B41E7E-92C9-42B2-9651-A7E081C10AD6}"/>
              </a:ext>
            </a:extLst>
          </p:cNvPr>
          <p:cNvSpPr>
            <a:spLocks xmlns:a="http://schemas.openxmlformats.org/drawingml/2006/main" noGrp="1"/>
          </p:cNvSpPr>
          <p:nvPr/>
        </p:nvSpPr>
        <p:spPr>
          <a:xfrm xmlns:a="http://schemas.openxmlformats.org/drawingml/2006/main">
            <a:off x="1762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0" name="diagram-119">
            <a:extLst xmlns:a="http://schemas.openxmlformats.org/drawingml/2006/main">
              <a:ext uri="{FF2B5EF4-FFF2-40B4-BE49-F238E27FC236}">
                <a16:creationId xmlns:a16="http://schemas.microsoft.com/office/drawing/2014/main" id="{F628F18D-2F9C-4197-A156-4F612CC0FC80}"/>
              </a:ext>
            </a:extLst>
          </p:cNvPr>
          <p:cNvSpPr>
            <a:spLocks xmlns:a="http://schemas.openxmlformats.org/drawingml/2006/main" noGrp="1"/>
          </p:cNvSpPr>
          <p:nvPr/>
        </p:nvSpPr>
        <p:spPr>
          <a:xfrm xmlns:a="http://schemas.openxmlformats.org/drawingml/2006/main">
            <a:off x="2143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1" name="diagram-120">
            <a:extLst xmlns:a="http://schemas.openxmlformats.org/drawingml/2006/main">
              <a:ext uri="{FF2B5EF4-FFF2-40B4-BE49-F238E27FC236}">
                <a16:creationId xmlns:a16="http://schemas.microsoft.com/office/drawing/2014/main" id="{F6BF2751-5C0E-452E-9837-2A5717EDB290}"/>
              </a:ext>
            </a:extLst>
          </p:cNvPr>
          <p:cNvSpPr>
            <a:spLocks xmlns:a="http://schemas.openxmlformats.org/drawingml/2006/main" noGrp="1"/>
          </p:cNvSpPr>
          <p:nvPr/>
        </p:nvSpPr>
        <p:spPr>
          <a:xfrm xmlns:a="http://schemas.openxmlformats.org/drawingml/2006/main">
            <a:off x="2524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2" name="text-121">
            <a:extLst xmlns:a="http://schemas.openxmlformats.org/drawingml/2006/main">
              <a:ext uri="{FF2B5EF4-FFF2-40B4-BE49-F238E27FC236}">
                <a16:creationId xmlns:a16="http://schemas.microsoft.com/office/drawing/2014/main" id="{221BB82A-1ECC-4277-AB85-22C28D3A01DE}"/>
              </a:ext>
            </a:extLst>
          </p:cNvPr>
          <p:cNvSpPr>
            <a:spLocks xmlns:a="http://schemas.openxmlformats.org/drawingml/2006/main" noGrp="1"/>
          </p:cNvSpPr>
          <p:nvPr/>
        </p:nvSpPr>
        <p:spPr>
          <a:xfrm xmlns:a="http://schemas.openxmlformats.org/drawingml/2006/main">
            <a:off x="4143375" y="16668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16 × 16 threads</a:t>
            </a:r>
          </a:p>
        </p:txBody>
      </p:sp>
      <p:sp>
        <p:nvSpPr>
          <p:cNvPr id="43" name="text-122">
            <a:extLst xmlns:a="http://schemas.openxmlformats.org/drawingml/2006/main">
              <a:ext uri="{FF2B5EF4-FFF2-40B4-BE49-F238E27FC236}">
                <a16:creationId xmlns:a16="http://schemas.microsoft.com/office/drawing/2014/main" id="{BF46D232-E5B0-4FEF-874F-AE854B351BA8}"/>
              </a:ext>
            </a:extLst>
          </p:cNvPr>
          <p:cNvSpPr>
            <a:spLocks xmlns:a="http://schemas.openxmlformats.org/drawingml/2006/main" noGrp="1"/>
          </p:cNvSpPr>
          <p:nvPr/>
        </p:nvSpPr>
        <p:spPr>
          <a:xfrm xmlns:a="http://schemas.openxmlformats.org/drawingml/2006/main">
            <a:off x="4143375" y="20955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496274"/>
                </a:solidFill>
                <a:latin typeface="Arial"/>
                <a:ea typeface="Arial"/>
                <a:cs typeface="Arial"/>
              </a:defRPr>
            </a:pPr>
            <a:r>
              <a:rPr sz="1725" b="0">
                <a:solidFill>
                  <a:srgbClr val="496274"/>
                </a:solidFill>
                <a:latin typeface="Arial"/>
                <a:ea typeface="Arial"/>
                <a:cs typeface="Arial"/>
              </a:rPr>
              <a:t>One block = 256 threads</a:t>
            </a:r>
          </a:p>
        </p:txBody>
      </p:sp>
      <p:sp>
        <p:nvSpPr>
          <p:cNvPr id="44" name="diagram-123">
            <a:extLst xmlns:a="http://schemas.openxmlformats.org/drawingml/2006/main">
              <a:ext uri="{FF2B5EF4-FFF2-40B4-BE49-F238E27FC236}">
                <a16:creationId xmlns:a16="http://schemas.microsoft.com/office/drawing/2014/main" id="{36FAA789-C9EE-4886-9D91-A039A7A81851}"/>
              </a:ext>
            </a:extLst>
          </p:cNvPr>
          <p:cNvSpPr>
            <a:spLocks xmlns:a="http://schemas.openxmlformats.org/drawingml/2006/main" noGrp="1"/>
          </p:cNvSpPr>
          <p:nvPr/>
        </p:nvSpPr>
        <p:spPr>
          <a:xfrm xmlns:a="http://schemas.openxmlformats.org/drawingml/2006/main">
            <a:off x="42291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5" name="diagram-124">
            <a:extLst xmlns:a="http://schemas.openxmlformats.org/drawingml/2006/main">
              <a:ext uri="{FF2B5EF4-FFF2-40B4-BE49-F238E27FC236}">
                <a16:creationId xmlns:a16="http://schemas.microsoft.com/office/drawing/2014/main" id="{EA354ADE-75C6-45D7-9558-FE43D75E0140}"/>
              </a:ext>
            </a:extLst>
          </p:cNvPr>
          <p:cNvSpPr>
            <a:spLocks xmlns:a="http://schemas.openxmlformats.org/drawingml/2006/main" noGrp="1"/>
          </p:cNvSpPr>
          <p:nvPr/>
        </p:nvSpPr>
        <p:spPr>
          <a:xfrm xmlns:a="http://schemas.openxmlformats.org/drawingml/2006/main">
            <a:off x="43719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6" name="diagram-125">
            <a:extLst xmlns:a="http://schemas.openxmlformats.org/drawingml/2006/main">
              <a:ext uri="{FF2B5EF4-FFF2-40B4-BE49-F238E27FC236}">
                <a16:creationId xmlns:a16="http://schemas.microsoft.com/office/drawing/2014/main" id="{432BB227-4655-4847-A723-CA7A30673EFB}"/>
              </a:ext>
            </a:extLst>
          </p:cNvPr>
          <p:cNvSpPr>
            <a:spLocks xmlns:a="http://schemas.openxmlformats.org/drawingml/2006/main" noGrp="1"/>
          </p:cNvSpPr>
          <p:nvPr/>
        </p:nvSpPr>
        <p:spPr>
          <a:xfrm xmlns:a="http://schemas.openxmlformats.org/drawingml/2006/main">
            <a:off x="45148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7" name="diagram-126">
            <a:extLst xmlns:a="http://schemas.openxmlformats.org/drawingml/2006/main">
              <a:ext uri="{FF2B5EF4-FFF2-40B4-BE49-F238E27FC236}">
                <a16:creationId xmlns:a16="http://schemas.microsoft.com/office/drawing/2014/main" id="{C4F360BB-7192-4480-86F7-99529EE2BCC9}"/>
              </a:ext>
            </a:extLst>
          </p:cNvPr>
          <p:cNvSpPr>
            <a:spLocks xmlns:a="http://schemas.openxmlformats.org/drawingml/2006/main" noGrp="1"/>
          </p:cNvSpPr>
          <p:nvPr/>
        </p:nvSpPr>
        <p:spPr>
          <a:xfrm xmlns:a="http://schemas.openxmlformats.org/drawingml/2006/main">
            <a:off x="46577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8" name="diagram-127">
            <a:extLst xmlns:a="http://schemas.openxmlformats.org/drawingml/2006/main">
              <a:ext uri="{FF2B5EF4-FFF2-40B4-BE49-F238E27FC236}">
                <a16:creationId xmlns:a16="http://schemas.microsoft.com/office/drawing/2014/main" id="{4B538873-09A0-499A-8B20-6235FFA50A73}"/>
              </a:ext>
            </a:extLst>
          </p:cNvPr>
          <p:cNvSpPr>
            <a:spLocks xmlns:a="http://schemas.openxmlformats.org/drawingml/2006/main" noGrp="1"/>
          </p:cNvSpPr>
          <p:nvPr/>
        </p:nvSpPr>
        <p:spPr>
          <a:xfrm xmlns:a="http://schemas.openxmlformats.org/drawingml/2006/main">
            <a:off x="48006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9" name="diagram-128">
            <a:extLst xmlns:a="http://schemas.openxmlformats.org/drawingml/2006/main">
              <a:ext uri="{FF2B5EF4-FFF2-40B4-BE49-F238E27FC236}">
                <a16:creationId xmlns:a16="http://schemas.microsoft.com/office/drawing/2014/main" id="{EB5B6D6C-3F8C-4F35-8D12-874B69C9C4BC}"/>
              </a:ext>
            </a:extLst>
          </p:cNvPr>
          <p:cNvSpPr>
            <a:spLocks xmlns:a="http://schemas.openxmlformats.org/drawingml/2006/main" noGrp="1"/>
          </p:cNvSpPr>
          <p:nvPr/>
        </p:nvSpPr>
        <p:spPr>
          <a:xfrm xmlns:a="http://schemas.openxmlformats.org/drawingml/2006/main">
            <a:off x="49434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0" name="diagram-129">
            <a:extLst xmlns:a="http://schemas.openxmlformats.org/drawingml/2006/main">
              <a:ext uri="{FF2B5EF4-FFF2-40B4-BE49-F238E27FC236}">
                <a16:creationId xmlns:a16="http://schemas.microsoft.com/office/drawing/2014/main" id="{4F540C00-F533-4D8E-9196-D39718E652B2}"/>
              </a:ext>
            </a:extLst>
          </p:cNvPr>
          <p:cNvSpPr>
            <a:spLocks xmlns:a="http://schemas.openxmlformats.org/drawingml/2006/main" noGrp="1"/>
          </p:cNvSpPr>
          <p:nvPr/>
        </p:nvSpPr>
        <p:spPr>
          <a:xfrm xmlns:a="http://schemas.openxmlformats.org/drawingml/2006/main">
            <a:off x="50863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1" name="diagram-130">
            <a:extLst xmlns:a="http://schemas.openxmlformats.org/drawingml/2006/main">
              <a:ext uri="{FF2B5EF4-FFF2-40B4-BE49-F238E27FC236}">
                <a16:creationId xmlns:a16="http://schemas.microsoft.com/office/drawing/2014/main" id="{3F35D0CB-C701-42A7-9635-FD12C6240D71}"/>
              </a:ext>
            </a:extLst>
          </p:cNvPr>
          <p:cNvSpPr>
            <a:spLocks xmlns:a="http://schemas.openxmlformats.org/drawingml/2006/main" noGrp="1"/>
          </p:cNvSpPr>
          <p:nvPr/>
        </p:nvSpPr>
        <p:spPr>
          <a:xfrm xmlns:a="http://schemas.openxmlformats.org/drawingml/2006/main">
            <a:off x="52292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2" name="diagram-131">
            <a:extLst xmlns:a="http://schemas.openxmlformats.org/drawingml/2006/main">
              <a:ext uri="{FF2B5EF4-FFF2-40B4-BE49-F238E27FC236}">
                <a16:creationId xmlns:a16="http://schemas.microsoft.com/office/drawing/2014/main" id="{CA0B8F77-A6FD-4397-BC78-B70B6E49D6C1}"/>
              </a:ext>
            </a:extLst>
          </p:cNvPr>
          <p:cNvSpPr>
            <a:spLocks xmlns:a="http://schemas.openxmlformats.org/drawingml/2006/main" noGrp="1"/>
          </p:cNvSpPr>
          <p:nvPr/>
        </p:nvSpPr>
        <p:spPr>
          <a:xfrm xmlns:a="http://schemas.openxmlformats.org/drawingml/2006/main">
            <a:off x="53721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3" name="diagram-132">
            <a:extLst xmlns:a="http://schemas.openxmlformats.org/drawingml/2006/main">
              <a:ext uri="{FF2B5EF4-FFF2-40B4-BE49-F238E27FC236}">
                <a16:creationId xmlns:a16="http://schemas.microsoft.com/office/drawing/2014/main" id="{B314053B-DA46-451A-BA10-59B7E15B0DDC}"/>
              </a:ext>
            </a:extLst>
          </p:cNvPr>
          <p:cNvSpPr>
            <a:spLocks xmlns:a="http://schemas.openxmlformats.org/drawingml/2006/main" noGrp="1"/>
          </p:cNvSpPr>
          <p:nvPr/>
        </p:nvSpPr>
        <p:spPr>
          <a:xfrm xmlns:a="http://schemas.openxmlformats.org/drawingml/2006/main">
            <a:off x="55149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4" name="diagram-133">
            <a:extLst xmlns:a="http://schemas.openxmlformats.org/drawingml/2006/main">
              <a:ext uri="{FF2B5EF4-FFF2-40B4-BE49-F238E27FC236}">
                <a16:creationId xmlns:a16="http://schemas.microsoft.com/office/drawing/2014/main" id="{7EDBC505-D219-419F-BA07-E5521C1B9220}"/>
              </a:ext>
            </a:extLst>
          </p:cNvPr>
          <p:cNvSpPr>
            <a:spLocks xmlns:a="http://schemas.openxmlformats.org/drawingml/2006/main" noGrp="1"/>
          </p:cNvSpPr>
          <p:nvPr/>
        </p:nvSpPr>
        <p:spPr>
          <a:xfrm xmlns:a="http://schemas.openxmlformats.org/drawingml/2006/main">
            <a:off x="56578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5" name="diagram-134">
            <a:extLst xmlns:a="http://schemas.openxmlformats.org/drawingml/2006/main">
              <a:ext uri="{FF2B5EF4-FFF2-40B4-BE49-F238E27FC236}">
                <a16:creationId xmlns:a16="http://schemas.microsoft.com/office/drawing/2014/main" id="{9A87508A-AE4A-461D-9174-63D313C8199F}"/>
              </a:ext>
            </a:extLst>
          </p:cNvPr>
          <p:cNvSpPr>
            <a:spLocks xmlns:a="http://schemas.openxmlformats.org/drawingml/2006/main" noGrp="1"/>
          </p:cNvSpPr>
          <p:nvPr/>
        </p:nvSpPr>
        <p:spPr>
          <a:xfrm xmlns:a="http://schemas.openxmlformats.org/drawingml/2006/main">
            <a:off x="58007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6" name="diagram-135">
            <a:extLst xmlns:a="http://schemas.openxmlformats.org/drawingml/2006/main">
              <a:ext uri="{FF2B5EF4-FFF2-40B4-BE49-F238E27FC236}">
                <a16:creationId xmlns:a16="http://schemas.microsoft.com/office/drawing/2014/main" id="{08C4268A-0B7F-45E7-9BF9-2337888F5926}"/>
              </a:ext>
            </a:extLst>
          </p:cNvPr>
          <p:cNvSpPr>
            <a:spLocks xmlns:a="http://schemas.openxmlformats.org/drawingml/2006/main" noGrp="1"/>
          </p:cNvSpPr>
          <p:nvPr/>
        </p:nvSpPr>
        <p:spPr>
          <a:xfrm xmlns:a="http://schemas.openxmlformats.org/drawingml/2006/main">
            <a:off x="59436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7" name="diagram-136">
            <a:extLst xmlns:a="http://schemas.openxmlformats.org/drawingml/2006/main">
              <a:ext uri="{FF2B5EF4-FFF2-40B4-BE49-F238E27FC236}">
                <a16:creationId xmlns:a16="http://schemas.microsoft.com/office/drawing/2014/main" id="{53BAC801-F0BB-4AC1-BFC2-977010E139E1}"/>
              </a:ext>
            </a:extLst>
          </p:cNvPr>
          <p:cNvSpPr>
            <a:spLocks xmlns:a="http://schemas.openxmlformats.org/drawingml/2006/main" noGrp="1"/>
          </p:cNvSpPr>
          <p:nvPr/>
        </p:nvSpPr>
        <p:spPr>
          <a:xfrm xmlns:a="http://schemas.openxmlformats.org/drawingml/2006/main">
            <a:off x="60864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8" name="diagram-137">
            <a:extLst xmlns:a="http://schemas.openxmlformats.org/drawingml/2006/main">
              <a:ext uri="{FF2B5EF4-FFF2-40B4-BE49-F238E27FC236}">
                <a16:creationId xmlns:a16="http://schemas.microsoft.com/office/drawing/2014/main" id="{58BA4C03-8A69-4FFA-8F32-182DD7873D00}"/>
              </a:ext>
            </a:extLst>
          </p:cNvPr>
          <p:cNvSpPr>
            <a:spLocks xmlns:a="http://schemas.openxmlformats.org/drawingml/2006/main" noGrp="1"/>
          </p:cNvSpPr>
          <p:nvPr/>
        </p:nvSpPr>
        <p:spPr>
          <a:xfrm xmlns:a="http://schemas.openxmlformats.org/drawingml/2006/main">
            <a:off x="62293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9" name="diagram-138">
            <a:extLst xmlns:a="http://schemas.openxmlformats.org/drawingml/2006/main">
              <a:ext uri="{FF2B5EF4-FFF2-40B4-BE49-F238E27FC236}">
                <a16:creationId xmlns:a16="http://schemas.microsoft.com/office/drawing/2014/main" id="{D29D9C6A-FD25-4D24-9F06-0994A8A84A8F}"/>
              </a:ext>
            </a:extLst>
          </p:cNvPr>
          <p:cNvSpPr>
            <a:spLocks xmlns:a="http://schemas.openxmlformats.org/drawingml/2006/main" noGrp="1"/>
          </p:cNvSpPr>
          <p:nvPr/>
        </p:nvSpPr>
        <p:spPr>
          <a:xfrm xmlns:a="http://schemas.openxmlformats.org/drawingml/2006/main">
            <a:off x="63722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0" name="diagram-139">
            <a:extLst xmlns:a="http://schemas.openxmlformats.org/drawingml/2006/main">
              <a:ext uri="{FF2B5EF4-FFF2-40B4-BE49-F238E27FC236}">
                <a16:creationId xmlns:a16="http://schemas.microsoft.com/office/drawing/2014/main" id="{0DC7F9BB-BE3D-41CF-91B1-1A0F9EAE88D8}"/>
              </a:ext>
            </a:extLst>
          </p:cNvPr>
          <p:cNvSpPr>
            <a:spLocks xmlns:a="http://schemas.openxmlformats.org/drawingml/2006/main" noGrp="1"/>
          </p:cNvSpPr>
          <p:nvPr/>
        </p:nvSpPr>
        <p:spPr>
          <a:xfrm xmlns:a="http://schemas.openxmlformats.org/drawingml/2006/main">
            <a:off x="42291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1" name="diagram-140">
            <a:extLst xmlns:a="http://schemas.openxmlformats.org/drawingml/2006/main">
              <a:ext uri="{FF2B5EF4-FFF2-40B4-BE49-F238E27FC236}">
                <a16:creationId xmlns:a16="http://schemas.microsoft.com/office/drawing/2014/main" id="{30E7F47C-01D9-4B29-8356-4EC8C47E5215}"/>
              </a:ext>
            </a:extLst>
          </p:cNvPr>
          <p:cNvSpPr>
            <a:spLocks xmlns:a="http://schemas.openxmlformats.org/drawingml/2006/main" noGrp="1"/>
          </p:cNvSpPr>
          <p:nvPr/>
        </p:nvSpPr>
        <p:spPr>
          <a:xfrm xmlns:a="http://schemas.openxmlformats.org/drawingml/2006/main">
            <a:off x="43719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2" name="diagram-141">
            <a:extLst xmlns:a="http://schemas.openxmlformats.org/drawingml/2006/main">
              <a:ext uri="{FF2B5EF4-FFF2-40B4-BE49-F238E27FC236}">
                <a16:creationId xmlns:a16="http://schemas.microsoft.com/office/drawing/2014/main" id="{C2576CDE-3936-43CC-9F8F-BE6363E14E9C}"/>
              </a:ext>
            </a:extLst>
          </p:cNvPr>
          <p:cNvSpPr>
            <a:spLocks xmlns:a="http://schemas.openxmlformats.org/drawingml/2006/main" noGrp="1"/>
          </p:cNvSpPr>
          <p:nvPr/>
        </p:nvSpPr>
        <p:spPr>
          <a:xfrm xmlns:a="http://schemas.openxmlformats.org/drawingml/2006/main">
            <a:off x="45148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3" name="diagram-142">
            <a:extLst xmlns:a="http://schemas.openxmlformats.org/drawingml/2006/main">
              <a:ext uri="{FF2B5EF4-FFF2-40B4-BE49-F238E27FC236}">
                <a16:creationId xmlns:a16="http://schemas.microsoft.com/office/drawing/2014/main" id="{E9D9E8A0-5DDF-43D2-B475-514BE5618FF8}"/>
              </a:ext>
            </a:extLst>
          </p:cNvPr>
          <p:cNvSpPr>
            <a:spLocks xmlns:a="http://schemas.openxmlformats.org/drawingml/2006/main" noGrp="1"/>
          </p:cNvSpPr>
          <p:nvPr/>
        </p:nvSpPr>
        <p:spPr>
          <a:xfrm xmlns:a="http://schemas.openxmlformats.org/drawingml/2006/main">
            <a:off x="46577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4" name="diagram-143">
            <a:extLst xmlns:a="http://schemas.openxmlformats.org/drawingml/2006/main">
              <a:ext uri="{FF2B5EF4-FFF2-40B4-BE49-F238E27FC236}">
                <a16:creationId xmlns:a16="http://schemas.microsoft.com/office/drawing/2014/main" id="{5F25CDFF-4BB6-4E22-B02F-E699282CA2E9}"/>
              </a:ext>
            </a:extLst>
          </p:cNvPr>
          <p:cNvSpPr>
            <a:spLocks xmlns:a="http://schemas.openxmlformats.org/drawingml/2006/main" noGrp="1"/>
          </p:cNvSpPr>
          <p:nvPr/>
        </p:nvSpPr>
        <p:spPr>
          <a:xfrm xmlns:a="http://schemas.openxmlformats.org/drawingml/2006/main">
            <a:off x="48006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5" name="diagram-144">
            <a:extLst xmlns:a="http://schemas.openxmlformats.org/drawingml/2006/main">
              <a:ext uri="{FF2B5EF4-FFF2-40B4-BE49-F238E27FC236}">
                <a16:creationId xmlns:a16="http://schemas.microsoft.com/office/drawing/2014/main" id="{2EEAD6A6-5F1B-4B49-95F3-5B7C55CF6490}"/>
              </a:ext>
            </a:extLst>
          </p:cNvPr>
          <p:cNvSpPr>
            <a:spLocks xmlns:a="http://schemas.openxmlformats.org/drawingml/2006/main" noGrp="1"/>
          </p:cNvSpPr>
          <p:nvPr/>
        </p:nvSpPr>
        <p:spPr>
          <a:xfrm xmlns:a="http://schemas.openxmlformats.org/drawingml/2006/main">
            <a:off x="49434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6" name="diagram-145">
            <a:extLst xmlns:a="http://schemas.openxmlformats.org/drawingml/2006/main">
              <a:ext uri="{FF2B5EF4-FFF2-40B4-BE49-F238E27FC236}">
                <a16:creationId xmlns:a16="http://schemas.microsoft.com/office/drawing/2014/main" id="{CC90D1FC-72A3-4067-831E-1EF3A1345DC0}"/>
              </a:ext>
            </a:extLst>
          </p:cNvPr>
          <p:cNvSpPr>
            <a:spLocks xmlns:a="http://schemas.openxmlformats.org/drawingml/2006/main" noGrp="1"/>
          </p:cNvSpPr>
          <p:nvPr/>
        </p:nvSpPr>
        <p:spPr>
          <a:xfrm xmlns:a="http://schemas.openxmlformats.org/drawingml/2006/main">
            <a:off x="50863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7" name="diagram-146">
            <a:extLst xmlns:a="http://schemas.openxmlformats.org/drawingml/2006/main">
              <a:ext uri="{FF2B5EF4-FFF2-40B4-BE49-F238E27FC236}">
                <a16:creationId xmlns:a16="http://schemas.microsoft.com/office/drawing/2014/main" id="{BF0D035B-FC2F-4C11-929D-8873C8B20905}"/>
              </a:ext>
            </a:extLst>
          </p:cNvPr>
          <p:cNvSpPr>
            <a:spLocks xmlns:a="http://schemas.openxmlformats.org/drawingml/2006/main" noGrp="1"/>
          </p:cNvSpPr>
          <p:nvPr/>
        </p:nvSpPr>
        <p:spPr>
          <a:xfrm xmlns:a="http://schemas.openxmlformats.org/drawingml/2006/main">
            <a:off x="52292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8" name="diagram-147">
            <a:extLst xmlns:a="http://schemas.openxmlformats.org/drawingml/2006/main">
              <a:ext uri="{FF2B5EF4-FFF2-40B4-BE49-F238E27FC236}">
                <a16:creationId xmlns:a16="http://schemas.microsoft.com/office/drawing/2014/main" id="{F89DB590-E1DD-4E5D-AB00-D03A2221314C}"/>
              </a:ext>
            </a:extLst>
          </p:cNvPr>
          <p:cNvSpPr>
            <a:spLocks xmlns:a="http://schemas.openxmlformats.org/drawingml/2006/main" noGrp="1"/>
          </p:cNvSpPr>
          <p:nvPr/>
        </p:nvSpPr>
        <p:spPr>
          <a:xfrm xmlns:a="http://schemas.openxmlformats.org/drawingml/2006/main">
            <a:off x="53721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9" name="diagram-148">
            <a:extLst xmlns:a="http://schemas.openxmlformats.org/drawingml/2006/main">
              <a:ext uri="{FF2B5EF4-FFF2-40B4-BE49-F238E27FC236}">
                <a16:creationId xmlns:a16="http://schemas.microsoft.com/office/drawing/2014/main" id="{5B297AB3-F1C3-4B73-A1BD-134D2BE508B5}"/>
              </a:ext>
            </a:extLst>
          </p:cNvPr>
          <p:cNvSpPr>
            <a:spLocks xmlns:a="http://schemas.openxmlformats.org/drawingml/2006/main" noGrp="1"/>
          </p:cNvSpPr>
          <p:nvPr/>
        </p:nvSpPr>
        <p:spPr>
          <a:xfrm xmlns:a="http://schemas.openxmlformats.org/drawingml/2006/main">
            <a:off x="55149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0" name="diagram-149">
            <a:extLst xmlns:a="http://schemas.openxmlformats.org/drawingml/2006/main">
              <a:ext uri="{FF2B5EF4-FFF2-40B4-BE49-F238E27FC236}">
                <a16:creationId xmlns:a16="http://schemas.microsoft.com/office/drawing/2014/main" id="{50798474-B2D9-454C-AD72-0E6D82170D53}"/>
              </a:ext>
            </a:extLst>
          </p:cNvPr>
          <p:cNvSpPr>
            <a:spLocks xmlns:a="http://schemas.openxmlformats.org/drawingml/2006/main" noGrp="1"/>
          </p:cNvSpPr>
          <p:nvPr/>
        </p:nvSpPr>
        <p:spPr>
          <a:xfrm xmlns:a="http://schemas.openxmlformats.org/drawingml/2006/main">
            <a:off x="56578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1" name="diagram-150">
            <a:extLst xmlns:a="http://schemas.openxmlformats.org/drawingml/2006/main">
              <a:ext uri="{FF2B5EF4-FFF2-40B4-BE49-F238E27FC236}">
                <a16:creationId xmlns:a16="http://schemas.microsoft.com/office/drawing/2014/main" id="{2EF28E0B-E83F-4B04-8EBC-ED4FC0F015E7}"/>
              </a:ext>
            </a:extLst>
          </p:cNvPr>
          <p:cNvSpPr>
            <a:spLocks xmlns:a="http://schemas.openxmlformats.org/drawingml/2006/main" noGrp="1"/>
          </p:cNvSpPr>
          <p:nvPr/>
        </p:nvSpPr>
        <p:spPr>
          <a:xfrm xmlns:a="http://schemas.openxmlformats.org/drawingml/2006/main">
            <a:off x="58007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2" name="diagram-151">
            <a:extLst xmlns:a="http://schemas.openxmlformats.org/drawingml/2006/main">
              <a:ext uri="{FF2B5EF4-FFF2-40B4-BE49-F238E27FC236}">
                <a16:creationId xmlns:a16="http://schemas.microsoft.com/office/drawing/2014/main" id="{8455EA78-0F07-43F2-B45F-4C503E19F7E3}"/>
              </a:ext>
            </a:extLst>
          </p:cNvPr>
          <p:cNvSpPr>
            <a:spLocks xmlns:a="http://schemas.openxmlformats.org/drawingml/2006/main" noGrp="1"/>
          </p:cNvSpPr>
          <p:nvPr/>
        </p:nvSpPr>
        <p:spPr>
          <a:xfrm xmlns:a="http://schemas.openxmlformats.org/drawingml/2006/main">
            <a:off x="59436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3" name="diagram-152">
            <a:extLst xmlns:a="http://schemas.openxmlformats.org/drawingml/2006/main">
              <a:ext uri="{FF2B5EF4-FFF2-40B4-BE49-F238E27FC236}">
                <a16:creationId xmlns:a16="http://schemas.microsoft.com/office/drawing/2014/main" id="{80ABA3E8-B194-490D-BAD8-F3AA1D19D41E}"/>
              </a:ext>
            </a:extLst>
          </p:cNvPr>
          <p:cNvSpPr>
            <a:spLocks xmlns:a="http://schemas.openxmlformats.org/drawingml/2006/main" noGrp="1"/>
          </p:cNvSpPr>
          <p:nvPr/>
        </p:nvSpPr>
        <p:spPr>
          <a:xfrm xmlns:a="http://schemas.openxmlformats.org/drawingml/2006/main">
            <a:off x="60864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4" name="diagram-153">
            <a:extLst xmlns:a="http://schemas.openxmlformats.org/drawingml/2006/main">
              <a:ext uri="{FF2B5EF4-FFF2-40B4-BE49-F238E27FC236}">
                <a16:creationId xmlns:a16="http://schemas.microsoft.com/office/drawing/2014/main" id="{13ACD228-495E-456B-85A4-679CF4ED8B7A}"/>
              </a:ext>
            </a:extLst>
          </p:cNvPr>
          <p:cNvSpPr>
            <a:spLocks xmlns:a="http://schemas.openxmlformats.org/drawingml/2006/main" noGrp="1"/>
          </p:cNvSpPr>
          <p:nvPr/>
        </p:nvSpPr>
        <p:spPr>
          <a:xfrm xmlns:a="http://schemas.openxmlformats.org/drawingml/2006/main">
            <a:off x="62293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5" name="diagram-154">
            <a:extLst xmlns:a="http://schemas.openxmlformats.org/drawingml/2006/main">
              <a:ext uri="{FF2B5EF4-FFF2-40B4-BE49-F238E27FC236}">
                <a16:creationId xmlns:a16="http://schemas.microsoft.com/office/drawing/2014/main" id="{9D87DF17-E6FD-4D60-938C-E37BA5066102}"/>
              </a:ext>
            </a:extLst>
          </p:cNvPr>
          <p:cNvSpPr>
            <a:spLocks xmlns:a="http://schemas.openxmlformats.org/drawingml/2006/main" noGrp="1"/>
          </p:cNvSpPr>
          <p:nvPr/>
        </p:nvSpPr>
        <p:spPr>
          <a:xfrm xmlns:a="http://schemas.openxmlformats.org/drawingml/2006/main">
            <a:off x="63722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6" name="diagram-155">
            <a:extLst xmlns:a="http://schemas.openxmlformats.org/drawingml/2006/main">
              <a:ext uri="{FF2B5EF4-FFF2-40B4-BE49-F238E27FC236}">
                <a16:creationId xmlns:a16="http://schemas.microsoft.com/office/drawing/2014/main" id="{60781174-4271-49C7-9EB2-076A339C0EDB}"/>
              </a:ext>
            </a:extLst>
          </p:cNvPr>
          <p:cNvSpPr>
            <a:spLocks xmlns:a="http://schemas.openxmlformats.org/drawingml/2006/main" noGrp="1"/>
          </p:cNvSpPr>
          <p:nvPr/>
        </p:nvSpPr>
        <p:spPr>
          <a:xfrm xmlns:a="http://schemas.openxmlformats.org/drawingml/2006/main">
            <a:off x="42291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7" name="diagram-156">
            <a:extLst xmlns:a="http://schemas.openxmlformats.org/drawingml/2006/main">
              <a:ext uri="{FF2B5EF4-FFF2-40B4-BE49-F238E27FC236}">
                <a16:creationId xmlns:a16="http://schemas.microsoft.com/office/drawing/2014/main" id="{2333E996-9814-4F0B-8FFD-9782D8F0EB13}"/>
              </a:ext>
            </a:extLst>
          </p:cNvPr>
          <p:cNvSpPr>
            <a:spLocks xmlns:a="http://schemas.openxmlformats.org/drawingml/2006/main" noGrp="1"/>
          </p:cNvSpPr>
          <p:nvPr/>
        </p:nvSpPr>
        <p:spPr>
          <a:xfrm xmlns:a="http://schemas.openxmlformats.org/drawingml/2006/main">
            <a:off x="43719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8" name="diagram-157">
            <a:extLst xmlns:a="http://schemas.openxmlformats.org/drawingml/2006/main">
              <a:ext uri="{FF2B5EF4-FFF2-40B4-BE49-F238E27FC236}">
                <a16:creationId xmlns:a16="http://schemas.microsoft.com/office/drawing/2014/main" id="{E4727171-2C22-4671-8E96-0F5DFA8B5646}"/>
              </a:ext>
            </a:extLst>
          </p:cNvPr>
          <p:cNvSpPr>
            <a:spLocks xmlns:a="http://schemas.openxmlformats.org/drawingml/2006/main" noGrp="1"/>
          </p:cNvSpPr>
          <p:nvPr/>
        </p:nvSpPr>
        <p:spPr>
          <a:xfrm xmlns:a="http://schemas.openxmlformats.org/drawingml/2006/main">
            <a:off x="45148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9" name="diagram-158">
            <a:extLst xmlns:a="http://schemas.openxmlformats.org/drawingml/2006/main">
              <a:ext uri="{FF2B5EF4-FFF2-40B4-BE49-F238E27FC236}">
                <a16:creationId xmlns:a16="http://schemas.microsoft.com/office/drawing/2014/main" id="{4322EACC-80B7-49FD-B453-20C0F81FDFF7}"/>
              </a:ext>
            </a:extLst>
          </p:cNvPr>
          <p:cNvSpPr>
            <a:spLocks xmlns:a="http://schemas.openxmlformats.org/drawingml/2006/main" noGrp="1"/>
          </p:cNvSpPr>
          <p:nvPr/>
        </p:nvSpPr>
        <p:spPr>
          <a:xfrm xmlns:a="http://schemas.openxmlformats.org/drawingml/2006/main">
            <a:off x="46577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0" name="diagram-159">
            <a:extLst xmlns:a="http://schemas.openxmlformats.org/drawingml/2006/main">
              <a:ext uri="{FF2B5EF4-FFF2-40B4-BE49-F238E27FC236}">
                <a16:creationId xmlns:a16="http://schemas.microsoft.com/office/drawing/2014/main" id="{6A04A4C6-84CD-433D-BC78-77626A0AE035}"/>
              </a:ext>
            </a:extLst>
          </p:cNvPr>
          <p:cNvSpPr>
            <a:spLocks xmlns:a="http://schemas.openxmlformats.org/drawingml/2006/main" noGrp="1"/>
          </p:cNvSpPr>
          <p:nvPr/>
        </p:nvSpPr>
        <p:spPr>
          <a:xfrm xmlns:a="http://schemas.openxmlformats.org/drawingml/2006/main">
            <a:off x="48006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1" name="diagram-160">
            <a:extLst xmlns:a="http://schemas.openxmlformats.org/drawingml/2006/main">
              <a:ext uri="{FF2B5EF4-FFF2-40B4-BE49-F238E27FC236}">
                <a16:creationId xmlns:a16="http://schemas.microsoft.com/office/drawing/2014/main" id="{870B2F28-DC87-4BF3-B6D9-CF53A600D4BA}"/>
              </a:ext>
            </a:extLst>
          </p:cNvPr>
          <p:cNvSpPr>
            <a:spLocks xmlns:a="http://schemas.openxmlformats.org/drawingml/2006/main" noGrp="1"/>
          </p:cNvSpPr>
          <p:nvPr/>
        </p:nvSpPr>
        <p:spPr>
          <a:xfrm xmlns:a="http://schemas.openxmlformats.org/drawingml/2006/main">
            <a:off x="49434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2" name="diagram-161">
            <a:extLst xmlns:a="http://schemas.openxmlformats.org/drawingml/2006/main">
              <a:ext uri="{FF2B5EF4-FFF2-40B4-BE49-F238E27FC236}">
                <a16:creationId xmlns:a16="http://schemas.microsoft.com/office/drawing/2014/main" id="{4A0EBD2D-F410-49F6-848E-18782CC0DF69}"/>
              </a:ext>
            </a:extLst>
          </p:cNvPr>
          <p:cNvSpPr>
            <a:spLocks xmlns:a="http://schemas.openxmlformats.org/drawingml/2006/main" noGrp="1"/>
          </p:cNvSpPr>
          <p:nvPr/>
        </p:nvSpPr>
        <p:spPr>
          <a:xfrm xmlns:a="http://schemas.openxmlformats.org/drawingml/2006/main">
            <a:off x="50863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3" name="diagram-162">
            <a:extLst xmlns:a="http://schemas.openxmlformats.org/drawingml/2006/main">
              <a:ext uri="{FF2B5EF4-FFF2-40B4-BE49-F238E27FC236}">
                <a16:creationId xmlns:a16="http://schemas.microsoft.com/office/drawing/2014/main" id="{BA042D06-970B-41AD-9445-4344FBC59155}"/>
              </a:ext>
            </a:extLst>
          </p:cNvPr>
          <p:cNvSpPr>
            <a:spLocks xmlns:a="http://schemas.openxmlformats.org/drawingml/2006/main" noGrp="1"/>
          </p:cNvSpPr>
          <p:nvPr/>
        </p:nvSpPr>
        <p:spPr>
          <a:xfrm xmlns:a="http://schemas.openxmlformats.org/drawingml/2006/main">
            <a:off x="52292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4" name="diagram-163">
            <a:extLst xmlns:a="http://schemas.openxmlformats.org/drawingml/2006/main">
              <a:ext uri="{FF2B5EF4-FFF2-40B4-BE49-F238E27FC236}">
                <a16:creationId xmlns:a16="http://schemas.microsoft.com/office/drawing/2014/main" id="{51ED9EC6-567C-44C9-B4BF-B4B62AEFB1A2}"/>
              </a:ext>
            </a:extLst>
          </p:cNvPr>
          <p:cNvSpPr>
            <a:spLocks xmlns:a="http://schemas.openxmlformats.org/drawingml/2006/main" noGrp="1"/>
          </p:cNvSpPr>
          <p:nvPr/>
        </p:nvSpPr>
        <p:spPr>
          <a:xfrm xmlns:a="http://schemas.openxmlformats.org/drawingml/2006/main">
            <a:off x="53721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5" name="diagram-164">
            <a:extLst xmlns:a="http://schemas.openxmlformats.org/drawingml/2006/main">
              <a:ext uri="{FF2B5EF4-FFF2-40B4-BE49-F238E27FC236}">
                <a16:creationId xmlns:a16="http://schemas.microsoft.com/office/drawing/2014/main" id="{C124EFB0-5EDD-4F79-93C6-F7CF2F3C01DD}"/>
              </a:ext>
            </a:extLst>
          </p:cNvPr>
          <p:cNvSpPr>
            <a:spLocks xmlns:a="http://schemas.openxmlformats.org/drawingml/2006/main" noGrp="1"/>
          </p:cNvSpPr>
          <p:nvPr/>
        </p:nvSpPr>
        <p:spPr>
          <a:xfrm xmlns:a="http://schemas.openxmlformats.org/drawingml/2006/main">
            <a:off x="55149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6" name="diagram-165">
            <a:extLst xmlns:a="http://schemas.openxmlformats.org/drawingml/2006/main">
              <a:ext uri="{FF2B5EF4-FFF2-40B4-BE49-F238E27FC236}">
                <a16:creationId xmlns:a16="http://schemas.microsoft.com/office/drawing/2014/main" id="{3863F3C2-51BD-420F-8D14-6E36B837F4E3}"/>
              </a:ext>
            </a:extLst>
          </p:cNvPr>
          <p:cNvSpPr>
            <a:spLocks xmlns:a="http://schemas.openxmlformats.org/drawingml/2006/main" noGrp="1"/>
          </p:cNvSpPr>
          <p:nvPr/>
        </p:nvSpPr>
        <p:spPr>
          <a:xfrm xmlns:a="http://schemas.openxmlformats.org/drawingml/2006/main">
            <a:off x="56578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7" name="diagram-166">
            <a:extLst xmlns:a="http://schemas.openxmlformats.org/drawingml/2006/main">
              <a:ext uri="{FF2B5EF4-FFF2-40B4-BE49-F238E27FC236}">
                <a16:creationId xmlns:a16="http://schemas.microsoft.com/office/drawing/2014/main" id="{9DE00161-DDFF-4DBB-AD01-52750C5DF957}"/>
              </a:ext>
            </a:extLst>
          </p:cNvPr>
          <p:cNvSpPr>
            <a:spLocks xmlns:a="http://schemas.openxmlformats.org/drawingml/2006/main" noGrp="1"/>
          </p:cNvSpPr>
          <p:nvPr/>
        </p:nvSpPr>
        <p:spPr>
          <a:xfrm xmlns:a="http://schemas.openxmlformats.org/drawingml/2006/main">
            <a:off x="58007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8" name="diagram-167">
            <a:extLst xmlns:a="http://schemas.openxmlformats.org/drawingml/2006/main">
              <a:ext uri="{FF2B5EF4-FFF2-40B4-BE49-F238E27FC236}">
                <a16:creationId xmlns:a16="http://schemas.microsoft.com/office/drawing/2014/main" id="{396211BE-6B0F-46B6-AA45-96C611D96C1F}"/>
              </a:ext>
            </a:extLst>
          </p:cNvPr>
          <p:cNvSpPr>
            <a:spLocks xmlns:a="http://schemas.openxmlformats.org/drawingml/2006/main" noGrp="1"/>
          </p:cNvSpPr>
          <p:nvPr/>
        </p:nvSpPr>
        <p:spPr>
          <a:xfrm xmlns:a="http://schemas.openxmlformats.org/drawingml/2006/main">
            <a:off x="59436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9" name="diagram-168">
            <a:extLst xmlns:a="http://schemas.openxmlformats.org/drawingml/2006/main">
              <a:ext uri="{FF2B5EF4-FFF2-40B4-BE49-F238E27FC236}">
                <a16:creationId xmlns:a16="http://schemas.microsoft.com/office/drawing/2014/main" id="{8D008D9D-4FA0-416F-ABC2-33172EACBC42}"/>
              </a:ext>
            </a:extLst>
          </p:cNvPr>
          <p:cNvSpPr>
            <a:spLocks xmlns:a="http://schemas.openxmlformats.org/drawingml/2006/main" noGrp="1"/>
          </p:cNvSpPr>
          <p:nvPr/>
        </p:nvSpPr>
        <p:spPr>
          <a:xfrm xmlns:a="http://schemas.openxmlformats.org/drawingml/2006/main">
            <a:off x="60864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0" name="diagram-169">
            <a:extLst xmlns:a="http://schemas.openxmlformats.org/drawingml/2006/main">
              <a:ext uri="{FF2B5EF4-FFF2-40B4-BE49-F238E27FC236}">
                <a16:creationId xmlns:a16="http://schemas.microsoft.com/office/drawing/2014/main" id="{2E9B448C-DA4E-4453-A29F-3B9D7E94CC55}"/>
              </a:ext>
            </a:extLst>
          </p:cNvPr>
          <p:cNvSpPr>
            <a:spLocks xmlns:a="http://schemas.openxmlformats.org/drawingml/2006/main" noGrp="1"/>
          </p:cNvSpPr>
          <p:nvPr/>
        </p:nvSpPr>
        <p:spPr>
          <a:xfrm xmlns:a="http://schemas.openxmlformats.org/drawingml/2006/main">
            <a:off x="62293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1" name="diagram-170">
            <a:extLst xmlns:a="http://schemas.openxmlformats.org/drawingml/2006/main">
              <a:ext uri="{FF2B5EF4-FFF2-40B4-BE49-F238E27FC236}">
                <a16:creationId xmlns:a16="http://schemas.microsoft.com/office/drawing/2014/main" id="{BEB4E5A8-0A47-43CB-920C-D8E31C735C8D}"/>
              </a:ext>
            </a:extLst>
          </p:cNvPr>
          <p:cNvSpPr>
            <a:spLocks xmlns:a="http://schemas.openxmlformats.org/drawingml/2006/main" noGrp="1"/>
          </p:cNvSpPr>
          <p:nvPr/>
        </p:nvSpPr>
        <p:spPr>
          <a:xfrm xmlns:a="http://schemas.openxmlformats.org/drawingml/2006/main">
            <a:off x="63722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2" name="diagram-171">
            <a:extLst xmlns:a="http://schemas.openxmlformats.org/drawingml/2006/main">
              <a:ext uri="{FF2B5EF4-FFF2-40B4-BE49-F238E27FC236}">
                <a16:creationId xmlns:a16="http://schemas.microsoft.com/office/drawing/2014/main" id="{E0B97BE5-4FF7-402E-B38B-35FDB30F44E9}"/>
              </a:ext>
            </a:extLst>
          </p:cNvPr>
          <p:cNvSpPr>
            <a:spLocks xmlns:a="http://schemas.openxmlformats.org/drawingml/2006/main" noGrp="1"/>
          </p:cNvSpPr>
          <p:nvPr/>
        </p:nvSpPr>
        <p:spPr>
          <a:xfrm xmlns:a="http://schemas.openxmlformats.org/drawingml/2006/main">
            <a:off x="42291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3" name="diagram-172">
            <a:extLst xmlns:a="http://schemas.openxmlformats.org/drawingml/2006/main">
              <a:ext uri="{FF2B5EF4-FFF2-40B4-BE49-F238E27FC236}">
                <a16:creationId xmlns:a16="http://schemas.microsoft.com/office/drawing/2014/main" id="{48CBF74F-FE97-49E0-BEDC-10487C1FD407}"/>
              </a:ext>
            </a:extLst>
          </p:cNvPr>
          <p:cNvSpPr>
            <a:spLocks xmlns:a="http://schemas.openxmlformats.org/drawingml/2006/main" noGrp="1"/>
          </p:cNvSpPr>
          <p:nvPr/>
        </p:nvSpPr>
        <p:spPr>
          <a:xfrm xmlns:a="http://schemas.openxmlformats.org/drawingml/2006/main">
            <a:off x="43719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4" name="diagram-173">
            <a:extLst xmlns:a="http://schemas.openxmlformats.org/drawingml/2006/main">
              <a:ext uri="{FF2B5EF4-FFF2-40B4-BE49-F238E27FC236}">
                <a16:creationId xmlns:a16="http://schemas.microsoft.com/office/drawing/2014/main" id="{0685193C-EAC7-438B-B3AA-5E3BC5420334}"/>
              </a:ext>
            </a:extLst>
          </p:cNvPr>
          <p:cNvSpPr>
            <a:spLocks xmlns:a="http://schemas.openxmlformats.org/drawingml/2006/main" noGrp="1"/>
          </p:cNvSpPr>
          <p:nvPr/>
        </p:nvSpPr>
        <p:spPr>
          <a:xfrm xmlns:a="http://schemas.openxmlformats.org/drawingml/2006/main">
            <a:off x="45148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5" name="diagram-174">
            <a:extLst xmlns:a="http://schemas.openxmlformats.org/drawingml/2006/main">
              <a:ext uri="{FF2B5EF4-FFF2-40B4-BE49-F238E27FC236}">
                <a16:creationId xmlns:a16="http://schemas.microsoft.com/office/drawing/2014/main" id="{E068DDFC-3CF3-46CB-ABD1-88A1C832AD9E}"/>
              </a:ext>
            </a:extLst>
          </p:cNvPr>
          <p:cNvSpPr>
            <a:spLocks xmlns:a="http://schemas.openxmlformats.org/drawingml/2006/main" noGrp="1"/>
          </p:cNvSpPr>
          <p:nvPr/>
        </p:nvSpPr>
        <p:spPr>
          <a:xfrm xmlns:a="http://schemas.openxmlformats.org/drawingml/2006/main">
            <a:off x="46577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6" name="diagram-175">
            <a:extLst xmlns:a="http://schemas.openxmlformats.org/drawingml/2006/main">
              <a:ext uri="{FF2B5EF4-FFF2-40B4-BE49-F238E27FC236}">
                <a16:creationId xmlns:a16="http://schemas.microsoft.com/office/drawing/2014/main" id="{A84F2E38-577D-44EE-A167-EA30A1C9E1E5}"/>
              </a:ext>
            </a:extLst>
          </p:cNvPr>
          <p:cNvSpPr>
            <a:spLocks xmlns:a="http://schemas.openxmlformats.org/drawingml/2006/main" noGrp="1"/>
          </p:cNvSpPr>
          <p:nvPr/>
        </p:nvSpPr>
        <p:spPr>
          <a:xfrm xmlns:a="http://schemas.openxmlformats.org/drawingml/2006/main">
            <a:off x="48006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7" name="diagram-176">
            <a:extLst xmlns:a="http://schemas.openxmlformats.org/drawingml/2006/main">
              <a:ext uri="{FF2B5EF4-FFF2-40B4-BE49-F238E27FC236}">
                <a16:creationId xmlns:a16="http://schemas.microsoft.com/office/drawing/2014/main" id="{C1E75A12-17BE-4128-8839-6314C3881AE2}"/>
              </a:ext>
            </a:extLst>
          </p:cNvPr>
          <p:cNvSpPr>
            <a:spLocks xmlns:a="http://schemas.openxmlformats.org/drawingml/2006/main" noGrp="1"/>
          </p:cNvSpPr>
          <p:nvPr/>
        </p:nvSpPr>
        <p:spPr>
          <a:xfrm xmlns:a="http://schemas.openxmlformats.org/drawingml/2006/main">
            <a:off x="49434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8" name="diagram-177">
            <a:extLst xmlns:a="http://schemas.openxmlformats.org/drawingml/2006/main">
              <a:ext uri="{FF2B5EF4-FFF2-40B4-BE49-F238E27FC236}">
                <a16:creationId xmlns:a16="http://schemas.microsoft.com/office/drawing/2014/main" id="{9F665AC7-3A41-47B8-BAF0-744E4DC29072}"/>
              </a:ext>
            </a:extLst>
          </p:cNvPr>
          <p:cNvSpPr>
            <a:spLocks xmlns:a="http://schemas.openxmlformats.org/drawingml/2006/main" noGrp="1"/>
          </p:cNvSpPr>
          <p:nvPr/>
        </p:nvSpPr>
        <p:spPr>
          <a:xfrm xmlns:a="http://schemas.openxmlformats.org/drawingml/2006/main">
            <a:off x="50863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9" name="diagram-178">
            <a:extLst xmlns:a="http://schemas.openxmlformats.org/drawingml/2006/main">
              <a:ext uri="{FF2B5EF4-FFF2-40B4-BE49-F238E27FC236}">
                <a16:creationId xmlns:a16="http://schemas.microsoft.com/office/drawing/2014/main" id="{98E4B8A0-3551-429D-8CDD-0499495997C6}"/>
              </a:ext>
            </a:extLst>
          </p:cNvPr>
          <p:cNvSpPr>
            <a:spLocks xmlns:a="http://schemas.openxmlformats.org/drawingml/2006/main" noGrp="1"/>
          </p:cNvSpPr>
          <p:nvPr/>
        </p:nvSpPr>
        <p:spPr>
          <a:xfrm xmlns:a="http://schemas.openxmlformats.org/drawingml/2006/main">
            <a:off x="52292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0" name="diagram-179">
            <a:extLst xmlns:a="http://schemas.openxmlformats.org/drawingml/2006/main">
              <a:ext uri="{FF2B5EF4-FFF2-40B4-BE49-F238E27FC236}">
                <a16:creationId xmlns:a16="http://schemas.microsoft.com/office/drawing/2014/main" id="{E33FBE8D-32A2-4DE6-9EDF-9DB79B2F065E}"/>
              </a:ext>
            </a:extLst>
          </p:cNvPr>
          <p:cNvSpPr>
            <a:spLocks xmlns:a="http://schemas.openxmlformats.org/drawingml/2006/main" noGrp="1"/>
          </p:cNvSpPr>
          <p:nvPr/>
        </p:nvSpPr>
        <p:spPr>
          <a:xfrm xmlns:a="http://schemas.openxmlformats.org/drawingml/2006/main">
            <a:off x="53721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1" name="diagram-180">
            <a:extLst xmlns:a="http://schemas.openxmlformats.org/drawingml/2006/main">
              <a:ext uri="{FF2B5EF4-FFF2-40B4-BE49-F238E27FC236}">
                <a16:creationId xmlns:a16="http://schemas.microsoft.com/office/drawing/2014/main" id="{D2D66ADA-2847-40DE-ABB0-B6FE5F10BC2C}"/>
              </a:ext>
            </a:extLst>
          </p:cNvPr>
          <p:cNvSpPr>
            <a:spLocks xmlns:a="http://schemas.openxmlformats.org/drawingml/2006/main" noGrp="1"/>
          </p:cNvSpPr>
          <p:nvPr/>
        </p:nvSpPr>
        <p:spPr>
          <a:xfrm xmlns:a="http://schemas.openxmlformats.org/drawingml/2006/main">
            <a:off x="55149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2" name="diagram-181">
            <a:extLst xmlns:a="http://schemas.openxmlformats.org/drawingml/2006/main">
              <a:ext uri="{FF2B5EF4-FFF2-40B4-BE49-F238E27FC236}">
                <a16:creationId xmlns:a16="http://schemas.microsoft.com/office/drawing/2014/main" id="{126DE029-6F28-44BA-A8C8-338ED0FAED89}"/>
              </a:ext>
            </a:extLst>
          </p:cNvPr>
          <p:cNvSpPr>
            <a:spLocks xmlns:a="http://schemas.openxmlformats.org/drawingml/2006/main" noGrp="1"/>
          </p:cNvSpPr>
          <p:nvPr/>
        </p:nvSpPr>
        <p:spPr>
          <a:xfrm xmlns:a="http://schemas.openxmlformats.org/drawingml/2006/main">
            <a:off x="56578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3" name="diagram-182">
            <a:extLst xmlns:a="http://schemas.openxmlformats.org/drawingml/2006/main">
              <a:ext uri="{FF2B5EF4-FFF2-40B4-BE49-F238E27FC236}">
                <a16:creationId xmlns:a16="http://schemas.microsoft.com/office/drawing/2014/main" id="{A75130C8-F739-4C27-B58A-8B9E1EE81AD3}"/>
              </a:ext>
            </a:extLst>
          </p:cNvPr>
          <p:cNvSpPr>
            <a:spLocks xmlns:a="http://schemas.openxmlformats.org/drawingml/2006/main" noGrp="1"/>
          </p:cNvSpPr>
          <p:nvPr/>
        </p:nvSpPr>
        <p:spPr>
          <a:xfrm xmlns:a="http://schemas.openxmlformats.org/drawingml/2006/main">
            <a:off x="58007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4" name="diagram-183">
            <a:extLst xmlns:a="http://schemas.openxmlformats.org/drawingml/2006/main">
              <a:ext uri="{FF2B5EF4-FFF2-40B4-BE49-F238E27FC236}">
                <a16:creationId xmlns:a16="http://schemas.microsoft.com/office/drawing/2014/main" id="{E22E00D4-418E-43E8-A15C-2339E37198CE}"/>
              </a:ext>
            </a:extLst>
          </p:cNvPr>
          <p:cNvSpPr>
            <a:spLocks xmlns:a="http://schemas.openxmlformats.org/drawingml/2006/main" noGrp="1"/>
          </p:cNvSpPr>
          <p:nvPr/>
        </p:nvSpPr>
        <p:spPr>
          <a:xfrm xmlns:a="http://schemas.openxmlformats.org/drawingml/2006/main">
            <a:off x="59436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5" name="diagram-184">
            <a:extLst xmlns:a="http://schemas.openxmlformats.org/drawingml/2006/main">
              <a:ext uri="{FF2B5EF4-FFF2-40B4-BE49-F238E27FC236}">
                <a16:creationId xmlns:a16="http://schemas.microsoft.com/office/drawing/2014/main" id="{D6A895E7-1179-4AAC-B509-C314D2155C63}"/>
              </a:ext>
            </a:extLst>
          </p:cNvPr>
          <p:cNvSpPr>
            <a:spLocks xmlns:a="http://schemas.openxmlformats.org/drawingml/2006/main" noGrp="1"/>
          </p:cNvSpPr>
          <p:nvPr/>
        </p:nvSpPr>
        <p:spPr>
          <a:xfrm xmlns:a="http://schemas.openxmlformats.org/drawingml/2006/main">
            <a:off x="60864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6" name="diagram-185">
            <a:extLst xmlns:a="http://schemas.openxmlformats.org/drawingml/2006/main">
              <a:ext uri="{FF2B5EF4-FFF2-40B4-BE49-F238E27FC236}">
                <a16:creationId xmlns:a16="http://schemas.microsoft.com/office/drawing/2014/main" id="{F72CFC75-BE38-4065-A5BE-B5129B0D8005}"/>
              </a:ext>
            </a:extLst>
          </p:cNvPr>
          <p:cNvSpPr>
            <a:spLocks xmlns:a="http://schemas.openxmlformats.org/drawingml/2006/main" noGrp="1"/>
          </p:cNvSpPr>
          <p:nvPr/>
        </p:nvSpPr>
        <p:spPr>
          <a:xfrm xmlns:a="http://schemas.openxmlformats.org/drawingml/2006/main">
            <a:off x="62293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7" name="diagram-186">
            <a:extLst xmlns:a="http://schemas.openxmlformats.org/drawingml/2006/main">
              <a:ext uri="{FF2B5EF4-FFF2-40B4-BE49-F238E27FC236}">
                <a16:creationId xmlns:a16="http://schemas.microsoft.com/office/drawing/2014/main" id="{3AD45927-D44A-4E8D-B462-EEA787A9709F}"/>
              </a:ext>
            </a:extLst>
          </p:cNvPr>
          <p:cNvSpPr>
            <a:spLocks xmlns:a="http://schemas.openxmlformats.org/drawingml/2006/main" noGrp="1"/>
          </p:cNvSpPr>
          <p:nvPr/>
        </p:nvSpPr>
        <p:spPr>
          <a:xfrm xmlns:a="http://schemas.openxmlformats.org/drawingml/2006/main">
            <a:off x="63722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8" name="diagram-187">
            <a:extLst xmlns:a="http://schemas.openxmlformats.org/drawingml/2006/main">
              <a:ext uri="{FF2B5EF4-FFF2-40B4-BE49-F238E27FC236}">
                <a16:creationId xmlns:a16="http://schemas.microsoft.com/office/drawing/2014/main" id="{0B79B9F9-65BC-449B-A2E6-6CE5347198D5}"/>
              </a:ext>
            </a:extLst>
          </p:cNvPr>
          <p:cNvSpPr>
            <a:spLocks xmlns:a="http://schemas.openxmlformats.org/drawingml/2006/main" noGrp="1"/>
          </p:cNvSpPr>
          <p:nvPr/>
        </p:nvSpPr>
        <p:spPr>
          <a:xfrm xmlns:a="http://schemas.openxmlformats.org/drawingml/2006/main">
            <a:off x="42291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9" name="diagram-188">
            <a:extLst xmlns:a="http://schemas.openxmlformats.org/drawingml/2006/main">
              <a:ext uri="{FF2B5EF4-FFF2-40B4-BE49-F238E27FC236}">
                <a16:creationId xmlns:a16="http://schemas.microsoft.com/office/drawing/2014/main" id="{47176414-8324-44D3-9907-D47571219D61}"/>
              </a:ext>
            </a:extLst>
          </p:cNvPr>
          <p:cNvSpPr>
            <a:spLocks xmlns:a="http://schemas.openxmlformats.org/drawingml/2006/main" noGrp="1"/>
          </p:cNvSpPr>
          <p:nvPr/>
        </p:nvSpPr>
        <p:spPr>
          <a:xfrm xmlns:a="http://schemas.openxmlformats.org/drawingml/2006/main">
            <a:off x="43719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0" name="diagram-189">
            <a:extLst xmlns:a="http://schemas.openxmlformats.org/drawingml/2006/main">
              <a:ext uri="{FF2B5EF4-FFF2-40B4-BE49-F238E27FC236}">
                <a16:creationId xmlns:a16="http://schemas.microsoft.com/office/drawing/2014/main" id="{EDA5ECDF-7E4F-4055-B885-5A9EFEA8C34F}"/>
              </a:ext>
            </a:extLst>
          </p:cNvPr>
          <p:cNvSpPr>
            <a:spLocks xmlns:a="http://schemas.openxmlformats.org/drawingml/2006/main" noGrp="1"/>
          </p:cNvSpPr>
          <p:nvPr/>
        </p:nvSpPr>
        <p:spPr>
          <a:xfrm xmlns:a="http://schemas.openxmlformats.org/drawingml/2006/main">
            <a:off x="45148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1" name="diagram-190">
            <a:extLst xmlns:a="http://schemas.openxmlformats.org/drawingml/2006/main">
              <a:ext uri="{FF2B5EF4-FFF2-40B4-BE49-F238E27FC236}">
                <a16:creationId xmlns:a16="http://schemas.microsoft.com/office/drawing/2014/main" id="{3455FD99-F06D-4F3B-8446-AF612C37AEFE}"/>
              </a:ext>
            </a:extLst>
          </p:cNvPr>
          <p:cNvSpPr>
            <a:spLocks xmlns:a="http://schemas.openxmlformats.org/drawingml/2006/main" noGrp="1"/>
          </p:cNvSpPr>
          <p:nvPr/>
        </p:nvSpPr>
        <p:spPr>
          <a:xfrm xmlns:a="http://schemas.openxmlformats.org/drawingml/2006/main">
            <a:off x="46577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2" name="diagram-191">
            <a:extLst xmlns:a="http://schemas.openxmlformats.org/drawingml/2006/main">
              <a:ext uri="{FF2B5EF4-FFF2-40B4-BE49-F238E27FC236}">
                <a16:creationId xmlns:a16="http://schemas.microsoft.com/office/drawing/2014/main" id="{C3399328-13F4-40AF-99AE-0FDD521A5B81}"/>
              </a:ext>
            </a:extLst>
          </p:cNvPr>
          <p:cNvSpPr>
            <a:spLocks xmlns:a="http://schemas.openxmlformats.org/drawingml/2006/main" noGrp="1"/>
          </p:cNvSpPr>
          <p:nvPr/>
        </p:nvSpPr>
        <p:spPr>
          <a:xfrm xmlns:a="http://schemas.openxmlformats.org/drawingml/2006/main">
            <a:off x="48006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3" name="diagram-192">
            <a:extLst xmlns:a="http://schemas.openxmlformats.org/drawingml/2006/main">
              <a:ext uri="{FF2B5EF4-FFF2-40B4-BE49-F238E27FC236}">
                <a16:creationId xmlns:a16="http://schemas.microsoft.com/office/drawing/2014/main" id="{2DA847D4-DC52-407A-90BF-E577D78AB952}"/>
              </a:ext>
            </a:extLst>
          </p:cNvPr>
          <p:cNvSpPr>
            <a:spLocks xmlns:a="http://schemas.openxmlformats.org/drawingml/2006/main" noGrp="1"/>
          </p:cNvSpPr>
          <p:nvPr/>
        </p:nvSpPr>
        <p:spPr>
          <a:xfrm xmlns:a="http://schemas.openxmlformats.org/drawingml/2006/main">
            <a:off x="49434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4" name="diagram-193">
            <a:extLst xmlns:a="http://schemas.openxmlformats.org/drawingml/2006/main">
              <a:ext uri="{FF2B5EF4-FFF2-40B4-BE49-F238E27FC236}">
                <a16:creationId xmlns:a16="http://schemas.microsoft.com/office/drawing/2014/main" id="{76CB52A3-DBC8-4CFD-BF5C-85CFC3DE46B2}"/>
              </a:ext>
            </a:extLst>
          </p:cNvPr>
          <p:cNvSpPr>
            <a:spLocks xmlns:a="http://schemas.openxmlformats.org/drawingml/2006/main" noGrp="1"/>
          </p:cNvSpPr>
          <p:nvPr/>
        </p:nvSpPr>
        <p:spPr>
          <a:xfrm xmlns:a="http://schemas.openxmlformats.org/drawingml/2006/main">
            <a:off x="50863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5" name="diagram-194">
            <a:extLst xmlns:a="http://schemas.openxmlformats.org/drawingml/2006/main">
              <a:ext uri="{FF2B5EF4-FFF2-40B4-BE49-F238E27FC236}">
                <a16:creationId xmlns:a16="http://schemas.microsoft.com/office/drawing/2014/main" id="{E2ABF293-6ABE-411E-B0DF-C78581D9F1A1}"/>
              </a:ext>
            </a:extLst>
          </p:cNvPr>
          <p:cNvSpPr>
            <a:spLocks xmlns:a="http://schemas.openxmlformats.org/drawingml/2006/main" noGrp="1"/>
          </p:cNvSpPr>
          <p:nvPr/>
        </p:nvSpPr>
        <p:spPr>
          <a:xfrm xmlns:a="http://schemas.openxmlformats.org/drawingml/2006/main">
            <a:off x="52292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6" name="diagram-195">
            <a:extLst xmlns:a="http://schemas.openxmlformats.org/drawingml/2006/main">
              <a:ext uri="{FF2B5EF4-FFF2-40B4-BE49-F238E27FC236}">
                <a16:creationId xmlns:a16="http://schemas.microsoft.com/office/drawing/2014/main" id="{1E951005-437C-4A76-B182-34F4E0800405}"/>
              </a:ext>
            </a:extLst>
          </p:cNvPr>
          <p:cNvSpPr>
            <a:spLocks xmlns:a="http://schemas.openxmlformats.org/drawingml/2006/main" noGrp="1"/>
          </p:cNvSpPr>
          <p:nvPr/>
        </p:nvSpPr>
        <p:spPr>
          <a:xfrm xmlns:a="http://schemas.openxmlformats.org/drawingml/2006/main">
            <a:off x="53721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7" name="diagram-196">
            <a:extLst xmlns:a="http://schemas.openxmlformats.org/drawingml/2006/main">
              <a:ext uri="{FF2B5EF4-FFF2-40B4-BE49-F238E27FC236}">
                <a16:creationId xmlns:a16="http://schemas.microsoft.com/office/drawing/2014/main" id="{FE5FD986-347F-423E-9F75-CA854E36848E}"/>
              </a:ext>
            </a:extLst>
          </p:cNvPr>
          <p:cNvSpPr>
            <a:spLocks xmlns:a="http://schemas.openxmlformats.org/drawingml/2006/main" noGrp="1"/>
          </p:cNvSpPr>
          <p:nvPr/>
        </p:nvSpPr>
        <p:spPr>
          <a:xfrm xmlns:a="http://schemas.openxmlformats.org/drawingml/2006/main">
            <a:off x="55149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8" name="diagram-197">
            <a:extLst xmlns:a="http://schemas.openxmlformats.org/drawingml/2006/main">
              <a:ext uri="{FF2B5EF4-FFF2-40B4-BE49-F238E27FC236}">
                <a16:creationId xmlns:a16="http://schemas.microsoft.com/office/drawing/2014/main" id="{8F7B91B0-A5AF-4FA2-A717-024A24490696}"/>
              </a:ext>
            </a:extLst>
          </p:cNvPr>
          <p:cNvSpPr>
            <a:spLocks xmlns:a="http://schemas.openxmlformats.org/drawingml/2006/main" noGrp="1"/>
          </p:cNvSpPr>
          <p:nvPr/>
        </p:nvSpPr>
        <p:spPr>
          <a:xfrm xmlns:a="http://schemas.openxmlformats.org/drawingml/2006/main">
            <a:off x="56578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9" name="diagram-198">
            <a:extLst xmlns:a="http://schemas.openxmlformats.org/drawingml/2006/main">
              <a:ext uri="{FF2B5EF4-FFF2-40B4-BE49-F238E27FC236}">
                <a16:creationId xmlns:a16="http://schemas.microsoft.com/office/drawing/2014/main" id="{82A20739-1266-4C1B-9F7F-1D0D3436A947}"/>
              </a:ext>
            </a:extLst>
          </p:cNvPr>
          <p:cNvSpPr>
            <a:spLocks xmlns:a="http://schemas.openxmlformats.org/drawingml/2006/main" noGrp="1"/>
          </p:cNvSpPr>
          <p:nvPr/>
        </p:nvSpPr>
        <p:spPr>
          <a:xfrm xmlns:a="http://schemas.openxmlformats.org/drawingml/2006/main">
            <a:off x="58007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0" name="diagram-199">
            <a:extLst xmlns:a="http://schemas.openxmlformats.org/drawingml/2006/main">
              <a:ext uri="{FF2B5EF4-FFF2-40B4-BE49-F238E27FC236}">
                <a16:creationId xmlns:a16="http://schemas.microsoft.com/office/drawing/2014/main" id="{24CA81C8-1A19-4005-AE7B-A39FF3369D01}"/>
              </a:ext>
            </a:extLst>
          </p:cNvPr>
          <p:cNvSpPr>
            <a:spLocks xmlns:a="http://schemas.openxmlformats.org/drawingml/2006/main" noGrp="1"/>
          </p:cNvSpPr>
          <p:nvPr/>
        </p:nvSpPr>
        <p:spPr>
          <a:xfrm xmlns:a="http://schemas.openxmlformats.org/drawingml/2006/main">
            <a:off x="59436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1" name="diagram-200">
            <a:extLst xmlns:a="http://schemas.openxmlformats.org/drawingml/2006/main">
              <a:ext uri="{FF2B5EF4-FFF2-40B4-BE49-F238E27FC236}">
                <a16:creationId xmlns:a16="http://schemas.microsoft.com/office/drawing/2014/main" id="{1FD22511-5209-4AB2-A598-588215867F37}"/>
              </a:ext>
            </a:extLst>
          </p:cNvPr>
          <p:cNvSpPr>
            <a:spLocks xmlns:a="http://schemas.openxmlformats.org/drawingml/2006/main" noGrp="1"/>
          </p:cNvSpPr>
          <p:nvPr/>
        </p:nvSpPr>
        <p:spPr>
          <a:xfrm xmlns:a="http://schemas.openxmlformats.org/drawingml/2006/main">
            <a:off x="60864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2" name="diagram-201">
            <a:extLst xmlns:a="http://schemas.openxmlformats.org/drawingml/2006/main">
              <a:ext uri="{FF2B5EF4-FFF2-40B4-BE49-F238E27FC236}">
                <a16:creationId xmlns:a16="http://schemas.microsoft.com/office/drawing/2014/main" id="{E1725781-BC1B-4617-9BC4-44FA4B6E6DFF}"/>
              </a:ext>
            </a:extLst>
          </p:cNvPr>
          <p:cNvSpPr>
            <a:spLocks xmlns:a="http://schemas.openxmlformats.org/drawingml/2006/main" noGrp="1"/>
          </p:cNvSpPr>
          <p:nvPr/>
        </p:nvSpPr>
        <p:spPr>
          <a:xfrm xmlns:a="http://schemas.openxmlformats.org/drawingml/2006/main">
            <a:off x="62293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3" name="diagram-202">
            <a:extLst xmlns:a="http://schemas.openxmlformats.org/drawingml/2006/main">
              <a:ext uri="{FF2B5EF4-FFF2-40B4-BE49-F238E27FC236}">
                <a16:creationId xmlns:a16="http://schemas.microsoft.com/office/drawing/2014/main" id="{32DD0F87-9782-41DC-AFF2-C48B631E61C9}"/>
              </a:ext>
            </a:extLst>
          </p:cNvPr>
          <p:cNvSpPr>
            <a:spLocks xmlns:a="http://schemas.openxmlformats.org/drawingml/2006/main" noGrp="1"/>
          </p:cNvSpPr>
          <p:nvPr/>
        </p:nvSpPr>
        <p:spPr>
          <a:xfrm xmlns:a="http://schemas.openxmlformats.org/drawingml/2006/main">
            <a:off x="63722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4" name="diagram-203">
            <a:extLst xmlns:a="http://schemas.openxmlformats.org/drawingml/2006/main">
              <a:ext uri="{FF2B5EF4-FFF2-40B4-BE49-F238E27FC236}">
                <a16:creationId xmlns:a16="http://schemas.microsoft.com/office/drawing/2014/main" id="{973245B9-82F5-4CBB-83CC-BB8F34D3731A}"/>
              </a:ext>
            </a:extLst>
          </p:cNvPr>
          <p:cNvSpPr>
            <a:spLocks xmlns:a="http://schemas.openxmlformats.org/drawingml/2006/main" noGrp="1"/>
          </p:cNvSpPr>
          <p:nvPr/>
        </p:nvSpPr>
        <p:spPr>
          <a:xfrm xmlns:a="http://schemas.openxmlformats.org/drawingml/2006/main">
            <a:off x="42291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5" name="diagram-204">
            <a:extLst xmlns:a="http://schemas.openxmlformats.org/drawingml/2006/main">
              <a:ext uri="{FF2B5EF4-FFF2-40B4-BE49-F238E27FC236}">
                <a16:creationId xmlns:a16="http://schemas.microsoft.com/office/drawing/2014/main" id="{FB7E6F94-7687-4F26-803A-381E55F824F9}"/>
              </a:ext>
            </a:extLst>
          </p:cNvPr>
          <p:cNvSpPr>
            <a:spLocks xmlns:a="http://schemas.openxmlformats.org/drawingml/2006/main" noGrp="1"/>
          </p:cNvSpPr>
          <p:nvPr/>
        </p:nvSpPr>
        <p:spPr>
          <a:xfrm xmlns:a="http://schemas.openxmlformats.org/drawingml/2006/main">
            <a:off x="43719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6" name="diagram-205">
            <a:extLst xmlns:a="http://schemas.openxmlformats.org/drawingml/2006/main">
              <a:ext uri="{FF2B5EF4-FFF2-40B4-BE49-F238E27FC236}">
                <a16:creationId xmlns:a16="http://schemas.microsoft.com/office/drawing/2014/main" id="{4F23389F-6EA1-4943-B3F8-EFC8561B8E19}"/>
              </a:ext>
            </a:extLst>
          </p:cNvPr>
          <p:cNvSpPr>
            <a:spLocks xmlns:a="http://schemas.openxmlformats.org/drawingml/2006/main" noGrp="1"/>
          </p:cNvSpPr>
          <p:nvPr/>
        </p:nvSpPr>
        <p:spPr>
          <a:xfrm xmlns:a="http://schemas.openxmlformats.org/drawingml/2006/main">
            <a:off x="45148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7" name="diagram-206">
            <a:extLst xmlns:a="http://schemas.openxmlformats.org/drawingml/2006/main">
              <a:ext uri="{FF2B5EF4-FFF2-40B4-BE49-F238E27FC236}">
                <a16:creationId xmlns:a16="http://schemas.microsoft.com/office/drawing/2014/main" id="{ED08A7D5-6CC5-4969-B1A9-8B09F9BC3FE4}"/>
              </a:ext>
            </a:extLst>
          </p:cNvPr>
          <p:cNvSpPr>
            <a:spLocks xmlns:a="http://schemas.openxmlformats.org/drawingml/2006/main" noGrp="1"/>
          </p:cNvSpPr>
          <p:nvPr/>
        </p:nvSpPr>
        <p:spPr>
          <a:xfrm xmlns:a="http://schemas.openxmlformats.org/drawingml/2006/main">
            <a:off x="46577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8" name="diagram-207">
            <a:extLst xmlns:a="http://schemas.openxmlformats.org/drawingml/2006/main">
              <a:ext uri="{FF2B5EF4-FFF2-40B4-BE49-F238E27FC236}">
                <a16:creationId xmlns:a16="http://schemas.microsoft.com/office/drawing/2014/main" id="{5910F363-AE10-41A0-941F-A444CBC132EF}"/>
              </a:ext>
            </a:extLst>
          </p:cNvPr>
          <p:cNvSpPr>
            <a:spLocks xmlns:a="http://schemas.openxmlformats.org/drawingml/2006/main" noGrp="1"/>
          </p:cNvSpPr>
          <p:nvPr/>
        </p:nvSpPr>
        <p:spPr>
          <a:xfrm xmlns:a="http://schemas.openxmlformats.org/drawingml/2006/main">
            <a:off x="48006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9" name="diagram-208">
            <a:extLst xmlns:a="http://schemas.openxmlformats.org/drawingml/2006/main">
              <a:ext uri="{FF2B5EF4-FFF2-40B4-BE49-F238E27FC236}">
                <a16:creationId xmlns:a16="http://schemas.microsoft.com/office/drawing/2014/main" id="{9F710E69-D3BB-44EF-8D1C-B75143A0D132}"/>
              </a:ext>
            </a:extLst>
          </p:cNvPr>
          <p:cNvSpPr>
            <a:spLocks xmlns:a="http://schemas.openxmlformats.org/drawingml/2006/main" noGrp="1"/>
          </p:cNvSpPr>
          <p:nvPr/>
        </p:nvSpPr>
        <p:spPr>
          <a:xfrm xmlns:a="http://schemas.openxmlformats.org/drawingml/2006/main">
            <a:off x="49434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0" name="diagram-209">
            <a:extLst xmlns:a="http://schemas.openxmlformats.org/drawingml/2006/main">
              <a:ext uri="{FF2B5EF4-FFF2-40B4-BE49-F238E27FC236}">
                <a16:creationId xmlns:a16="http://schemas.microsoft.com/office/drawing/2014/main" id="{BAC942A3-015B-44E9-A40A-8D32E43C6785}"/>
              </a:ext>
            </a:extLst>
          </p:cNvPr>
          <p:cNvSpPr>
            <a:spLocks xmlns:a="http://schemas.openxmlformats.org/drawingml/2006/main" noGrp="1"/>
          </p:cNvSpPr>
          <p:nvPr/>
        </p:nvSpPr>
        <p:spPr>
          <a:xfrm xmlns:a="http://schemas.openxmlformats.org/drawingml/2006/main">
            <a:off x="50863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1" name="diagram-210">
            <a:extLst xmlns:a="http://schemas.openxmlformats.org/drawingml/2006/main">
              <a:ext uri="{FF2B5EF4-FFF2-40B4-BE49-F238E27FC236}">
                <a16:creationId xmlns:a16="http://schemas.microsoft.com/office/drawing/2014/main" id="{BD2C7259-6A20-4E0B-8BEF-9B009FEB70DD}"/>
              </a:ext>
            </a:extLst>
          </p:cNvPr>
          <p:cNvSpPr>
            <a:spLocks xmlns:a="http://schemas.openxmlformats.org/drawingml/2006/main" noGrp="1"/>
          </p:cNvSpPr>
          <p:nvPr/>
        </p:nvSpPr>
        <p:spPr>
          <a:xfrm xmlns:a="http://schemas.openxmlformats.org/drawingml/2006/main">
            <a:off x="52292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2" name="diagram-211">
            <a:extLst xmlns:a="http://schemas.openxmlformats.org/drawingml/2006/main">
              <a:ext uri="{FF2B5EF4-FFF2-40B4-BE49-F238E27FC236}">
                <a16:creationId xmlns:a16="http://schemas.microsoft.com/office/drawing/2014/main" id="{EF0E0F2B-2560-4468-A713-17EADEE6CA49}"/>
              </a:ext>
            </a:extLst>
          </p:cNvPr>
          <p:cNvSpPr>
            <a:spLocks xmlns:a="http://schemas.openxmlformats.org/drawingml/2006/main" noGrp="1"/>
          </p:cNvSpPr>
          <p:nvPr/>
        </p:nvSpPr>
        <p:spPr>
          <a:xfrm xmlns:a="http://schemas.openxmlformats.org/drawingml/2006/main">
            <a:off x="53721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3" name="diagram-212">
            <a:extLst xmlns:a="http://schemas.openxmlformats.org/drawingml/2006/main">
              <a:ext uri="{FF2B5EF4-FFF2-40B4-BE49-F238E27FC236}">
                <a16:creationId xmlns:a16="http://schemas.microsoft.com/office/drawing/2014/main" id="{185CDA60-F282-4527-BE6B-3638A61FA501}"/>
              </a:ext>
            </a:extLst>
          </p:cNvPr>
          <p:cNvSpPr>
            <a:spLocks xmlns:a="http://schemas.openxmlformats.org/drawingml/2006/main" noGrp="1"/>
          </p:cNvSpPr>
          <p:nvPr/>
        </p:nvSpPr>
        <p:spPr>
          <a:xfrm xmlns:a="http://schemas.openxmlformats.org/drawingml/2006/main">
            <a:off x="55149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4" name="diagram-213">
            <a:extLst xmlns:a="http://schemas.openxmlformats.org/drawingml/2006/main">
              <a:ext uri="{FF2B5EF4-FFF2-40B4-BE49-F238E27FC236}">
                <a16:creationId xmlns:a16="http://schemas.microsoft.com/office/drawing/2014/main" id="{C492231E-FDBE-460E-84FA-B45410F69B10}"/>
              </a:ext>
            </a:extLst>
          </p:cNvPr>
          <p:cNvSpPr>
            <a:spLocks xmlns:a="http://schemas.openxmlformats.org/drawingml/2006/main" noGrp="1"/>
          </p:cNvSpPr>
          <p:nvPr/>
        </p:nvSpPr>
        <p:spPr>
          <a:xfrm xmlns:a="http://schemas.openxmlformats.org/drawingml/2006/main">
            <a:off x="56578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5" name="diagram-214">
            <a:extLst xmlns:a="http://schemas.openxmlformats.org/drawingml/2006/main">
              <a:ext uri="{FF2B5EF4-FFF2-40B4-BE49-F238E27FC236}">
                <a16:creationId xmlns:a16="http://schemas.microsoft.com/office/drawing/2014/main" id="{BC87BB39-9BBB-4904-8E31-10C975EC74E1}"/>
              </a:ext>
            </a:extLst>
          </p:cNvPr>
          <p:cNvSpPr>
            <a:spLocks xmlns:a="http://schemas.openxmlformats.org/drawingml/2006/main" noGrp="1"/>
          </p:cNvSpPr>
          <p:nvPr/>
        </p:nvSpPr>
        <p:spPr>
          <a:xfrm xmlns:a="http://schemas.openxmlformats.org/drawingml/2006/main">
            <a:off x="58007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6" name="diagram-215">
            <a:extLst xmlns:a="http://schemas.openxmlformats.org/drawingml/2006/main">
              <a:ext uri="{FF2B5EF4-FFF2-40B4-BE49-F238E27FC236}">
                <a16:creationId xmlns:a16="http://schemas.microsoft.com/office/drawing/2014/main" id="{F35AD2E7-AB01-4319-963A-B3817839D5AE}"/>
              </a:ext>
            </a:extLst>
          </p:cNvPr>
          <p:cNvSpPr>
            <a:spLocks xmlns:a="http://schemas.openxmlformats.org/drawingml/2006/main" noGrp="1"/>
          </p:cNvSpPr>
          <p:nvPr/>
        </p:nvSpPr>
        <p:spPr>
          <a:xfrm xmlns:a="http://schemas.openxmlformats.org/drawingml/2006/main">
            <a:off x="59436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7" name="diagram-216">
            <a:extLst xmlns:a="http://schemas.openxmlformats.org/drawingml/2006/main">
              <a:ext uri="{FF2B5EF4-FFF2-40B4-BE49-F238E27FC236}">
                <a16:creationId xmlns:a16="http://schemas.microsoft.com/office/drawing/2014/main" id="{EAA9B896-3F2B-487C-9C18-F22C89B7123F}"/>
              </a:ext>
            </a:extLst>
          </p:cNvPr>
          <p:cNvSpPr>
            <a:spLocks xmlns:a="http://schemas.openxmlformats.org/drawingml/2006/main" noGrp="1"/>
          </p:cNvSpPr>
          <p:nvPr/>
        </p:nvSpPr>
        <p:spPr>
          <a:xfrm xmlns:a="http://schemas.openxmlformats.org/drawingml/2006/main">
            <a:off x="60864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8" name="diagram-217">
            <a:extLst xmlns:a="http://schemas.openxmlformats.org/drawingml/2006/main">
              <a:ext uri="{FF2B5EF4-FFF2-40B4-BE49-F238E27FC236}">
                <a16:creationId xmlns:a16="http://schemas.microsoft.com/office/drawing/2014/main" id="{FAD2CB51-DC73-471D-9194-2648F9328773}"/>
              </a:ext>
            </a:extLst>
          </p:cNvPr>
          <p:cNvSpPr>
            <a:spLocks xmlns:a="http://schemas.openxmlformats.org/drawingml/2006/main" noGrp="1"/>
          </p:cNvSpPr>
          <p:nvPr/>
        </p:nvSpPr>
        <p:spPr>
          <a:xfrm xmlns:a="http://schemas.openxmlformats.org/drawingml/2006/main">
            <a:off x="62293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9" name="diagram-218">
            <a:extLst xmlns:a="http://schemas.openxmlformats.org/drawingml/2006/main">
              <a:ext uri="{FF2B5EF4-FFF2-40B4-BE49-F238E27FC236}">
                <a16:creationId xmlns:a16="http://schemas.microsoft.com/office/drawing/2014/main" id="{A409D46B-101D-4D13-AD7A-9B4CE88E715A}"/>
              </a:ext>
            </a:extLst>
          </p:cNvPr>
          <p:cNvSpPr>
            <a:spLocks xmlns:a="http://schemas.openxmlformats.org/drawingml/2006/main" noGrp="1"/>
          </p:cNvSpPr>
          <p:nvPr/>
        </p:nvSpPr>
        <p:spPr>
          <a:xfrm xmlns:a="http://schemas.openxmlformats.org/drawingml/2006/main">
            <a:off x="63722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0" name="diagram-219">
            <a:extLst xmlns:a="http://schemas.openxmlformats.org/drawingml/2006/main">
              <a:ext uri="{FF2B5EF4-FFF2-40B4-BE49-F238E27FC236}">
                <a16:creationId xmlns:a16="http://schemas.microsoft.com/office/drawing/2014/main" id="{E997CA3A-69BF-4B34-A153-A9644C127C77}"/>
              </a:ext>
            </a:extLst>
          </p:cNvPr>
          <p:cNvSpPr>
            <a:spLocks xmlns:a="http://schemas.openxmlformats.org/drawingml/2006/main" noGrp="1"/>
          </p:cNvSpPr>
          <p:nvPr/>
        </p:nvSpPr>
        <p:spPr>
          <a:xfrm xmlns:a="http://schemas.openxmlformats.org/drawingml/2006/main">
            <a:off x="42291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1" name="diagram-220">
            <a:extLst xmlns:a="http://schemas.openxmlformats.org/drawingml/2006/main">
              <a:ext uri="{FF2B5EF4-FFF2-40B4-BE49-F238E27FC236}">
                <a16:creationId xmlns:a16="http://schemas.microsoft.com/office/drawing/2014/main" id="{D14439A6-1A6A-4232-9CF3-CA2FCB7342AE}"/>
              </a:ext>
            </a:extLst>
          </p:cNvPr>
          <p:cNvSpPr>
            <a:spLocks xmlns:a="http://schemas.openxmlformats.org/drawingml/2006/main" noGrp="1"/>
          </p:cNvSpPr>
          <p:nvPr/>
        </p:nvSpPr>
        <p:spPr>
          <a:xfrm xmlns:a="http://schemas.openxmlformats.org/drawingml/2006/main">
            <a:off x="43719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2" name="diagram-221">
            <a:extLst xmlns:a="http://schemas.openxmlformats.org/drawingml/2006/main">
              <a:ext uri="{FF2B5EF4-FFF2-40B4-BE49-F238E27FC236}">
                <a16:creationId xmlns:a16="http://schemas.microsoft.com/office/drawing/2014/main" id="{D1D7EDBE-C7DC-4B6F-AA68-A989154AF7D0}"/>
              </a:ext>
            </a:extLst>
          </p:cNvPr>
          <p:cNvSpPr>
            <a:spLocks xmlns:a="http://schemas.openxmlformats.org/drawingml/2006/main" noGrp="1"/>
          </p:cNvSpPr>
          <p:nvPr/>
        </p:nvSpPr>
        <p:spPr>
          <a:xfrm xmlns:a="http://schemas.openxmlformats.org/drawingml/2006/main">
            <a:off x="45148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3" name="diagram-222">
            <a:extLst xmlns:a="http://schemas.openxmlformats.org/drawingml/2006/main">
              <a:ext uri="{FF2B5EF4-FFF2-40B4-BE49-F238E27FC236}">
                <a16:creationId xmlns:a16="http://schemas.microsoft.com/office/drawing/2014/main" id="{FCBBC164-46C6-4FCC-BD7F-55FF74D181D6}"/>
              </a:ext>
            </a:extLst>
          </p:cNvPr>
          <p:cNvSpPr>
            <a:spLocks xmlns:a="http://schemas.openxmlformats.org/drawingml/2006/main" noGrp="1"/>
          </p:cNvSpPr>
          <p:nvPr/>
        </p:nvSpPr>
        <p:spPr>
          <a:xfrm xmlns:a="http://schemas.openxmlformats.org/drawingml/2006/main">
            <a:off x="46577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4" name="diagram-223">
            <a:extLst xmlns:a="http://schemas.openxmlformats.org/drawingml/2006/main">
              <a:ext uri="{FF2B5EF4-FFF2-40B4-BE49-F238E27FC236}">
                <a16:creationId xmlns:a16="http://schemas.microsoft.com/office/drawing/2014/main" id="{59D119CE-6A5A-4806-A64E-D11812EB3E46}"/>
              </a:ext>
            </a:extLst>
          </p:cNvPr>
          <p:cNvSpPr>
            <a:spLocks xmlns:a="http://schemas.openxmlformats.org/drawingml/2006/main" noGrp="1"/>
          </p:cNvSpPr>
          <p:nvPr/>
        </p:nvSpPr>
        <p:spPr>
          <a:xfrm xmlns:a="http://schemas.openxmlformats.org/drawingml/2006/main">
            <a:off x="48006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5" name="diagram-224">
            <a:extLst xmlns:a="http://schemas.openxmlformats.org/drawingml/2006/main">
              <a:ext uri="{FF2B5EF4-FFF2-40B4-BE49-F238E27FC236}">
                <a16:creationId xmlns:a16="http://schemas.microsoft.com/office/drawing/2014/main" id="{18B5E05B-70EA-4C87-B6E1-3150F2555C06}"/>
              </a:ext>
            </a:extLst>
          </p:cNvPr>
          <p:cNvSpPr>
            <a:spLocks xmlns:a="http://schemas.openxmlformats.org/drawingml/2006/main" noGrp="1"/>
          </p:cNvSpPr>
          <p:nvPr/>
        </p:nvSpPr>
        <p:spPr>
          <a:xfrm xmlns:a="http://schemas.openxmlformats.org/drawingml/2006/main">
            <a:off x="49434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6" name="diagram-225">
            <a:extLst xmlns:a="http://schemas.openxmlformats.org/drawingml/2006/main">
              <a:ext uri="{FF2B5EF4-FFF2-40B4-BE49-F238E27FC236}">
                <a16:creationId xmlns:a16="http://schemas.microsoft.com/office/drawing/2014/main" id="{7A010B78-B951-45DD-8A38-4B74ACD11610}"/>
              </a:ext>
            </a:extLst>
          </p:cNvPr>
          <p:cNvSpPr>
            <a:spLocks xmlns:a="http://schemas.openxmlformats.org/drawingml/2006/main" noGrp="1"/>
          </p:cNvSpPr>
          <p:nvPr/>
        </p:nvSpPr>
        <p:spPr>
          <a:xfrm xmlns:a="http://schemas.openxmlformats.org/drawingml/2006/main">
            <a:off x="50863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7" name="diagram-226">
            <a:extLst xmlns:a="http://schemas.openxmlformats.org/drawingml/2006/main">
              <a:ext uri="{FF2B5EF4-FFF2-40B4-BE49-F238E27FC236}">
                <a16:creationId xmlns:a16="http://schemas.microsoft.com/office/drawing/2014/main" id="{759B90AD-0524-4135-90A4-BEEC5EB99D56}"/>
              </a:ext>
            </a:extLst>
          </p:cNvPr>
          <p:cNvSpPr>
            <a:spLocks xmlns:a="http://schemas.openxmlformats.org/drawingml/2006/main" noGrp="1"/>
          </p:cNvSpPr>
          <p:nvPr/>
        </p:nvSpPr>
        <p:spPr>
          <a:xfrm xmlns:a="http://schemas.openxmlformats.org/drawingml/2006/main">
            <a:off x="52292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8" name="diagram-227">
            <a:extLst xmlns:a="http://schemas.openxmlformats.org/drawingml/2006/main">
              <a:ext uri="{FF2B5EF4-FFF2-40B4-BE49-F238E27FC236}">
                <a16:creationId xmlns:a16="http://schemas.microsoft.com/office/drawing/2014/main" id="{4953BB70-1AFE-429C-9DCF-A55F8160359F}"/>
              </a:ext>
            </a:extLst>
          </p:cNvPr>
          <p:cNvSpPr>
            <a:spLocks xmlns:a="http://schemas.openxmlformats.org/drawingml/2006/main" noGrp="1"/>
          </p:cNvSpPr>
          <p:nvPr/>
        </p:nvSpPr>
        <p:spPr>
          <a:xfrm xmlns:a="http://schemas.openxmlformats.org/drawingml/2006/main">
            <a:off x="53721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9" name="diagram-228">
            <a:extLst xmlns:a="http://schemas.openxmlformats.org/drawingml/2006/main">
              <a:ext uri="{FF2B5EF4-FFF2-40B4-BE49-F238E27FC236}">
                <a16:creationId xmlns:a16="http://schemas.microsoft.com/office/drawing/2014/main" id="{C772EC78-7B3E-4BD8-925E-23E973D3134E}"/>
              </a:ext>
            </a:extLst>
          </p:cNvPr>
          <p:cNvSpPr>
            <a:spLocks xmlns:a="http://schemas.openxmlformats.org/drawingml/2006/main" noGrp="1"/>
          </p:cNvSpPr>
          <p:nvPr/>
        </p:nvSpPr>
        <p:spPr>
          <a:xfrm xmlns:a="http://schemas.openxmlformats.org/drawingml/2006/main">
            <a:off x="55149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0" name="diagram-229">
            <a:extLst xmlns:a="http://schemas.openxmlformats.org/drawingml/2006/main">
              <a:ext uri="{FF2B5EF4-FFF2-40B4-BE49-F238E27FC236}">
                <a16:creationId xmlns:a16="http://schemas.microsoft.com/office/drawing/2014/main" id="{3035501F-D8D3-470B-852E-1C8240DDADF9}"/>
              </a:ext>
            </a:extLst>
          </p:cNvPr>
          <p:cNvSpPr>
            <a:spLocks xmlns:a="http://schemas.openxmlformats.org/drawingml/2006/main" noGrp="1"/>
          </p:cNvSpPr>
          <p:nvPr/>
        </p:nvSpPr>
        <p:spPr>
          <a:xfrm xmlns:a="http://schemas.openxmlformats.org/drawingml/2006/main">
            <a:off x="56578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1" name="diagram-230">
            <a:extLst xmlns:a="http://schemas.openxmlformats.org/drawingml/2006/main">
              <a:ext uri="{FF2B5EF4-FFF2-40B4-BE49-F238E27FC236}">
                <a16:creationId xmlns:a16="http://schemas.microsoft.com/office/drawing/2014/main" id="{00C5EC11-0DC2-4250-A195-389BF27FB24F}"/>
              </a:ext>
            </a:extLst>
          </p:cNvPr>
          <p:cNvSpPr>
            <a:spLocks xmlns:a="http://schemas.openxmlformats.org/drawingml/2006/main" noGrp="1"/>
          </p:cNvSpPr>
          <p:nvPr/>
        </p:nvSpPr>
        <p:spPr>
          <a:xfrm xmlns:a="http://schemas.openxmlformats.org/drawingml/2006/main">
            <a:off x="58007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2" name="diagram-231">
            <a:extLst xmlns:a="http://schemas.openxmlformats.org/drawingml/2006/main">
              <a:ext uri="{FF2B5EF4-FFF2-40B4-BE49-F238E27FC236}">
                <a16:creationId xmlns:a16="http://schemas.microsoft.com/office/drawing/2014/main" id="{8DAE9E12-0F38-4229-ACD3-9CE1213FB437}"/>
              </a:ext>
            </a:extLst>
          </p:cNvPr>
          <p:cNvSpPr>
            <a:spLocks xmlns:a="http://schemas.openxmlformats.org/drawingml/2006/main" noGrp="1"/>
          </p:cNvSpPr>
          <p:nvPr/>
        </p:nvSpPr>
        <p:spPr>
          <a:xfrm xmlns:a="http://schemas.openxmlformats.org/drawingml/2006/main">
            <a:off x="59436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3" name="diagram-232">
            <a:extLst xmlns:a="http://schemas.openxmlformats.org/drawingml/2006/main">
              <a:ext uri="{FF2B5EF4-FFF2-40B4-BE49-F238E27FC236}">
                <a16:creationId xmlns:a16="http://schemas.microsoft.com/office/drawing/2014/main" id="{EDA359F6-BE38-4AD9-8013-EDAE5693E088}"/>
              </a:ext>
            </a:extLst>
          </p:cNvPr>
          <p:cNvSpPr>
            <a:spLocks xmlns:a="http://schemas.openxmlformats.org/drawingml/2006/main" noGrp="1"/>
          </p:cNvSpPr>
          <p:nvPr/>
        </p:nvSpPr>
        <p:spPr>
          <a:xfrm xmlns:a="http://schemas.openxmlformats.org/drawingml/2006/main">
            <a:off x="60864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4" name="diagram-233">
            <a:extLst xmlns:a="http://schemas.openxmlformats.org/drawingml/2006/main">
              <a:ext uri="{FF2B5EF4-FFF2-40B4-BE49-F238E27FC236}">
                <a16:creationId xmlns:a16="http://schemas.microsoft.com/office/drawing/2014/main" id="{24DD2472-A6B5-4CBF-8CE4-EE2FE743149C}"/>
              </a:ext>
            </a:extLst>
          </p:cNvPr>
          <p:cNvSpPr>
            <a:spLocks xmlns:a="http://schemas.openxmlformats.org/drawingml/2006/main" noGrp="1"/>
          </p:cNvSpPr>
          <p:nvPr/>
        </p:nvSpPr>
        <p:spPr>
          <a:xfrm xmlns:a="http://schemas.openxmlformats.org/drawingml/2006/main">
            <a:off x="62293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5" name="diagram-234">
            <a:extLst xmlns:a="http://schemas.openxmlformats.org/drawingml/2006/main">
              <a:ext uri="{FF2B5EF4-FFF2-40B4-BE49-F238E27FC236}">
                <a16:creationId xmlns:a16="http://schemas.microsoft.com/office/drawing/2014/main" id="{23728FE4-FADF-4A7A-83AE-AA887A9EF3C2}"/>
              </a:ext>
            </a:extLst>
          </p:cNvPr>
          <p:cNvSpPr>
            <a:spLocks xmlns:a="http://schemas.openxmlformats.org/drawingml/2006/main" noGrp="1"/>
          </p:cNvSpPr>
          <p:nvPr/>
        </p:nvSpPr>
        <p:spPr>
          <a:xfrm xmlns:a="http://schemas.openxmlformats.org/drawingml/2006/main">
            <a:off x="63722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6" name="diagram-235">
            <a:extLst xmlns:a="http://schemas.openxmlformats.org/drawingml/2006/main">
              <a:ext uri="{FF2B5EF4-FFF2-40B4-BE49-F238E27FC236}">
                <a16:creationId xmlns:a16="http://schemas.microsoft.com/office/drawing/2014/main" id="{8590380D-A169-42D1-AB68-4E5F4A79AB40}"/>
              </a:ext>
            </a:extLst>
          </p:cNvPr>
          <p:cNvSpPr>
            <a:spLocks xmlns:a="http://schemas.openxmlformats.org/drawingml/2006/main" noGrp="1"/>
          </p:cNvSpPr>
          <p:nvPr/>
        </p:nvSpPr>
        <p:spPr>
          <a:xfrm xmlns:a="http://schemas.openxmlformats.org/drawingml/2006/main">
            <a:off x="42291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7" name="diagram-236">
            <a:extLst xmlns:a="http://schemas.openxmlformats.org/drawingml/2006/main">
              <a:ext uri="{FF2B5EF4-FFF2-40B4-BE49-F238E27FC236}">
                <a16:creationId xmlns:a16="http://schemas.microsoft.com/office/drawing/2014/main" id="{30330322-3C86-4BA0-ADBD-FCC3C4F7742A}"/>
              </a:ext>
            </a:extLst>
          </p:cNvPr>
          <p:cNvSpPr>
            <a:spLocks xmlns:a="http://schemas.openxmlformats.org/drawingml/2006/main" noGrp="1"/>
          </p:cNvSpPr>
          <p:nvPr/>
        </p:nvSpPr>
        <p:spPr>
          <a:xfrm xmlns:a="http://schemas.openxmlformats.org/drawingml/2006/main">
            <a:off x="43719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8" name="diagram-237">
            <a:extLst xmlns:a="http://schemas.openxmlformats.org/drawingml/2006/main">
              <a:ext uri="{FF2B5EF4-FFF2-40B4-BE49-F238E27FC236}">
                <a16:creationId xmlns:a16="http://schemas.microsoft.com/office/drawing/2014/main" id="{2DB057B5-AEC5-444D-92D7-BAB02A8185E2}"/>
              </a:ext>
            </a:extLst>
          </p:cNvPr>
          <p:cNvSpPr>
            <a:spLocks xmlns:a="http://schemas.openxmlformats.org/drawingml/2006/main" noGrp="1"/>
          </p:cNvSpPr>
          <p:nvPr/>
        </p:nvSpPr>
        <p:spPr>
          <a:xfrm xmlns:a="http://schemas.openxmlformats.org/drawingml/2006/main">
            <a:off x="45148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9" name="diagram-238">
            <a:extLst xmlns:a="http://schemas.openxmlformats.org/drawingml/2006/main">
              <a:ext uri="{FF2B5EF4-FFF2-40B4-BE49-F238E27FC236}">
                <a16:creationId xmlns:a16="http://schemas.microsoft.com/office/drawing/2014/main" id="{CC53E695-527A-4EBE-B412-F587C3E0F9ED}"/>
              </a:ext>
            </a:extLst>
          </p:cNvPr>
          <p:cNvSpPr>
            <a:spLocks xmlns:a="http://schemas.openxmlformats.org/drawingml/2006/main" noGrp="1"/>
          </p:cNvSpPr>
          <p:nvPr/>
        </p:nvSpPr>
        <p:spPr>
          <a:xfrm xmlns:a="http://schemas.openxmlformats.org/drawingml/2006/main">
            <a:off x="46577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0" name="diagram-239">
            <a:extLst xmlns:a="http://schemas.openxmlformats.org/drawingml/2006/main">
              <a:ext uri="{FF2B5EF4-FFF2-40B4-BE49-F238E27FC236}">
                <a16:creationId xmlns:a16="http://schemas.microsoft.com/office/drawing/2014/main" id="{D4BF1747-F6B6-4254-9812-22722CAFF16B}"/>
              </a:ext>
            </a:extLst>
          </p:cNvPr>
          <p:cNvSpPr>
            <a:spLocks xmlns:a="http://schemas.openxmlformats.org/drawingml/2006/main" noGrp="1"/>
          </p:cNvSpPr>
          <p:nvPr/>
        </p:nvSpPr>
        <p:spPr>
          <a:xfrm xmlns:a="http://schemas.openxmlformats.org/drawingml/2006/main">
            <a:off x="48006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1" name="diagram-240">
            <a:extLst xmlns:a="http://schemas.openxmlformats.org/drawingml/2006/main">
              <a:ext uri="{FF2B5EF4-FFF2-40B4-BE49-F238E27FC236}">
                <a16:creationId xmlns:a16="http://schemas.microsoft.com/office/drawing/2014/main" id="{69056E69-1023-4105-9757-775D3015B236}"/>
              </a:ext>
            </a:extLst>
          </p:cNvPr>
          <p:cNvSpPr>
            <a:spLocks xmlns:a="http://schemas.openxmlformats.org/drawingml/2006/main" noGrp="1"/>
          </p:cNvSpPr>
          <p:nvPr/>
        </p:nvSpPr>
        <p:spPr>
          <a:xfrm xmlns:a="http://schemas.openxmlformats.org/drawingml/2006/main">
            <a:off x="49434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2" name="diagram-241">
            <a:extLst xmlns:a="http://schemas.openxmlformats.org/drawingml/2006/main">
              <a:ext uri="{FF2B5EF4-FFF2-40B4-BE49-F238E27FC236}">
                <a16:creationId xmlns:a16="http://schemas.microsoft.com/office/drawing/2014/main" id="{BEBB8418-FA3A-4964-8C76-B035BFF3013B}"/>
              </a:ext>
            </a:extLst>
          </p:cNvPr>
          <p:cNvSpPr>
            <a:spLocks xmlns:a="http://schemas.openxmlformats.org/drawingml/2006/main" noGrp="1"/>
          </p:cNvSpPr>
          <p:nvPr/>
        </p:nvSpPr>
        <p:spPr>
          <a:xfrm xmlns:a="http://schemas.openxmlformats.org/drawingml/2006/main">
            <a:off x="50863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3" name="diagram-242">
            <a:extLst xmlns:a="http://schemas.openxmlformats.org/drawingml/2006/main">
              <a:ext uri="{FF2B5EF4-FFF2-40B4-BE49-F238E27FC236}">
                <a16:creationId xmlns:a16="http://schemas.microsoft.com/office/drawing/2014/main" id="{4BB0521A-CD61-4F81-A145-ED48AA2C275C}"/>
              </a:ext>
            </a:extLst>
          </p:cNvPr>
          <p:cNvSpPr>
            <a:spLocks xmlns:a="http://schemas.openxmlformats.org/drawingml/2006/main" noGrp="1"/>
          </p:cNvSpPr>
          <p:nvPr/>
        </p:nvSpPr>
        <p:spPr>
          <a:xfrm xmlns:a="http://schemas.openxmlformats.org/drawingml/2006/main">
            <a:off x="52292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4" name="diagram-243">
            <a:extLst xmlns:a="http://schemas.openxmlformats.org/drawingml/2006/main">
              <a:ext uri="{FF2B5EF4-FFF2-40B4-BE49-F238E27FC236}">
                <a16:creationId xmlns:a16="http://schemas.microsoft.com/office/drawing/2014/main" id="{4A21F03D-24CD-4DB2-BDC6-179C4A1FBAEE}"/>
              </a:ext>
            </a:extLst>
          </p:cNvPr>
          <p:cNvSpPr>
            <a:spLocks xmlns:a="http://schemas.openxmlformats.org/drawingml/2006/main" noGrp="1"/>
          </p:cNvSpPr>
          <p:nvPr/>
        </p:nvSpPr>
        <p:spPr>
          <a:xfrm xmlns:a="http://schemas.openxmlformats.org/drawingml/2006/main">
            <a:off x="53721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5" name="diagram-244">
            <a:extLst xmlns:a="http://schemas.openxmlformats.org/drawingml/2006/main">
              <a:ext uri="{FF2B5EF4-FFF2-40B4-BE49-F238E27FC236}">
                <a16:creationId xmlns:a16="http://schemas.microsoft.com/office/drawing/2014/main" id="{9813C6D0-70D0-484C-A201-5EDDCC22F8CA}"/>
              </a:ext>
            </a:extLst>
          </p:cNvPr>
          <p:cNvSpPr>
            <a:spLocks xmlns:a="http://schemas.openxmlformats.org/drawingml/2006/main" noGrp="1"/>
          </p:cNvSpPr>
          <p:nvPr/>
        </p:nvSpPr>
        <p:spPr>
          <a:xfrm xmlns:a="http://schemas.openxmlformats.org/drawingml/2006/main">
            <a:off x="55149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6" name="diagram-245">
            <a:extLst xmlns:a="http://schemas.openxmlformats.org/drawingml/2006/main">
              <a:ext uri="{FF2B5EF4-FFF2-40B4-BE49-F238E27FC236}">
                <a16:creationId xmlns:a16="http://schemas.microsoft.com/office/drawing/2014/main" id="{B130E23C-7753-490B-BC78-DA3FDB1F73A5}"/>
              </a:ext>
            </a:extLst>
          </p:cNvPr>
          <p:cNvSpPr>
            <a:spLocks xmlns:a="http://schemas.openxmlformats.org/drawingml/2006/main" noGrp="1"/>
          </p:cNvSpPr>
          <p:nvPr/>
        </p:nvSpPr>
        <p:spPr>
          <a:xfrm xmlns:a="http://schemas.openxmlformats.org/drawingml/2006/main">
            <a:off x="56578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7" name="diagram-246">
            <a:extLst xmlns:a="http://schemas.openxmlformats.org/drawingml/2006/main">
              <a:ext uri="{FF2B5EF4-FFF2-40B4-BE49-F238E27FC236}">
                <a16:creationId xmlns:a16="http://schemas.microsoft.com/office/drawing/2014/main" id="{0962DFF6-50EB-4420-AF45-6D94DE74B3DE}"/>
              </a:ext>
            </a:extLst>
          </p:cNvPr>
          <p:cNvSpPr>
            <a:spLocks xmlns:a="http://schemas.openxmlformats.org/drawingml/2006/main" noGrp="1"/>
          </p:cNvSpPr>
          <p:nvPr/>
        </p:nvSpPr>
        <p:spPr>
          <a:xfrm xmlns:a="http://schemas.openxmlformats.org/drawingml/2006/main">
            <a:off x="58007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8" name="diagram-247">
            <a:extLst xmlns:a="http://schemas.openxmlformats.org/drawingml/2006/main">
              <a:ext uri="{FF2B5EF4-FFF2-40B4-BE49-F238E27FC236}">
                <a16:creationId xmlns:a16="http://schemas.microsoft.com/office/drawing/2014/main" id="{8FC9CF22-A401-4BBB-89E8-E30ED4A64982}"/>
              </a:ext>
            </a:extLst>
          </p:cNvPr>
          <p:cNvSpPr>
            <a:spLocks xmlns:a="http://schemas.openxmlformats.org/drawingml/2006/main" noGrp="1"/>
          </p:cNvSpPr>
          <p:nvPr/>
        </p:nvSpPr>
        <p:spPr>
          <a:xfrm xmlns:a="http://schemas.openxmlformats.org/drawingml/2006/main">
            <a:off x="59436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9" name="diagram-248">
            <a:extLst xmlns:a="http://schemas.openxmlformats.org/drawingml/2006/main">
              <a:ext uri="{FF2B5EF4-FFF2-40B4-BE49-F238E27FC236}">
                <a16:creationId xmlns:a16="http://schemas.microsoft.com/office/drawing/2014/main" id="{D4559C46-BB82-4179-AFA4-99288987496F}"/>
              </a:ext>
            </a:extLst>
          </p:cNvPr>
          <p:cNvSpPr>
            <a:spLocks xmlns:a="http://schemas.openxmlformats.org/drawingml/2006/main" noGrp="1"/>
          </p:cNvSpPr>
          <p:nvPr/>
        </p:nvSpPr>
        <p:spPr>
          <a:xfrm xmlns:a="http://schemas.openxmlformats.org/drawingml/2006/main">
            <a:off x="60864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0" name="diagram-249">
            <a:extLst xmlns:a="http://schemas.openxmlformats.org/drawingml/2006/main">
              <a:ext uri="{FF2B5EF4-FFF2-40B4-BE49-F238E27FC236}">
                <a16:creationId xmlns:a16="http://schemas.microsoft.com/office/drawing/2014/main" id="{0B692967-DE8E-417A-BCCC-BA460C0FF2B1}"/>
              </a:ext>
            </a:extLst>
          </p:cNvPr>
          <p:cNvSpPr>
            <a:spLocks xmlns:a="http://schemas.openxmlformats.org/drawingml/2006/main" noGrp="1"/>
          </p:cNvSpPr>
          <p:nvPr/>
        </p:nvSpPr>
        <p:spPr>
          <a:xfrm xmlns:a="http://schemas.openxmlformats.org/drawingml/2006/main">
            <a:off x="62293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1" name="diagram-250">
            <a:extLst xmlns:a="http://schemas.openxmlformats.org/drawingml/2006/main">
              <a:ext uri="{FF2B5EF4-FFF2-40B4-BE49-F238E27FC236}">
                <a16:creationId xmlns:a16="http://schemas.microsoft.com/office/drawing/2014/main" id="{87311542-6922-4768-AF28-97B045079308}"/>
              </a:ext>
            </a:extLst>
          </p:cNvPr>
          <p:cNvSpPr>
            <a:spLocks xmlns:a="http://schemas.openxmlformats.org/drawingml/2006/main" noGrp="1"/>
          </p:cNvSpPr>
          <p:nvPr/>
        </p:nvSpPr>
        <p:spPr>
          <a:xfrm xmlns:a="http://schemas.openxmlformats.org/drawingml/2006/main">
            <a:off x="63722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2" name="diagram-251">
            <a:extLst xmlns:a="http://schemas.openxmlformats.org/drawingml/2006/main">
              <a:ext uri="{FF2B5EF4-FFF2-40B4-BE49-F238E27FC236}">
                <a16:creationId xmlns:a16="http://schemas.microsoft.com/office/drawing/2014/main" id="{924187F5-DB4D-4287-AB66-E78F66751E9E}"/>
              </a:ext>
            </a:extLst>
          </p:cNvPr>
          <p:cNvSpPr>
            <a:spLocks xmlns:a="http://schemas.openxmlformats.org/drawingml/2006/main" noGrp="1"/>
          </p:cNvSpPr>
          <p:nvPr/>
        </p:nvSpPr>
        <p:spPr>
          <a:xfrm xmlns:a="http://schemas.openxmlformats.org/drawingml/2006/main">
            <a:off x="42291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3" name="diagram-252">
            <a:extLst xmlns:a="http://schemas.openxmlformats.org/drawingml/2006/main">
              <a:ext uri="{FF2B5EF4-FFF2-40B4-BE49-F238E27FC236}">
                <a16:creationId xmlns:a16="http://schemas.microsoft.com/office/drawing/2014/main" id="{13D3D52A-E723-4A70-9CA6-AC1DDC0894BC}"/>
              </a:ext>
            </a:extLst>
          </p:cNvPr>
          <p:cNvSpPr>
            <a:spLocks xmlns:a="http://schemas.openxmlformats.org/drawingml/2006/main" noGrp="1"/>
          </p:cNvSpPr>
          <p:nvPr/>
        </p:nvSpPr>
        <p:spPr>
          <a:xfrm xmlns:a="http://schemas.openxmlformats.org/drawingml/2006/main">
            <a:off x="43719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4" name="diagram-253">
            <a:extLst xmlns:a="http://schemas.openxmlformats.org/drawingml/2006/main">
              <a:ext uri="{FF2B5EF4-FFF2-40B4-BE49-F238E27FC236}">
                <a16:creationId xmlns:a16="http://schemas.microsoft.com/office/drawing/2014/main" id="{707BE37B-4FDC-4B08-9E4F-E001FAE96CE2}"/>
              </a:ext>
            </a:extLst>
          </p:cNvPr>
          <p:cNvSpPr>
            <a:spLocks xmlns:a="http://schemas.openxmlformats.org/drawingml/2006/main" noGrp="1"/>
          </p:cNvSpPr>
          <p:nvPr/>
        </p:nvSpPr>
        <p:spPr>
          <a:xfrm xmlns:a="http://schemas.openxmlformats.org/drawingml/2006/main">
            <a:off x="45148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5" name="diagram-254">
            <a:extLst xmlns:a="http://schemas.openxmlformats.org/drawingml/2006/main">
              <a:ext uri="{FF2B5EF4-FFF2-40B4-BE49-F238E27FC236}">
                <a16:creationId xmlns:a16="http://schemas.microsoft.com/office/drawing/2014/main" id="{FCEEE0EC-D2A7-43B3-B6BD-B79961F38EF6}"/>
              </a:ext>
            </a:extLst>
          </p:cNvPr>
          <p:cNvSpPr>
            <a:spLocks xmlns:a="http://schemas.openxmlformats.org/drawingml/2006/main" noGrp="1"/>
          </p:cNvSpPr>
          <p:nvPr/>
        </p:nvSpPr>
        <p:spPr>
          <a:xfrm xmlns:a="http://schemas.openxmlformats.org/drawingml/2006/main">
            <a:off x="46577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6" name="diagram-255">
            <a:extLst xmlns:a="http://schemas.openxmlformats.org/drawingml/2006/main">
              <a:ext uri="{FF2B5EF4-FFF2-40B4-BE49-F238E27FC236}">
                <a16:creationId xmlns:a16="http://schemas.microsoft.com/office/drawing/2014/main" id="{D5A8D2D6-2B7C-4E7D-8BBB-ECFC0F470197}"/>
              </a:ext>
            </a:extLst>
          </p:cNvPr>
          <p:cNvSpPr>
            <a:spLocks xmlns:a="http://schemas.openxmlformats.org/drawingml/2006/main" noGrp="1"/>
          </p:cNvSpPr>
          <p:nvPr/>
        </p:nvSpPr>
        <p:spPr>
          <a:xfrm xmlns:a="http://schemas.openxmlformats.org/drawingml/2006/main">
            <a:off x="48006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7" name="diagram-256">
            <a:extLst xmlns:a="http://schemas.openxmlformats.org/drawingml/2006/main">
              <a:ext uri="{FF2B5EF4-FFF2-40B4-BE49-F238E27FC236}">
                <a16:creationId xmlns:a16="http://schemas.microsoft.com/office/drawing/2014/main" id="{B978A133-8CD7-490D-A18B-C692904BE043}"/>
              </a:ext>
            </a:extLst>
          </p:cNvPr>
          <p:cNvSpPr>
            <a:spLocks xmlns:a="http://schemas.openxmlformats.org/drawingml/2006/main" noGrp="1"/>
          </p:cNvSpPr>
          <p:nvPr/>
        </p:nvSpPr>
        <p:spPr>
          <a:xfrm xmlns:a="http://schemas.openxmlformats.org/drawingml/2006/main">
            <a:off x="49434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8" name="diagram-257">
            <a:extLst xmlns:a="http://schemas.openxmlformats.org/drawingml/2006/main">
              <a:ext uri="{FF2B5EF4-FFF2-40B4-BE49-F238E27FC236}">
                <a16:creationId xmlns:a16="http://schemas.microsoft.com/office/drawing/2014/main" id="{FD15B445-0707-49DB-8614-EB2FA67D108E}"/>
              </a:ext>
            </a:extLst>
          </p:cNvPr>
          <p:cNvSpPr>
            <a:spLocks xmlns:a="http://schemas.openxmlformats.org/drawingml/2006/main" noGrp="1"/>
          </p:cNvSpPr>
          <p:nvPr/>
        </p:nvSpPr>
        <p:spPr>
          <a:xfrm xmlns:a="http://schemas.openxmlformats.org/drawingml/2006/main">
            <a:off x="50863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9" name="diagram-258">
            <a:extLst xmlns:a="http://schemas.openxmlformats.org/drawingml/2006/main">
              <a:ext uri="{FF2B5EF4-FFF2-40B4-BE49-F238E27FC236}">
                <a16:creationId xmlns:a16="http://schemas.microsoft.com/office/drawing/2014/main" id="{EAE589DA-61B1-4ADE-8133-D676B574267B}"/>
              </a:ext>
            </a:extLst>
          </p:cNvPr>
          <p:cNvSpPr>
            <a:spLocks xmlns:a="http://schemas.openxmlformats.org/drawingml/2006/main" noGrp="1"/>
          </p:cNvSpPr>
          <p:nvPr/>
        </p:nvSpPr>
        <p:spPr>
          <a:xfrm xmlns:a="http://schemas.openxmlformats.org/drawingml/2006/main">
            <a:off x="52292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0" name="diagram-259">
            <a:extLst xmlns:a="http://schemas.openxmlformats.org/drawingml/2006/main">
              <a:ext uri="{FF2B5EF4-FFF2-40B4-BE49-F238E27FC236}">
                <a16:creationId xmlns:a16="http://schemas.microsoft.com/office/drawing/2014/main" id="{4505C350-AA16-4F2F-830B-3BB89BFDA888}"/>
              </a:ext>
            </a:extLst>
          </p:cNvPr>
          <p:cNvSpPr>
            <a:spLocks xmlns:a="http://schemas.openxmlformats.org/drawingml/2006/main" noGrp="1"/>
          </p:cNvSpPr>
          <p:nvPr/>
        </p:nvSpPr>
        <p:spPr>
          <a:xfrm xmlns:a="http://schemas.openxmlformats.org/drawingml/2006/main">
            <a:off x="53721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1" name="diagram-260">
            <a:extLst xmlns:a="http://schemas.openxmlformats.org/drawingml/2006/main">
              <a:ext uri="{FF2B5EF4-FFF2-40B4-BE49-F238E27FC236}">
                <a16:creationId xmlns:a16="http://schemas.microsoft.com/office/drawing/2014/main" id="{2C3283E9-B56F-42C7-BDF0-B57E3EF391F1}"/>
              </a:ext>
            </a:extLst>
          </p:cNvPr>
          <p:cNvSpPr>
            <a:spLocks xmlns:a="http://schemas.openxmlformats.org/drawingml/2006/main" noGrp="1"/>
          </p:cNvSpPr>
          <p:nvPr/>
        </p:nvSpPr>
        <p:spPr>
          <a:xfrm xmlns:a="http://schemas.openxmlformats.org/drawingml/2006/main">
            <a:off x="55149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2" name="diagram-261">
            <a:extLst xmlns:a="http://schemas.openxmlformats.org/drawingml/2006/main">
              <a:ext uri="{FF2B5EF4-FFF2-40B4-BE49-F238E27FC236}">
                <a16:creationId xmlns:a16="http://schemas.microsoft.com/office/drawing/2014/main" id="{0E0F3A3B-2161-4BF8-98FF-A1472B32D461}"/>
              </a:ext>
            </a:extLst>
          </p:cNvPr>
          <p:cNvSpPr>
            <a:spLocks xmlns:a="http://schemas.openxmlformats.org/drawingml/2006/main" noGrp="1"/>
          </p:cNvSpPr>
          <p:nvPr/>
        </p:nvSpPr>
        <p:spPr>
          <a:xfrm xmlns:a="http://schemas.openxmlformats.org/drawingml/2006/main">
            <a:off x="56578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3" name="diagram-262">
            <a:extLst xmlns:a="http://schemas.openxmlformats.org/drawingml/2006/main">
              <a:ext uri="{FF2B5EF4-FFF2-40B4-BE49-F238E27FC236}">
                <a16:creationId xmlns:a16="http://schemas.microsoft.com/office/drawing/2014/main" id="{414D8CD4-7248-4DF7-B48E-C9CF3CA47204}"/>
              </a:ext>
            </a:extLst>
          </p:cNvPr>
          <p:cNvSpPr>
            <a:spLocks xmlns:a="http://schemas.openxmlformats.org/drawingml/2006/main" noGrp="1"/>
          </p:cNvSpPr>
          <p:nvPr/>
        </p:nvSpPr>
        <p:spPr>
          <a:xfrm xmlns:a="http://schemas.openxmlformats.org/drawingml/2006/main">
            <a:off x="58007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4" name="diagram-263">
            <a:extLst xmlns:a="http://schemas.openxmlformats.org/drawingml/2006/main">
              <a:ext uri="{FF2B5EF4-FFF2-40B4-BE49-F238E27FC236}">
                <a16:creationId xmlns:a16="http://schemas.microsoft.com/office/drawing/2014/main" id="{E0EB7BA2-DDA1-4BA5-9FBF-9356B8EF1AF4}"/>
              </a:ext>
            </a:extLst>
          </p:cNvPr>
          <p:cNvSpPr>
            <a:spLocks xmlns:a="http://schemas.openxmlformats.org/drawingml/2006/main" noGrp="1"/>
          </p:cNvSpPr>
          <p:nvPr/>
        </p:nvSpPr>
        <p:spPr>
          <a:xfrm xmlns:a="http://schemas.openxmlformats.org/drawingml/2006/main">
            <a:off x="59436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5" name="diagram-264">
            <a:extLst xmlns:a="http://schemas.openxmlformats.org/drawingml/2006/main">
              <a:ext uri="{FF2B5EF4-FFF2-40B4-BE49-F238E27FC236}">
                <a16:creationId xmlns:a16="http://schemas.microsoft.com/office/drawing/2014/main" id="{60C6B492-AC41-4546-8E91-73C71B4D77FC}"/>
              </a:ext>
            </a:extLst>
          </p:cNvPr>
          <p:cNvSpPr>
            <a:spLocks xmlns:a="http://schemas.openxmlformats.org/drawingml/2006/main" noGrp="1"/>
          </p:cNvSpPr>
          <p:nvPr/>
        </p:nvSpPr>
        <p:spPr>
          <a:xfrm xmlns:a="http://schemas.openxmlformats.org/drawingml/2006/main">
            <a:off x="60864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6" name="diagram-265">
            <a:extLst xmlns:a="http://schemas.openxmlformats.org/drawingml/2006/main">
              <a:ext uri="{FF2B5EF4-FFF2-40B4-BE49-F238E27FC236}">
                <a16:creationId xmlns:a16="http://schemas.microsoft.com/office/drawing/2014/main" id="{C09CC202-ED23-4A1D-9963-66E911B4DF39}"/>
              </a:ext>
            </a:extLst>
          </p:cNvPr>
          <p:cNvSpPr>
            <a:spLocks xmlns:a="http://schemas.openxmlformats.org/drawingml/2006/main" noGrp="1"/>
          </p:cNvSpPr>
          <p:nvPr/>
        </p:nvSpPr>
        <p:spPr>
          <a:xfrm xmlns:a="http://schemas.openxmlformats.org/drawingml/2006/main">
            <a:off x="62293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7" name="diagram-266">
            <a:extLst xmlns:a="http://schemas.openxmlformats.org/drawingml/2006/main">
              <a:ext uri="{FF2B5EF4-FFF2-40B4-BE49-F238E27FC236}">
                <a16:creationId xmlns:a16="http://schemas.microsoft.com/office/drawing/2014/main" id="{38ACC18F-7749-4F66-AD6E-1B5E5EFE4E0B}"/>
              </a:ext>
            </a:extLst>
          </p:cNvPr>
          <p:cNvSpPr>
            <a:spLocks xmlns:a="http://schemas.openxmlformats.org/drawingml/2006/main" noGrp="1"/>
          </p:cNvSpPr>
          <p:nvPr/>
        </p:nvSpPr>
        <p:spPr>
          <a:xfrm xmlns:a="http://schemas.openxmlformats.org/drawingml/2006/main">
            <a:off x="63722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8" name="diagram-267">
            <a:extLst xmlns:a="http://schemas.openxmlformats.org/drawingml/2006/main">
              <a:ext uri="{FF2B5EF4-FFF2-40B4-BE49-F238E27FC236}">
                <a16:creationId xmlns:a16="http://schemas.microsoft.com/office/drawing/2014/main" id="{8DC3A2D5-5A7B-46F5-9858-03AA92E08E0D}"/>
              </a:ext>
            </a:extLst>
          </p:cNvPr>
          <p:cNvSpPr>
            <a:spLocks xmlns:a="http://schemas.openxmlformats.org/drawingml/2006/main" noGrp="1"/>
          </p:cNvSpPr>
          <p:nvPr/>
        </p:nvSpPr>
        <p:spPr>
          <a:xfrm xmlns:a="http://schemas.openxmlformats.org/drawingml/2006/main">
            <a:off x="42291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9" name="diagram-268">
            <a:extLst xmlns:a="http://schemas.openxmlformats.org/drawingml/2006/main">
              <a:ext uri="{FF2B5EF4-FFF2-40B4-BE49-F238E27FC236}">
                <a16:creationId xmlns:a16="http://schemas.microsoft.com/office/drawing/2014/main" id="{105A596A-62E1-4175-8921-98598B9A571D}"/>
              </a:ext>
            </a:extLst>
          </p:cNvPr>
          <p:cNvSpPr>
            <a:spLocks xmlns:a="http://schemas.openxmlformats.org/drawingml/2006/main" noGrp="1"/>
          </p:cNvSpPr>
          <p:nvPr/>
        </p:nvSpPr>
        <p:spPr>
          <a:xfrm xmlns:a="http://schemas.openxmlformats.org/drawingml/2006/main">
            <a:off x="43719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0" name="diagram-269">
            <a:extLst xmlns:a="http://schemas.openxmlformats.org/drawingml/2006/main">
              <a:ext uri="{FF2B5EF4-FFF2-40B4-BE49-F238E27FC236}">
                <a16:creationId xmlns:a16="http://schemas.microsoft.com/office/drawing/2014/main" id="{EFAC63F8-BDDF-4F55-8E7B-35FB8AD28556}"/>
              </a:ext>
            </a:extLst>
          </p:cNvPr>
          <p:cNvSpPr>
            <a:spLocks xmlns:a="http://schemas.openxmlformats.org/drawingml/2006/main" noGrp="1"/>
          </p:cNvSpPr>
          <p:nvPr/>
        </p:nvSpPr>
        <p:spPr>
          <a:xfrm xmlns:a="http://schemas.openxmlformats.org/drawingml/2006/main">
            <a:off x="45148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1" name="diagram-270">
            <a:extLst xmlns:a="http://schemas.openxmlformats.org/drawingml/2006/main">
              <a:ext uri="{FF2B5EF4-FFF2-40B4-BE49-F238E27FC236}">
                <a16:creationId xmlns:a16="http://schemas.microsoft.com/office/drawing/2014/main" id="{AD538EDE-10D5-47F2-A6E1-2E826CA04083}"/>
              </a:ext>
            </a:extLst>
          </p:cNvPr>
          <p:cNvSpPr>
            <a:spLocks xmlns:a="http://schemas.openxmlformats.org/drawingml/2006/main" noGrp="1"/>
          </p:cNvSpPr>
          <p:nvPr/>
        </p:nvSpPr>
        <p:spPr>
          <a:xfrm xmlns:a="http://schemas.openxmlformats.org/drawingml/2006/main">
            <a:off x="46577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2" name="diagram-271">
            <a:extLst xmlns:a="http://schemas.openxmlformats.org/drawingml/2006/main">
              <a:ext uri="{FF2B5EF4-FFF2-40B4-BE49-F238E27FC236}">
                <a16:creationId xmlns:a16="http://schemas.microsoft.com/office/drawing/2014/main" id="{C931585C-A4F8-44F5-916A-9FA615ACD1B4}"/>
              </a:ext>
            </a:extLst>
          </p:cNvPr>
          <p:cNvSpPr>
            <a:spLocks xmlns:a="http://schemas.openxmlformats.org/drawingml/2006/main" noGrp="1"/>
          </p:cNvSpPr>
          <p:nvPr/>
        </p:nvSpPr>
        <p:spPr>
          <a:xfrm xmlns:a="http://schemas.openxmlformats.org/drawingml/2006/main">
            <a:off x="48006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3" name="diagram-272">
            <a:extLst xmlns:a="http://schemas.openxmlformats.org/drawingml/2006/main">
              <a:ext uri="{FF2B5EF4-FFF2-40B4-BE49-F238E27FC236}">
                <a16:creationId xmlns:a16="http://schemas.microsoft.com/office/drawing/2014/main" id="{10513B14-26A3-4FB0-B434-FA037A3F09E8}"/>
              </a:ext>
            </a:extLst>
          </p:cNvPr>
          <p:cNvSpPr>
            <a:spLocks xmlns:a="http://schemas.openxmlformats.org/drawingml/2006/main" noGrp="1"/>
          </p:cNvSpPr>
          <p:nvPr/>
        </p:nvSpPr>
        <p:spPr>
          <a:xfrm xmlns:a="http://schemas.openxmlformats.org/drawingml/2006/main">
            <a:off x="49434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4" name="diagram-273">
            <a:extLst xmlns:a="http://schemas.openxmlformats.org/drawingml/2006/main">
              <a:ext uri="{FF2B5EF4-FFF2-40B4-BE49-F238E27FC236}">
                <a16:creationId xmlns:a16="http://schemas.microsoft.com/office/drawing/2014/main" id="{6F416452-5806-44A8-BD89-F5DF98464500}"/>
              </a:ext>
            </a:extLst>
          </p:cNvPr>
          <p:cNvSpPr>
            <a:spLocks xmlns:a="http://schemas.openxmlformats.org/drawingml/2006/main" noGrp="1"/>
          </p:cNvSpPr>
          <p:nvPr/>
        </p:nvSpPr>
        <p:spPr>
          <a:xfrm xmlns:a="http://schemas.openxmlformats.org/drawingml/2006/main">
            <a:off x="50863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5" name="diagram-274">
            <a:extLst xmlns:a="http://schemas.openxmlformats.org/drawingml/2006/main">
              <a:ext uri="{FF2B5EF4-FFF2-40B4-BE49-F238E27FC236}">
                <a16:creationId xmlns:a16="http://schemas.microsoft.com/office/drawing/2014/main" id="{BDB1A43E-2436-4ADF-82FA-EC413AD63045}"/>
              </a:ext>
            </a:extLst>
          </p:cNvPr>
          <p:cNvSpPr>
            <a:spLocks xmlns:a="http://schemas.openxmlformats.org/drawingml/2006/main" noGrp="1"/>
          </p:cNvSpPr>
          <p:nvPr/>
        </p:nvSpPr>
        <p:spPr>
          <a:xfrm xmlns:a="http://schemas.openxmlformats.org/drawingml/2006/main">
            <a:off x="52292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6" name="diagram-275">
            <a:extLst xmlns:a="http://schemas.openxmlformats.org/drawingml/2006/main">
              <a:ext uri="{FF2B5EF4-FFF2-40B4-BE49-F238E27FC236}">
                <a16:creationId xmlns:a16="http://schemas.microsoft.com/office/drawing/2014/main" id="{5EDE60C2-2778-4F92-A4F8-5AD6593477D7}"/>
              </a:ext>
            </a:extLst>
          </p:cNvPr>
          <p:cNvSpPr>
            <a:spLocks xmlns:a="http://schemas.openxmlformats.org/drawingml/2006/main" noGrp="1"/>
          </p:cNvSpPr>
          <p:nvPr/>
        </p:nvSpPr>
        <p:spPr>
          <a:xfrm xmlns:a="http://schemas.openxmlformats.org/drawingml/2006/main">
            <a:off x="53721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7" name="diagram-276">
            <a:extLst xmlns:a="http://schemas.openxmlformats.org/drawingml/2006/main">
              <a:ext uri="{FF2B5EF4-FFF2-40B4-BE49-F238E27FC236}">
                <a16:creationId xmlns:a16="http://schemas.microsoft.com/office/drawing/2014/main" id="{F299A2AC-596D-4BAE-AB21-56C058CF53F2}"/>
              </a:ext>
            </a:extLst>
          </p:cNvPr>
          <p:cNvSpPr>
            <a:spLocks xmlns:a="http://schemas.openxmlformats.org/drawingml/2006/main" noGrp="1"/>
          </p:cNvSpPr>
          <p:nvPr/>
        </p:nvSpPr>
        <p:spPr>
          <a:xfrm xmlns:a="http://schemas.openxmlformats.org/drawingml/2006/main">
            <a:off x="55149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8" name="diagram-277">
            <a:extLst xmlns:a="http://schemas.openxmlformats.org/drawingml/2006/main">
              <a:ext uri="{FF2B5EF4-FFF2-40B4-BE49-F238E27FC236}">
                <a16:creationId xmlns:a16="http://schemas.microsoft.com/office/drawing/2014/main" id="{C04A77EE-0C55-4403-8AD6-B4D6058A2131}"/>
              </a:ext>
            </a:extLst>
          </p:cNvPr>
          <p:cNvSpPr>
            <a:spLocks xmlns:a="http://schemas.openxmlformats.org/drawingml/2006/main" noGrp="1"/>
          </p:cNvSpPr>
          <p:nvPr/>
        </p:nvSpPr>
        <p:spPr>
          <a:xfrm xmlns:a="http://schemas.openxmlformats.org/drawingml/2006/main">
            <a:off x="56578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9" name="diagram-278">
            <a:extLst xmlns:a="http://schemas.openxmlformats.org/drawingml/2006/main">
              <a:ext uri="{FF2B5EF4-FFF2-40B4-BE49-F238E27FC236}">
                <a16:creationId xmlns:a16="http://schemas.microsoft.com/office/drawing/2014/main" id="{C1213EAD-37AB-4C27-9421-5CE79E87FAF6}"/>
              </a:ext>
            </a:extLst>
          </p:cNvPr>
          <p:cNvSpPr>
            <a:spLocks xmlns:a="http://schemas.openxmlformats.org/drawingml/2006/main" noGrp="1"/>
          </p:cNvSpPr>
          <p:nvPr/>
        </p:nvSpPr>
        <p:spPr>
          <a:xfrm xmlns:a="http://schemas.openxmlformats.org/drawingml/2006/main">
            <a:off x="58007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0" name="diagram-279">
            <a:extLst xmlns:a="http://schemas.openxmlformats.org/drawingml/2006/main">
              <a:ext uri="{FF2B5EF4-FFF2-40B4-BE49-F238E27FC236}">
                <a16:creationId xmlns:a16="http://schemas.microsoft.com/office/drawing/2014/main" id="{523AE1E0-28BA-403B-BE52-4750EEB93CC4}"/>
              </a:ext>
            </a:extLst>
          </p:cNvPr>
          <p:cNvSpPr>
            <a:spLocks xmlns:a="http://schemas.openxmlformats.org/drawingml/2006/main" noGrp="1"/>
          </p:cNvSpPr>
          <p:nvPr/>
        </p:nvSpPr>
        <p:spPr>
          <a:xfrm xmlns:a="http://schemas.openxmlformats.org/drawingml/2006/main">
            <a:off x="59436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1" name="diagram-280">
            <a:extLst xmlns:a="http://schemas.openxmlformats.org/drawingml/2006/main">
              <a:ext uri="{FF2B5EF4-FFF2-40B4-BE49-F238E27FC236}">
                <a16:creationId xmlns:a16="http://schemas.microsoft.com/office/drawing/2014/main" id="{C9119521-684C-42BB-8A8D-D59FF6FB1305}"/>
              </a:ext>
            </a:extLst>
          </p:cNvPr>
          <p:cNvSpPr>
            <a:spLocks xmlns:a="http://schemas.openxmlformats.org/drawingml/2006/main" noGrp="1"/>
          </p:cNvSpPr>
          <p:nvPr/>
        </p:nvSpPr>
        <p:spPr>
          <a:xfrm xmlns:a="http://schemas.openxmlformats.org/drawingml/2006/main">
            <a:off x="60864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2" name="diagram-281">
            <a:extLst xmlns:a="http://schemas.openxmlformats.org/drawingml/2006/main">
              <a:ext uri="{FF2B5EF4-FFF2-40B4-BE49-F238E27FC236}">
                <a16:creationId xmlns:a16="http://schemas.microsoft.com/office/drawing/2014/main" id="{D7A9314E-A65C-4D4D-8A5C-029B02EB5A62}"/>
              </a:ext>
            </a:extLst>
          </p:cNvPr>
          <p:cNvSpPr>
            <a:spLocks xmlns:a="http://schemas.openxmlformats.org/drawingml/2006/main" noGrp="1"/>
          </p:cNvSpPr>
          <p:nvPr/>
        </p:nvSpPr>
        <p:spPr>
          <a:xfrm xmlns:a="http://schemas.openxmlformats.org/drawingml/2006/main">
            <a:off x="62293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3" name="diagram-282">
            <a:extLst xmlns:a="http://schemas.openxmlformats.org/drawingml/2006/main">
              <a:ext uri="{FF2B5EF4-FFF2-40B4-BE49-F238E27FC236}">
                <a16:creationId xmlns:a16="http://schemas.microsoft.com/office/drawing/2014/main" id="{EAE0DF85-3021-4638-BF29-30A1245A1FF8}"/>
              </a:ext>
            </a:extLst>
          </p:cNvPr>
          <p:cNvSpPr>
            <a:spLocks xmlns:a="http://schemas.openxmlformats.org/drawingml/2006/main" noGrp="1"/>
          </p:cNvSpPr>
          <p:nvPr/>
        </p:nvSpPr>
        <p:spPr>
          <a:xfrm xmlns:a="http://schemas.openxmlformats.org/drawingml/2006/main">
            <a:off x="63722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4" name="diagram-283">
            <a:extLst xmlns:a="http://schemas.openxmlformats.org/drawingml/2006/main">
              <a:ext uri="{FF2B5EF4-FFF2-40B4-BE49-F238E27FC236}">
                <a16:creationId xmlns:a16="http://schemas.microsoft.com/office/drawing/2014/main" id="{AC68DDE7-4A3B-448E-AAE6-798EC2466D54}"/>
              </a:ext>
            </a:extLst>
          </p:cNvPr>
          <p:cNvSpPr>
            <a:spLocks xmlns:a="http://schemas.openxmlformats.org/drawingml/2006/main" noGrp="1"/>
          </p:cNvSpPr>
          <p:nvPr/>
        </p:nvSpPr>
        <p:spPr>
          <a:xfrm xmlns:a="http://schemas.openxmlformats.org/drawingml/2006/main">
            <a:off x="42291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5" name="diagram-284">
            <a:extLst xmlns:a="http://schemas.openxmlformats.org/drawingml/2006/main">
              <a:ext uri="{FF2B5EF4-FFF2-40B4-BE49-F238E27FC236}">
                <a16:creationId xmlns:a16="http://schemas.microsoft.com/office/drawing/2014/main" id="{30EAAF04-0C80-4AD9-85B5-B86B082B36E8}"/>
              </a:ext>
            </a:extLst>
          </p:cNvPr>
          <p:cNvSpPr>
            <a:spLocks xmlns:a="http://schemas.openxmlformats.org/drawingml/2006/main" noGrp="1"/>
          </p:cNvSpPr>
          <p:nvPr/>
        </p:nvSpPr>
        <p:spPr>
          <a:xfrm xmlns:a="http://schemas.openxmlformats.org/drawingml/2006/main">
            <a:off x="43719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6" name="diagram-285">
            <a:extLst xmlns:a="http://schemas.openxmlformats.org/drawingml/2006/main">
              <a:ext uri="{FF2B5EF4-FFF2-40B4-BE49-F238E27FC236}">
                <a16:creationId xmlns:a16="http://schemas.microsoft.com/office/drawing/2014/main" id="{DF4CA073-EA34-4C1E-A4B9-BA5D62CD7C5C}"/>
              </a:ext>
            </a:extLst>
          </p:cNvPr>
          <p:cNvSpPr>
            <a:spLocks xmlns:a="http://schemas.openxmlformats.org/drawingml/2006/main" noGrp="1"/>
          </p:cNvSpPr>
          <p:nvPr/>
        </p:nvSpPr>
        <p:spPr>
          <a:xfrm xmlns:a="http://schemas.openxmlformats.org/drawingml/2006/main">
            <a:off x="45148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7" name="diagram-286">
            <a:extLst xmlns:a="http://schemas.openxmlformats.org/drawingml/2006/main">
              <a:ext uri="{FF2B5EF4-FFF2-40B4-BE49-F238E27FC236}">
                <a16:creationId xmlns:a16="http://schemas.microsoft.com/office/drawing/2014/main" id="{207CBF8D-9971-4BD3-B28C-52E84DE3D667}"/>
              </a:ext>
            </a:extLst>
          </p:cNvPr>
          <p:cNvSpPr>
            <a:spLocks xmlns:a="http://schemas.openxmlformats.org/drawingml/2006/main" noGrp="1"/>
          </p:cNvSpPr>
          <p:nvPr/>
        </p:nvSpPr>
        <p:spPr>
          <a:xfrm xmlns:a="http://schemas.openxmlformats.org/drawingml/2006/main">
            <a:off x="46577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8" name="diagram-287">
            <a:extLst xmlns:a="http://schemas.openxmlformats.org/drawingml/2006/main">
              <a:ext uri="{FF2B5EF4-FFF2-40B4-BE49-F238E27FC236}">
                <a16:creationId xmlns:a16="http://schemas.microsoft.com/office/drawing/2014/main" id="{A0808FD5-D976-4D74-AB25-9224863598B3}"/>
              </a:ext>
            </a:extLst>
          </p:cNvPr>
          <p:cNvSpPr>
            <a:spLocks xmlns:a="http://schemas.openxmlformats.org/drawingml/2006/main" noGrp="1"/>
          </p:cNvSpPr>
          <p:nvPr/>
        </p:nvSpPr>
        <p:spPr>
          <a:xfrm xmlns:a="http://schemas.openxmlformats.org/drawingml/2006/main">
            <a:off x="48006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9" name="diagram-288">
            <a:extLst xmlns:a="http://schemas.openxmlformats.org/drawingml/2006/main">
              <a:ext uri="{FF2B5EF4-FFF2-40B4-BE49-F238E27FC236}">
                <a16:creationId xmlns:a16="http://schemas.microsoft.com/office/drawing/2014/main" id="{5ED5738C-FAB4-444E-BDB3-0D7859AF6783}"/>
              </a:ext>
            </a:extLst>
          </p:cNvPr>
          <p:cNvSpPr>
            <a:spLocks xmlns:a="http://schemas.openxmlformats.org/drawingml/2006/main" noGrp="1"/>
          </p:cNvSpPr>
          <p:nvPr/>
        </p:nvSpPr>
        <p:spPr>
          <a:xfrm xmlns:a="http://schemas.openxmlformats.org/drawingml/2006/main">
            <a:off x="49434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0" name="diagram-289">
            <a:extLst xmlns:a="http://schemas.openxmlformats.org/drawingml/2006/main">
              <a:ext uri="{FF2B5EF4-FFF2-40B4-BE49-F238E27FC236}">
                <a16:creationId xmlns:a16="http://schemas.microsoft.com/office/drawing/2014/main" id="{4681DDFA-05BA-4270-A675-35CC6309F33B}"/>
              </a:ext>
            </a:extLst>
          </p:cNvPr>
          <p:cNvSpPr>
            <a:spLocks xmlns:a="http://schemas.openxmlformats.org/drawingml/2006/main" noGrp="1"/>
          </p:cNvSpPr>
          <p:nvPr/>
        </p:nvSpPr>
        <p:spPr>
          <a:xfrm xmlns:a="http://schemas.openxmlformats.org/drawingml/2006/main">
            <a:off x="50863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1" name="diagram-290">
            <a:extLst xmlns:a="http://schemas.openxmlformats.org/drawingml/2006/main">
              <a:ext uri="{FF2B5EF4-FFF2-40B4-BE49-F238E27FC236}">
                <a16:creationId xmlns:a16="http://schemas.microsoft.com/office/drawing/2014/main" id="{BA70CAA3-6775-4051-96AA-93F2F0D24F22}"/>
              </a:ext>
            </a:extLst>
          </p:cNvPr>
          <p:cNvSpPr>
            <a:spLocks xmlns:a="http://schemas.openxmlformats.org/drawingml/2006/main" noGrp="1"/>
          </p:cNvSpPr>
          <p:nvPr/>
        </p:nvSpPr>
        <p:spPr>
          <a:xfrm xmlns:a="http://schemas.openxmlformats.org/drawingml/2006/main">
            <a:off x="52292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2" name="diagram-291">
            <a:extLst xmlns:a="http://schemas.openxmlformats.org/drawingml/2006/main">
              <a:ext uri="{FF2B5EF4-FFF2-40B4-BE49-F238E27FC236}">
                <a16:creationId xmlns:a16="http://schemas.microsoft.com/office/drawing/2014/main" id="{302CA998-697B-4C3B-BDBA-458953529E42}"/>
              </a:ext>
            </a:extLst>
          </p:cNvPr>
          <p:cNvSpPr>
            <a:spLocks xmlns:a="http://schemas.openxmlformats.org/drawingml/2006/main" noGrp="1"/>
          </p:cNvSpPr>
          <p:nvPr/>
        </p:nvSpPr>
        <p:spPr>
          <a:xfrm xmlns:a="http://schemas.openxmlformats.org/drawingml/2006/main">
            <a:off x="53721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3" name="diagram-292">
            <a:extLst xmlns:a="http://schemas.openxmlformats.org/drawingml/2006/main">
              <a:ext uri="{FF2B5EF4-FFF2-40B4-BE49-F238E27FC236}">
                <a16:creationId xmlns:a16="http://schemas.microsoft.com/office/drawing/2014/main" id="{F0017017-8373-493C-B1D2-A4EAC0CFBB2C}"/>
              </a:ext>
            </a:extLst>
          </p:cNvPr>
          <p:cNvSpPr>
            <a:spLocks xmlns:a="http://schemas.openxmlformats.org/drawingml/2006/main" noGrp="1"/>
          </p:cNvSpPr>
          <p:nvPr/>
        </p:nvSpPr>
        <p:spPr>
          <a:xfrm xmlns:a="http://schemas.openxmlformats.org/drawingml/2006/main">
            <a:off x="55149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4" name="diagram-293">
            <a:extLst xmlns:a="http://schemas.openxmlformats.org/drawingml/2006/main">
              <a:ext uri="{FF2B5EF4-FFF2-40B4-BE49-F238E27FC236}">
                <a16:creationId xmlns:a16="http://schemas.microsoft.com/office/drawing/2014/main" id="{04D234D2-B1CC-4341-8C64-126E6FCFA664}"/>
              </a:ext>
            </a:extLst>
          </p:cNvPr>
          <p:cNvSpPr>
            <a:spLocks xmlns:a="http://schemas.openxmlformats.org/drawingml/2006/main" noGrp="1"/>
          </p:cNvSpPr>
          <p:nvPr/>
        </p:nvSpPr>
        <p:spPr>
          <a:xfrm xmlns:a="http://schemas.openxmlformats.org/drawingml/2006/main">
            <a:off x="56578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5" name="diagram-294">
            <a:extLst xmlns:a="http://schemas.openxmlformats.org/drawingml/2006/main">
              <a:ext uri="{FF2B5EF4-FFF2-40B4-BE49-F238E27FC236}">
                <a16:creationId xmlns:a16="http://schemas.microsoft.com/office/drawing/2014/main" id="{6E139F62-15E8-4B91-9546-76FA0B5679AD}"/>
              </a:ext>
            </a:extLst>
          </p:cNvPr>
          <p:cNvSpPr>
            <a:spLocks xmlns:a="http://schemas.openxmlformats.org/drawingml/2006/main" noGrp="1"/>
          </p:cNvSpPr>
          <p:nvPr/>
        </p:nvSpPr>
        <p:spPr>
          <a:xfrm xmlns:a="http://schemas.openxmlformats.org/drawingml/2006/main">
            <a:off x="58007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6" name="diagram-295">
            <a:extLst xmlns:a="http://schemas.openxmlformats.org/drawingml/2006/main">
              <a:ext uri="{FF2B5EF4-FFF2-40B4-BE49-F238E27FC236}">
                <a16:creationId xmlns:a16="http://schemas.microsoft.com/office/drawing/2014/main" id="{FCA5D2EC-BA03-47BB-B7AC-3F893993CF5E}"/>
              </a:ext>
            </a:extLst>
          </p:cNvPr>
          <p:cNvSpPr>
            <a:spLocks xmlns:a="http://schemas.openxmlformats.org/drawingml/2006/main" noGrp="1"/>
          </p:cNvSpPr>
          <p:nvPr/>
        </p:nvSpPr>
        <p:spPr>
          <a:xfrm xmlns:a="http://schemas.openxmlformats.org/drawingml/2006/main">
            <a:off x="59436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7" name="diagram-296">
            <a:extLst xmlns:a="http://schemas.openxmlformats.org/drawingml/2006/main">
              <a:ext uri="{FF2B5EF4-FFF2-40B4-BE49-F238E27FC236}">
                <a16:creationId xmlns:a16="http://schemas.microsoft.com/office/drawing/2014/main" id="{F9023A91-B3C1-405F-8193-52C1260BEC75}"/>
              </a:ext>
            </a:extLst>
          </p:cNvPr>
          <p:cNvSpPr>
            <a:spLocks xmlns:a="http://schemas.openxmlformats.org/drawingml/2006/main" noGrp="1"/>
          </p:cNvSpPr>
          <p:nvPr/>
        </p:nvSpPr>
        <p:spPr>
          <a:xfrm xmlns:a="http://schemas.openxmlformats.org/drawingml/2006/main">
            <a:off x="60864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8" name="diagram-297">
            <a:extLst xmlns:a="http://schemas.openxmlformats.org/drawingml/2006/main">
              <a:ext uri="{FF2B5EF4-FFF2-40B4-BE49-F238E27FC236}">
                <a16:creationId xmlns:a16="http://schemas.microsoft.com/office/drawing/2014/main" id="{BEE6EE50-9525-43D3-B39A-DD6EB2E47447}"/>
              </a:ext>
            </a:extLst>
          </p:cNvPr>
          <p:cNvSpPr>
            <a:spLocks xmlns:a="http://schemas.openxmlformats.org/drawingml/2006/main" noGrp="1"/>
          </p:cNvSpPr>
          <p:nvPr/>
        </p:nvSpPr>
        <p:spPr>
          <a:xfrm xmlns:a="http://schemas.openxmlformats.org/drawingml/2006/main">
            <a:off x="62293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9" name="diagram-298">
            <a:extLst xmlns:a="http://schemas.openxmlformats.org/drawingml/2006/main">
              <a:ext uri="{FF2B5EF4-FFF2-40B4-BE49-F238E27FC236}">
                <a16:creationId xmlns:a16="http://schemas.microsoft.com/office/drawing/2014/main" id="{FC50C2A7-B1CF-4A35-96E7-E904F763EDE2}"/>
              </a:ext>
            </a:extLst>
          </p:cNvPr>
          <p:cNvSpPr>
            <a:spLocks xmlns:a="http://schemas.openxmlformats.org/drawingml/2006/main" noGrp="1"/>
          </p:cNvSpPr>
          <p:nvPr/>
        </p:nvSpPr>
        <p:spPr>
          <a:xfrm xmlns:a="http://schemas.openxmlformats.org/drawingml/2006/main">
            <a:off x="63722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0" name="diagram-299">
            <a:extLst xmlns:a="http://schemas.openxmlformats.org/drawingml/2006/main">
              <a:ext uri="{FF2B5EF4-FFF2-40B4-BE49-F238E27FC236}">
                <a16:creationId xmlns:a16="http://schemas.microsoft.com/office/drawing/2014/main" id="{D77CB523-48DE-475C-9120-1A554D485EDA}"/>
              </a:ext>
            </a:extLst>
          </p:cNvPr>
          <p:cNvSpPr>
            <a:spLocks xmlns:a="http://schemas.openxmlformats.org/drawingml/2006/main" noGrp="1"/>
          </p:cNvSpPr>
          <p:nvPr/>
        </p:nvSpPr>
        <p:spPr>
          <a:xfrm xmlns:a="http://schemas.openxmlformats.org/drawingml/2006/main">
            <a:off x="42291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1" name="diagram-300">
            <a:extLst xmlns:a="http://schemas.openxmlformats.org/drawingml/2006/main">
              <a:ext uri="{FF2B5EF4-FFF2-40B4-BE49-F238E27FC236}">
                <a16:creationId xmlns:a16="http://schemas.microsoft.com/office/drawing/2014/main" id="{C562C2B9-18B4-421A-9951-831079294440}"/>
              </a:ext>
            </a:extLst>
          </p:cNvPr>
          <p:cNvSpPr>
            <a:spLocks xmlns:a="http://schemas.openxmlformats.org/drawingml/2006/main" noGrp="1"/>
          </p:cNvSpPr>
          <p:nvPr/>
        </p:nvSpPr>
        <p:spPr>
          <a:xfrm xmlns:a="http://schemas.openxmlformats.org/drawingml/2006/main">
            <a:off x="43719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2" name="diagram-301">
            <a:extLst xmlns:a="http://schemas.openxmlformats.org/drawingml/2006/main">
              <a:ext uri="{FF2B5EF4-FFF2-40B4-BE49-F238E27FC236}">
                <a16:creationId xmlns:a16="http://schemas.microsoft.com/office/drawing/2014/main" id="{F6917D6C-06E6-4FC5-A464-BDA1CA7CA37C}"/>
              </a:ext>
            </a:extLst>
          </p:cNvPr>
          <p:cNvSpPr>
            <a:spLocks xmlns:a="http://schemas.openxmlformats.org/drawingml/2006/main" noGrp="1"/>
          </p:cNvSpPr>
          <p:nvPr/>
        </p:nvSpPr>
        <p:spPr>
          <a:xfrm xmlns:a="http://schemas.openxmlformats.org/drawingml/2006/main">
            <a:off x="45148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3" name="diagram-302">
            <a:extLst xmlns:a="http://schemas.openxmlformats.org/drawingml/2006/main">
              <a:ext uri="{FF2B5EF4-FFF2-40B4-BE49-F238E27FC236}">
                <a16:creationId xmlns:a16="http://schemas.microsoft.com/office/drawing/2014/main" id="{CA6BF41A-642D-46EB-8C85-30FE7E7CD2B1}"/>
              </a:ext>
            </a:extLst>
          </p:cNvPr>
          <p:cNvSpPr>
            <a:spLocks xmlns:a="http://schemas.openxmlformats.org/drawingml/2006/main" noGrp="1"/>
          </p:cNvSpPr>
          <p:nvPr/>
        </p:nvSpPr>
        <p:spPr>
          <a:xfrm xmlns:a="http://schemas.openxmlformats.org/drawingml/2006/main">
            <a:off x="46577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4" name="diagram-303">
            <a:extLst xmlns:a="http://schemas.openxmlformats.org/drawingml/2006/main">
              <a:ext uri="{FF2B5EF4-FFF2-40B4-BE49-F238E27FC236}">
                <a16:creationId xmlns:a16="http://schemas.microsoft.com/office/drawing/2014/main" id="{0A8B7411-6593-4CA8-BF85-33CCFB791229}"/>
              </a:ext>
            </a:extLst>
          </p:cNvPr>
          <p:cNvSpPr>
            <a:spLocks xmlns:a="http://schemas.openxmlformats.org/drawingml/2006/main" noGrp="1"/>
          </p:cNvSpPr>
          <p:nvPr/>
        </p:nvSpPr>
        <p:spPr>
          <a:xfrm xmlns:a="http://schemas.openxmlformats.org/drawingml/2006/main">
            <a:off x="48006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5" name="diagram-304">
            <a:extLst xmlns:a="http://schemas.openxmlformats.org/drawingml/2006/main">
              <a:ext uri="{FF2B5EF4-FFF2-40B4-BE49-F238E27FC236}">
                <a16:creationId xmlns:a16="http://schemas.microsoft.com/office/drawing/2014/main" id="{AC9DFB5C-F3A0-4CD4-8F50-2FBE1E952550}"/>
              </a:ext>
            </a:extLst>
          </p:cNvPr>
          <p:cNvSpPr>
            <a:spLocks xmlns:a="http://schemas.openxmlformats.org/drawingml/2006/main" noGrp="1"/>
          </p:cNvSpPr>
          <p:nvPr/>
        </p:nvSpPr>
        <p:spPr>
          <a:xfrm xmlns:a="http://schemas.openxmlformats.org/drawingml/2006/main">
            <a:off x="49434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6" name="diagram-305">
            <a:extLst xmlns:a="http://schemas.openxmlformats.org/drawingml/2006/main">
              <a:ext uri="{FF2B5EF4-FFF2-40B4-BE49-F238E27FC236}">
                <a16:creationId xmlns:a16="http://schemas.microsoft.com/office/drawing/2014/main" id="{6DBB15C1-60A3-493B-9438-72984B3021BD}"/>
              </a:ext>
            </a:extLst>
          </p:cNvPr>
          <p:cNvSpPr>
            <a:spLocks xmlns:a="http://schemas.openxmlformats.org/drawingml/2006/main" noGrp="1"/>
          </p:cNvSpPr>
          <p:nvPr/>
        </p:nvSpPr>
        <p:spPr>
          <a:xfrm xmlns:a="http://schemas.openxmlformats.org/drawingml/2006/main">
            <a:off x="50863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7" name="diagram-306">
            <a:extLst xmlns:a="http://schemas.openxmlformats.org/drawingml/2006/main">
              <a:ext uri="{FF2B5EF4-FFF2-40B4-BE49-F238E27FC236}">
                <a16:creationId xmlns:a16="http://schemas.microsoft.com/office/drawing/2014/main" id="{77E309FB-C67F-4CB9-B956-D1B8787401BD}"/>
              </a:ext>
            </a:extLst>
          </p:cNvPr>
          <p:cNvSpPr>
            <a:spLocks xmlns:a="http://schemas.openxmlformats.org/drawingml/2006/main" noGrp="1"/>
          </p:cNvSpPr>
          <p:nvPr/>
        </p:nvSpPr>
        <p:spPr>
          <a:xfrm xmlns:a="http://schemas.openxmlformats.org/drawingml/2006/main">
            <a:off x="52292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8" name="diagram-307">
            <a:extLst xmlns:a="http://schemas.openxmlformats.org/drawingml/2006/main">
              <a:ext uri="{FF2B5EF4-FFF2-40B4-BE49-F238E27FC236}">
                <a16:creationId xmlns:a16="http://schemas.microsoft.com/office/drawing/2014/main" id="{220A4CE5-D3FC-4D7F-8755-786EC7DF4605}"/>
              </a:ext>
            </a:extLst>
          </p:cNvPr>
          <p:cNvSpPr>
            <a:spLocks xmlns:a="http://schemas.openxmlformats.org/drawingml/2006/main" noGrp="1"/>
          </p:cNvSpPr>
          <p:nvPr/>
        </p:nvSpPr>
        <p:spPr>
          <a:xfrm xmlns:a="http://schemas.openxmlformats.org/drawingml/2006/main">
            <a:off x="53721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9" name="diagram-308">
            <a:extLst xmlns:a="http://schemas.openxmlformats.org/drawingml/2006/main">
              <a:ext uri="{FF2B5EF4-FFF2-40B4-BE49-F238E27FC236}">
                <a16:creationId xmlns:a16="http://schemas.microsoft.com/office/drawing/2014/main" id="{76899A75-E3DB-4366-AC1E-E3A91F57F2FF}"/>
              </a:ext>
            </a:extLst>
          </p:cNvPr>
          <p:cNvSpPr>
            <a:spLocks xmlns:a="http://schemas.openxmlformats.org/drawingml/2006/main" noGrp="1"/>
          </p:cNvSpPr>
          <p:nvPr/>
        </p:nvSpPr>
        <p:spPr>
          <a:xfrm xmlns:a="http://schemas.openxmlformats.org/drawingml/2006/main">
            <a:off x="55149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0" name="diagram-309">
            <a:extLst xmlns:a="http://schemas.openxmlformats.org/drawingml/2006/main">
              <a:ext uri="{FF2B5EF4-FFF2-40B4-BE49-F238E27FC236}">
                <a16:creationId xmlns:a16="http://schemas.microsoft.com/office/drawing/2014/main" id="{EE79A9F7-712A-4D0C-8B8C-CA93E8EC3ACF}"/>
              </a:ext>
            </a:extLst>
          </p:cNvPr>
          <p:cNvSpPr>
            <a:spLocks xmlns:a="http://schemas.openxmlformats.org/drawingml/2006/main" noGrp="1"/>
          </p:cNvSpPr>
          <p:nvPr/>
        </p:nvSpPr>
        <p:spPr>
          <a:xfrm xmlns:a="http://schemas.openxmlformats.org/drawingml/2006/main">
            <a:off x="56578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1" name="diagram-310">
            <a:extLst xmlns:a="http://schemas.openxmlformats.org/drawingml/2006/main">
              <a:ext uri="{FF2B5EF4-FFF2-40B4-BE49-F238E27FC236}">
                <a16:creationId xmlns:a16="http://schemas.microsoft.com/office/drawing/2014/main" id="{6F3DEB2D-E060-4170-A8F1-50328A518603}"/>
              </a:ext>
            </a:extLst>
          </p:cNvPr>
          <p:cNvSpPr>
            <a:spLocks xmlns:a="http://schemas.openxmlformats.org/drawingml/2006/main" noGrp="1"/>
          </p:cNvSpPr>
          <p:nvPr/>
        </p:nvSpPr>
        <p:spPr>
          <a:xfrm xmlns:a="http://schemas.openxmlformats.org/drawingml/2006/main">
            <a:off x="58007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2" name="diagram-311">
            <a:extLst xmlns:a="http://schemas.openxmlformats.org/drawingml/2006/main">
              <a:ext uri="{FF2B5EF4-FFF2-40B4-BE49-F238E27FC236}">
                <a16:creationId xmlns:a16="http://schemas.microsoft.com/office/drawing/2014/main" id="{3E49F76E-3321-47C6-8194-96547BA0EAB7}"/>
              </a:ext>
            </a:extLst>
          </p:cNvPr>
          <p:cNvSpPr>
            <a:spLocks xmlns:a="http://schemas.openxmlformats.org/drawingml/2006/main" noGrp="1"/>
          </p:cNvSpPr>
          <p:nvPr/>
        </p:nvSpPr>
        <p:spPr>
          <a:xfrm xmlns:a="http://schemas.openxmlformats.org/drawingml/2006/main">
            <a:off x="59436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3" name="diagram-312">
            <a:extLst xmlns:a="http://schemas.openxmlformats.org/drawingml/2006/main">
              <a:ext uri="{FF2B5EF4-FFF2-40B4-BE49-F238E27FC236}">
                <a16:creationId xmlns:a16="http://schemas.microsoft.com/office/drawing/2014/main" id="{2246C856-02E9-4A3C-B448-B4A7186665B9}"/>
              </a:ext>
            </a:extLst>
          </p:cNvPr>
          <p:cNvSpPr>
            <a:spLocks xmlns:a="http://schemas.openxmlformats.org/drawingml/2006/main" noGrp="1"/>
          </p:cNvSpPr>
          <p:nvPr/>
        </p:nvSpPr>
        <p:spPr>
          <a:xfrm xmlns:a="http://schemas.openxmlformats.org/drawingml/2006/main">
            <a:off x="60864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4" name="diagram-313">
            <a:extLst xmlns:a="http://schemas.openxmlformats.org/drawingml/2006/main">
              <a:ext uri="{FF2B5EF4-FFF2-40B4-BE49-F238E27FC236}">
                <a16:creationId xmlns:a16="http://schemas.microsoft.com/office/drawing/2014/main" id="{2D79C26B-6889-4458-A23D-F2A1655ECBBB}"/>
              </a:ext>
            </a:extLst>
          </p:cNvPr>
          <p:cNvSpPr>
            <a:spLocks xmlns:a="http://schemas.openxmlformats.org/drawingml/2006/main" noGrp="1"/>
          </p:cNvSpPr>
          <p:nvPr/>
        </p:nvSpPr>
        <p:spPr>
          <a:xfrm xmlns:a="http://schemas.openxmlformats.org/drawingml/2006/main">
            <a:off x="62293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5" name="diagram-314">
            <a:extLst xmlns:a="http://schemas.openxmlformats.org/drawingml/2006/main">
              <a:ext uri="{FF2B5EF4-FFF2-40B4-BE49-F238E27FC236}">
                <a16:creationId xmlns:a16="http://schemas.microsoft.com/office/drawing/2014/main" id="{EFFCE3A2-92D0-4121-B2B8-CBC9912030B0}"/>
              </a:ext>
            </a:extLst>
          </p:cNvPr>
          <p:cNvSpPr>
            <a:spLocks xmlns:a="http://schemas.openxmlformats.org/drawingml/2006/main" noGrp="1"/>
          </p:cNvSpPr>
          <p:nvPr/>
        </p:nvSpPr>
        <p:spPr>
          <a:xfrm xmlns:a="http://schemas.openxmlformats.org/drawingml/2006/main">
            <a:off x="63722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6" name="diagram-315">
            <a:extLst xmlns:a="http://schemas.openxmlformats.org/drawingml/2006/main">
              <a:ext uri="{FF2B5EF4-FFF2-40B4-BE49-F238E27FC236}">
                <a16:creationId xmlns:a16="http://schemas.microsoft.com/office/drawing/2014/main" id="{8AD19100-F481-4BBB-A18B-703A76ACD28D}"/>
              </a:ext>
            </a:extLst>
          </p:cNvPr>
          <p:cNvSpPr>
            <a:spLocks xmlns:a="http://schemas.openxmlformats.org/drawingml/2006/main" noGrp="1"/>
          </p:cNvSpPr>
          <p:nvPr/>
        </p:nvSpPr>
        <p:spPr>
          <a:xfrm xmlns:a="http://schemas.openxmlformats.org/drawingml/2006/main">
            <a:off x="42291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7" name="diagram-316">
            <a:extLst xmlns:a="http://schemas.openxmlformats.org/drawingml/2006/main">
              <a:ext uri="{FF2B5EF4-FFF2-40B4-BE49-F238E27FC236}">
                <a16:creationId xmlns:a16="http://schemas.microsoft.com/office/drawing/2014/main" id="{570820FE-D79C-4F5B-BEE0-503B812FEB30}"/>
              </a:ext>
            </a:extLst>
          </p:cNvPr>
          <p:cNvSpPr>
            <a:spLocks xmlns:a="http://schemas.openxmlformats.org/drawingml/2006/main" noGrp="1"/>
          </p:cNvSpPr>
          <p:nvPr/>
        </p:nvSpPr>
        <p:spPr>
          <a:xfrm xmlns:a="http://schemas.openxmlformats.org/drawingml/2006/main">
            <a:off x="43719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8" name="diagram-317">
            <a:extLst xmlns:a="http://schemas.openxmlformats.org/drawingml/2006/main">
              <a:ext uri="{FF2B5EF4-FFF2-40B4-BE49-F238E27FC236}">
                <a16:creationId xmlns:a16="http://schemas.microsoft.com/office/drawing/2014/main" id="{395A6B45-0C15-4790-9690-13416BF90922}"/>
              </a:ext>
            </a:extLst>
          </p:cNvPr>
          <p:cNvSpPr>
            <a:spLocks xmlns:a="http://schemas.openxmlformats.org/drawingml/2006/main" noGrp="1"/>
          </p:cNvSpPr>
          <p:nvPr/>
        </p:nvSpPr>
        <p:spPr>
          <a:xfrm xmlns:a="http://schemas.openxmlformats.org/drawingml/2006/main">
            <a:off x="45148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9" name="diagram-318">
            <a:extLst xmlns:a="http://schemas.openxmlformats.org/drawingml/2006/main">
              <a:ext uri="{FF2B5EF4-FFF2-40B4-BE49-F238E27FC236}">
                <a16:creationId xmlns:a16="http://schemas.microsoft.com/office/drawing/2014/main" id="{F6C07459-4C52-49E9-AD20-1B9BA8B2CB15}"/>
              </a:ext>
            </a:extLst>
          </p:cNvPr>
          <p:cNvSpPr>
            <a:spLocks xmlns:a="http://schemas.openxmlformats.org/drawingml/2006/main" noGrp="1"/>
          </p:cNvSpPr>
          <p:nvPr/>
        </p:nvSpPr>
        <p:spPr>
          <a:xfrm xmlns:a="http://schemas.openxmlformats.org/drawingml/2006/main">
            <a:off x="46577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0" name="diagram-319">
            <a:extLst xmlns:a="http://schemas.openxmlformats.org/drawingml/2006/main">
              <a:ext uri="{FF2B5EF4-FFF2-40B4-BE49-F238E27FC236}">
                <a16:creationId xmlns:a16="http://schemas.microsoft.com/office/drawing/2014/main" id="{7FDA177D-516A-4781-B43F-4B9760054EC4}"/>
              </a:ext>
            </a:extLst>
          </p:cNvPr>
          <p:cNvSpPr>
            <a:spLocks xmlns:a="http://schemas.openxmlformats.org/drawingml/2006/main" noGrp="1"/>
          </p:cNvSpPr>
          <p:nvPr/>
        </p:nvSpPr>
        <p:spPr>
          <a:xfrm xmlns:a="http://schemas.openxmlformats.org/drawingml/2006/main">
            <a:off x="48006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1" name="diagram-320">
            <a:extLst xmlns:a="http://schemas.openxmlformats.org/drawingml/2006/main">
              <a:ext uri="{FF2B5EF4-FFF2-40B4-BE49-F238E27FC236}">
                <a16:creationId xmlns:a16="http://schemas.microsoft.com/office/drawing/2014/main" id="{89133A8A-6DE4-4373-BFC3-5E742E77C375}"/>
              </a:ext>
            </a:extLst>
          </p:cNvPr>
          <p:cNvSpPr>
            <a:spLocks xmlns:a="http://schemas.openxmlformats.org/drawingml/2006/main" noGrp="1"/>
          </p:cNvSpPr>
          <p:nvPr/>
        </p:nvSpPr>
        <p:spPr>
          <a:xfrm xmlns:a="http://schemas.openxmlformats.org/drawingml/2006/main">
            <a:off x="49434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2" name="diagram-321">
            <a:extLst xmlns:a="http://schemas.openxmlformats.org/drawingml/2006/main">
              <a:ext uri="{FF2B5EF4-FFF2-40B4-BE49-F238E27FC236}">
                <a16:creationId xmlns:a16="http://schemas.microsoft.com/office/drawing/2014/main" id="{E2C30DF2-52F8-44E6-82BD-62A190595818}"/>
              </a:ext>
            </a:extLst>
          </p:cNvPr>
          <p:cNvSpPr>
            <a:spLocks xmlns:a="http://schemas.openxmlformats.org/drawingml/2006/main" noGrp="1"/>
          </p:cNvSpPr>
          <p:nvPr/>
        </p:nvSpPr>
        <p:spPr>
          <a:xfrm xmlns:a="http://schemas.openxmlformats.org/drawingml/2006/main">
            <a:off x="50863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3" name="diagram-322">
            <a:extLst xmlns:a="http://schemas.openxmlformats.org/drawingml/2006/main">
              <a:ext uri="{FF2B5EF4-FFF2-40B4-BE49-F238E27FC236}">
                <a16:creationId xmlns:a16="http://schemas.microsoft.com/office/drawing/2014/main" id="{183B113E-AFE6-4A73-A20D-6FB308739873}"/>
              </a:ext>
            </a:extLst>
          </p:cNvPr>
          <p:cNvSpPr>
            <a:spLocks xmlns:a="http://schemas.openxmlformats.org/drawingml/2006/main" noGrp="1"/>
          </p:cNvSpPr>
          <p:nvPr/>
        </p:nvSpPr>
        <p:spPr>
          <a:xfrm xmlns:a="http://schemas.openxmlformats.org/drawingml/2006/main">
            <a:off x="52292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4" name="diagram-323">
            <a:extLst xmlns:a="http://schemas.openxmlformats.org/drawingml/2006/main">
              <a:ext uri="{FF2B5EF4-FFF2-40B4-BE49-F238E27FC236}">
                <a16:creationId xmlns:a16="http://schemas.microsoft.com/office/drawing/2014/main" id="{7F9B3891-B453-455E-A5F3-C12985820450}"/>
              </a:ext>
            </a:extLst>
          </p:cNvPr>
          <p:cNvSpPr>
            <a:spLocks xmlns:a="http://schemas.openxmlformats.org/drawingml/2006/main" noGrp="1"/>
          </p:cNvSpPr>
          <p:nvPr/>
        </p:nvSpPr>
        <p:spPr>
          <a:xfrm xmlns:a="http://schemas.openxmlformats.org/drawingml/2006/main">
            <a:off x="53721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5" name="diagram-324">
            <a:extLst xmlns:a="http://schemas.openxmlformats.org/drawingml/2006/main">
              <a:ext uri="{FF2B5EF4-FFF2-40B4-BE49-F238E27FC236}">
                <a16:creationId xmlns:a16="http://schemas.microsoft.com/office/drawing/2014/main" id="{2B4E77C0-11D7-4B2F-92BB-3FA599656BEB}"/>
              </a:ext>
            </a:extLst>
          </p:cNvPr>
          <p:cNvSpPr>
            <a:spLocks xmlns:a="http://schemas.openxmlformats.org/drawingml/2006/main" noGrp="1"/>
          </p:cNvSpPr>
          <p:nvPr/>
        </p:nvSpPr>
        <p:spPr>
          <a:xfrm xmlns:a="http://schemas.openxmlformats.org/drawingml/2006/main">
            <a:off x="55149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6" name="diagram-325">
            <a:extLst xmlns:a="http://schemas.openxmlformats.org/drawingml/2006/main">
              <a:ext uri="{FF2B5EF4-FFF2-40B4-BE49-F238E27FC236}">
                <a16:creationId xmlns:a16="http://schemas.microsoft.com/office/drawing/2014/main" id="{9F0931D9-3CF7-4C1A-9E8B-D924793495B3}"/>
              </a:ext>
            </a:extLst>
          </p:cNvPr>
          <p:cNvSpPr>
            <a:spLocks xmlns:a="http://schemas.openxmlformats.org/drawingml/2006/main" noGrp="1"/>
          </p:cNvSpPr>
          <p:nvPr/>
        </p:nvSpPr>
        <p:spPr>
          <a:xfrm xmlns:a="http://schemas.openxmlformats.org/drawingml/2006/main">
            <a:off x="56578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7" name="diagram-326">
            <a:extLst xmlns:a="http://schemas.openxmlformats.org/drawingml/2006/main">
              <a:ext uri="{FF2B5EF4-FFF2-40B4-BE49-F238E27FC236}">
                <a16:creationId xmlns:a16="http://schemas.microsoft.com/office/drawing/2014/main" id="{A4FF7FDB-00BE-4073-B196-CF0F6D1505B5}"/>
              </a:ext>
            </a:extLst>
          </p:cNvPr>
          <p:cNvSpPr>
            <a:spLocks xmlns:a="http://schemas.openxmlformats.org/drawingml/2006/main" noGrp="1"/>
          </p:cNvSpPr>
          <p:nvPr/>
        </p:nvSpPr>
        <p:spPr>
          <a:xfrm xmlns:a="http://schemas.openxmlformats.org/drawingml/2006/main">
            <a:off x="58007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8" name="diagram-327">
            <a:extLst xmlns:a="http://schemas.openxmlformats.org/drawingml/2006/main">
              <a:ext uri="{FF2B5EF4-FFF2-40B4-BE49-F238E27FC236}">
                <a16:creationId xmlns:a16="http://schemas.microsoft.com/office/drawing/2014/main" id="{FEBC4759-F3AF-4351-9CDA-04AF83DBE988}"/>
              </a:ext>
            </a:extLst>
          </p:cNvPr>
          <p:cNvSpPr>
            <a:spLocks xmlns:a="http://schemas.openxmlformats.org/drawingml/2006/main" noGrp="1"/>
          </p:cNvSpPr>
          <p:nvPr/>
        </p:nvSpPr>
        <p:spPr>
          <a:xfrm xmlns:a="http://schemas.openxmlformats.org/drawingml/2006/main">
            <a:off x="59436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9" name="diagram-328">
            <a:extLst xmlns:a="http://schemas.openxmlformats.org/drawingml/2006/main">
              <a:ext uri="{FF2B5EF4-FFF2-40B4-BE49-F238E27FC236}">
                <a16:creationId xmlns:a16="http://schemas.microsoft.com/office/drawing/2014/main" id="{D305F759-7035-425F-A32F-A122042AFB3B}"/>
              </a:ext>
            </a:extLst>
          </p:cNvPr>
          <p:cNvSpPr>
            <a:spLocks xmlns:a="http://schemas.openxmlformats.org/drawingml/2006/main" noGrp="1"/>
          </p:cNvSpPr>
          <p:nvPr/>
        </p:nvSpPr>
        <p:spPr>
          <a:xfrm xmlns:a="http://schemas.openxmlformats.org/drawingml/2006/main">
            <a:off x="60864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0" name="diagram-329">
            <a:extLst xmlns:a="http://schemas.openxmlformats.org/drawingml/2006/main">
              <a:ext uri="{FF2B5EF4-FFF2-40B4-BE49-F238E27FC236}">
                <a16:creationId xmlns:a16="http://schemas.microsoft.com/office/drawing/2014/main" id="{70A02916-477E-4D58-ABE7-92BDFF9AB852}"/>
              </a:ext>
            </a:extLst>
          </p:cNvPr>
          <p:cNvSpPr>
            <a:spLocks xmlns:a="http://schemas.openxmlformats.org/drawingml/2006/main" noGrp="1"/>
          </p:cNvSpPr>
          <p:nvPr/>
        </p:nvSpPr>
        <p:spPr>
          <a:xfrm xmlns:a="http://schemas.openxmlformats.org/drawingml/2006/main">
            <a:off x="62293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1" name="diagram-330">
            <a:extLst xmlns:a="http://schemas.openxmlformats.org/drawingml/2006/main">
              <a:ext uri="{FF2B5EF4-FFF2-40B4-BE49-F238E27FC236}">
                <a16:creationId xmlns:a16="http://schemas.microsoft.com/office/drawing/2014/main" id="{1373F18A-BE61-4EE1-8C9A-58EC07BE2523}"/>
              </a:ext>
            </a:extLst>
          </p:cNvPr>
          <p:cNvSpPr>
            <a:spLocks xmlns:a="http://schemas.openxmlformats.org/drawingml/2006/main" noGrp="1"/>
          </p:cNvSpPr>
          <p:nvPr/>
        </p:nvSpPr>
        <p:spPr>
          <a:xfrm xmlns:a="http://schemas.openxmlformats.org/drawingml/2006/main">
            <a:off x="63722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2" name="diagram-331">
            <a:extLst xmlns:a="http://schemas.openxmlformats.org/drawingml/2006/main">
              <a:ext uri="{FF2B5EF4-FFF2-40B4-BE49-F238E27FC236}">
                <a16:creationId xmlns:a16="http://schemas.microsoft.com/office/drawing/2014/main" id="{E8CBDC18-B2F9-41A7-AA41-14D38E413C95}"/>
              </a:ext>
            </a:extLst>
          </p:cNvPr>
          <p:cNvSpPr>
            <a:spLocks xmlns:a="http://schemas.openxmlformats.org/drawingml/2006/main" noGrp="1"/>
          </p:cNvSpPr>
          <p:nvPr/>
        </p:nvSpPr>
        <p:spPr>
          <a:xfrm xmlns:a="http://schemas.openxmlformats.org/drawingml/2006/main">
            <a:off x="42291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3" name="diagram-332">
            <a:extLst xmlns:a="http://schemas.openxmlformats.org/drawingml/2006/main">
              <a:ext uri="{FF2B5EF4-FFF2-40B4-BE49-F238E27FC236}">
                <a16:creationId xmlns:a16="http://schemas.microsoft.com/office/drawing/2014/main" id="{F5A26815-3017-4557-A515-E05E102702D6}"/>
              </a:ext>
            </a:extLst>
          </p:cNvPr>
          <p:cNvSpPr>
            <a:spLocks xmlns:a="http://schemas.openxmlformats.org/drawingml/2006/main" noGrp="1"/>
          </p:cNvSpPr>
          <p:nvPr/>
        </p:nvSpPr>
        <p:spPr>
          <a:xfrm xmlns:a="http://schemas.openxmlformats.org/drawingml/2006/main">
            <a:off x="43719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4" name="diagram-333">
            <a:extLst xmlns:a="http://schemas.openxmlformats.org/drawingml/2006/main">
              <a:ext uri="{FF2B5EF4-FFF2-40B4-BE49-F238E27FC236}">
                <a16:creationId xmlns:a16="http://schemas.microsoft.com/office/drawing/2014/main" id="{9F768692-E4BF-4AA6-A559-974D889103C0}"/>
              </a:ext>
            </a:extLst>
          </p:cNvPr>
          <p:cNvSpPr>
            <a:spLocks xmlns:a="http://schemas.openxmlformats.org/drawingml/2006/main" noGrp="1"/>
          </p:cNvSpPr>
          <p:nvPr/>
        </p:nvSpPr>
        <p:spPr>
          <a:xfrm xmlns:a="http://schemas.openxmlformats.org/drawingml/2006/main">
            <a:off x="45148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5" name="diagram-334">
            <a:extLst xmlns:a="http://schemas.openxmlformats.org/drawingml/2006/main">
              <a:ext uri="{FF2B5EF4-FFF2-40B4-BE49-F238E27FC236}">
                <a16:creationId xmlns:a16="http://schemas.microsoft.com/office/drawing/2014/main" id="{04F3336D-5EF3-4373-AD49-0C64CB0B1271}"/>
              </a:ext>
            </a:extLst>
          </p:cNvPr>
          <p:cNvSpPr>
            <a:spLocks xmlns:a="http://schemas.openxmlformats.org/drawingml/2006/main" noGrp="1"/>
          </p:cNvSpPr>
          <p:nvPr/>
        </p:nvSpPr>
        <p:spPr>
          <a:xfrm xmlns:a="http://schemas.openxmlformats.org/drawingml/2006/main">
            <a:off x="46577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6" name="diagram-335">
            <a:extLst xmlns:a="http://schemas.openxmlformats.org/drawingml/2006/main">
              <a:ext uri="{FF2B5EF4-FFF2-40B4-BE49-F238E27FC236}">
                <a16:creationId xmlns:a16="http://schemas.microsoft.com/office/drawing/2014/main" id="{42EFE270-D3C6-401B-B2C4-1D072E141655}"/>
              </a:ext>
            </a:extLst>
          </p:cNvPr>
          <p:cNvSpPr>
            <a:spLocks xmlns:a="http://schemas.openxmlformats.org/drawingml/2006/main" noGrp="1"/>
          </p:cNvSpPr>
          <p:nvPr/>
        </p:nvSpPr>
        <p:spPr>
          <a:xfrm xmlns:a="http://schemas.openxmlformats.org/drawingml/2006/main">
            <a:off x="48006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7" name="diagram-336">
            <a:extLst xmlns:a="http://schemas.openxmlformats.org/drawingml/2006/main">
              <a:ext uri="{FF2B5EF4-FFF2-40B4-BE49-F238E27FC236}">
                <a16:creationId xmlns:a16="http://schemas.microsoft.com/office/drawing/2014/main" id="{7C76542D-3DE9-44B7-8491-378A76A5607C}"/>
              </a:ext>
            </a:extLst>
          </p:cNvPr>
          <p:cNvSpPr>
            <a:spLocks xmlns:a="http://schemas.openxmlformats.org/drawingml/2006/main" noGrp="1"/>
          </p:cNvSpPr>
          <p:nvPr/>
        </p:nvSpPr>
        <p:spPr>
          <a:xfrm xmlns:a="http://schemas.openxmlformats.org/drawingml/2006/main">
            <a:off x="49434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8" name="diagram-337">
            <a:extLst xmlns:a="http://schemas.openxmlformats.org/drawingml/2006/main">
              <a:ext uri="{FF2B5EF4-FFF2-40B4-BE49-F238E27FC236}">
                <a16:creationId xmlns:a16="http://schemas.microsoft.com/office/drawing/2014/main" id="{6A1A8F10-3A42-4E00-ABD9-2FFAA5E838F4}"/>
              </a:ext>
            </a:extLst>
          </p:cNvPr>
          <p:cNvSpPr>
            <a:spLocks xmlns:a="http://schemas.openxmlformats.org/drawingml/2006/main" noGrp="1"/>
          </p:cNvSpPr>
          <p:nvPr/>
        </p:nvSpPr>
        <p:spPr>
          <a:xfrm xmlns:a="http://schemas.openxmlformats.org/drawingml/2006/main">
            <a:off x="50863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9" name="diagram-338">
            <a:extLst xmlns:a="http://schemas.openxmlformats.org/drawingml/2006/main">
              <a:ext uri="{FF2B5EF4-FFF2-40B4-BE49-F238E27FC236}">
                <a16:creationId xmlns:a16="http://schemas.microsoft.com/office/drawing/2014/main" id="{504AFA96-998A-4C86-AE4E-CE7C065118FA}"/>
              </a:ext>
            </a:extLst>
          </p:cNvPr>
          <p:cNvSpPr>
            <a:spLocks xmlns:a="http://schemas.openxmlformats.org/drawingml/2006/main" noGrp="1"/>
          </p:cNvSpPr>
          <p:nvPr/>
        </p:nvSpPr>
        <p:spPr>
          <a:xfrm xmlns:a="http://schemas.openxmlformats.org/drawingml/2006/main">
            <a:off x="52292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0" name="diagram-339">
            <a:extLst xmlns:a="http://schemas.openxmlformats.org/drawingml/2006/main">
              <a:ext uri="{FF2B5EF4-FFF2-40B4-BE49-F238E27FC236}">
                <a16:creationId xmlns:a16="http://schemas.microsoft.com/office/drawing/2014/main" id="{10406094-0513-48AD-88F8-9696A57606F3}"/>
              </a:ext>
            </a:extLst>
          </p:cNvPr>
          <p:cNvSpPr>
            <a:spLocks xmlns:a="http://schemas.openxmlformats.org/drawingml/2006/main" noGrp="1"/>
          </p:cNvSpPr>
          <p:nvPr/>
        </p:nvSpPr>
        <p:spPr>
          <a:xfrm xmlns:a="http://schemas.openxmlformats.org/drawingml/2006/main">
            <a:off x="53721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1" name="diagram-340">
            <a:extLst xmlns:a="http://schemas.openxmlformats.org/drawingml/2006/main">
              <a:ext uri="{FF2B5EF4-FFF2-40B4-BE49-F238E27FC236}">
                <a16:creationId xmlns:a16="http://schemas.microsoft.com/office/drawing/2014/main" id="{5D9DEBDF-A3CE-4C66-921B-DB75AD401F2B}"/>
              </a:ext>
            </a:extLst>
          </p:cNvPr>
          <p:cNvSpPr>
            <a:spLocks xmlns:a="http://schemas.openxmlformats.org/drawingml/2006/main" noGrp="1"/>
          </p:cNvSpPr>
          <p:nvPr/>
        </p:nvSpPr>
        <p:spPr>
          <a:xfrm xmlns:a="http://schemas.openxmlformats.org/drawingml/2006/main">
            <a:off x="55149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2" name="diagram-341">
            <a:extLst xmlns:a="http://schemas.openxmlformats.org/drawingml/2006/main">
              <a:ext uri="{FF2B5EF4-FFF2-40B4-BE49-F238E27FC236}">
                <a16:creationId xmlns:a16="http://schemas.microsoft.com/office/drawing/2014/main" id="{257ECDC7-475B-43BC-94C2-EFDBDC5BA0D9}"/>
              </a:ext>
            </a:extLst>
          </p:cNvPr>
          <p:cNvSpPr>
            <a:spLocks xmlns:a="http://schemas.openxmlformats.org/drawingml/2006/main" noGrp="1"/>
          </p:cNvSpPr>
          <p:nvPr/>
        </p:nvSpPr>
        <p:spPr>
          <a:xfrm xmlns:a="http://schemas.openxmlformats.org/drawingml/2006/main">
            <a:off x="56578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3" name="diagram-342">
            <a:extLst xmlns:a="http://schemas.openxmlformats.org/drawingml/2006/main">
              <a:ext uri="{FF2B5EF4-FFF2-40B4-BE49-F238E27FC236}">
                <a16:creationId xmlns:a16="http://schemas.microsoft.com/office/drawing/2014/main" id="{CD9867D1-DBC9-4506-B8F0-6CEABE513F3F}"/>
              </a:ext>
            </a:extLst>
          </p:cNvPr>
          <p:cNvSpPr>
            <a:spLocks xmlns:a="http://schemas.openxmlformats.org/drawingml/2006/main" noGrp="1"/>
          </p:cNvSpPr>
          <p:nvPr/>
        </p:nvSpPr>
        <p:spPr>
          <a:xfrm xmlns:a="http://schemas.openxmlformats.org/drawingml/2006/main">
            <a:off x="58007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4" name="diagram-343">
            <a:extLst xmlns:a="http://schemas.openxmlformats.org/drawingml/2006/main">
              <a:ext uri="{FF2B5EF4-FFF2-40B4-BE49-F238E27FC236}">
                <a16:creationId xmlns:a16="http://schemas.microsoft.com/office/drawing/2014/main" id="{D8B2E94F-8B5E-4334-B859-4833A51357D5}"/>
              </a:ext>
            </a:extLst>
          </p:cNvPr>
          <p:cNvSpPr>
            <a:spLocks xmlns:a="http://schemas.openxmlformats.org/drawingml/2006/main" noGrp="1"/>
          </p:cNvSpPr>
          <p:nvPr/>
        </p:nvSpPr>
        <p:spPr>
          <a:xfrm xmlns:a="http://schemas.openxmlformats.org/drawingml/2006/main">
            <a:off x="59436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5" name="diagram-344">
            <a:extLst xmlns:a="http://schemas.openxmlformats.org/drawingml/2006/main">
              <a:ext uri="{FF2B5EF4-FFF2-40B4-BE49-F238E27FC236}">
                <a16:creationId xmlns:a16="http://schemas.microsoft.com/office/drawing/2014/main" id="{0226D686-C9BA-41EB-8877-89D2F2753821}"/>
              </a:ext>
            </a:extLst>
          </p:cNvPr>
          <p:cNvSpPr>
            <a:spLocks xmlns:a="http://schemas.openxmlformats.org/drawingml/2006/main" noGrp="1"/>
          </p:cNvSpPr>
          <p:nvPr/>
        </p:nvSpPr>
        <p:spPr>
          <a:xfrm xmlns:a="http://schemas.openxmlformats.org/drawingml/2006/main">
            <a:off x="60864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6" name="diagram-345">
            <a:extLst xmlns:a="http://schemas.openxmlformats.org/drawingml/2006/main">
              <a:ext uri="{FF2B5EF4-FFF2-40B4-BE49-F238E27FC236}">
                <a16:creationId xmlns:a16="http://schemas.microsoft.com/office/drawing/2014/main" id="{D4984A7B-6884-4F0A-B7F2-92761713B8B8}"/>
              </a:ext>
            </a:extLst>
          </p:cNvPr>
          <p:cNvSpPr>
            <a:spLocks xmlns:a="http://schemas.openxmlformats.org/drawingml/2006/main" noGrp="1"/>
          </p:cNvSpPr>
          <p:nvPr/>
        </p:nvSpPr>
        <p:spPr>
          <a:xfrm xmlns:a="http://schemas.openxmlformats.org/drawingml/2006/main">
            <a:off x="62293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7" name="diagram-346">
            <a:extLst xmlns:a="http://schemas.openxmlformats.org/drawingml/2006/main">
              <a:ext uri="{FF2B5EF4-FFF2-40B4-BE49-F238E27FC236}">
                <a16:creationId xmlns:a16="http://schemas.microsoft.com/office/drawing/2014/main" id="{926DDA2E-37E8-442D-9A20-63EDA12F3D03}"/>
              </a:ext>
            </a:extLst>
          </p:cNvPr>
          <p:cNvSpPr>
            <a:spLocks xmlns:a="http://schemas.openxmlformats.org/drawingml/2006/main" noGrp="1"/>
          </p:cNvSpPr>
          <p:nvPr/>
        </p:nvSpPr>
        <p:spPr>
          <a:xfrm xmlns:a="http://schemas.openxmlformats.org/drawingml/2006/main">
            <a:off x="63722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8" name="diagram-347">
            <a:extLst xmlns:a="http://schemas.openxmlformats.org/drawingml/2006/main">
              <a:ext uri="{FF2B5EF4-FFF2-40B4-BE49-F238E27FC236}">
                <a16:creationId xmlns:a16="http://schemas.microsoft.com/office/drawing/2014/main" id="{D883E7FF-0A62-4536-B9EA-0F8734365D4B}"/>
              </a:ext>
            </a:extLst>
          </p:cNvPr>
          <p:cNvSpPr>
            <a:spLocks xmlns:a="http://schemas.openxmlformats.org/drawingml/2006/main" noGrp="1"/>
          </p:cNvSpPr>
          <p:nvPr/>
        </p:nvSpPr>
        <p:spPr>
          <a:xfrm xmlns:a="http://schemas.openxmlformats.org/drawingml/2006/main">
            <a:off x="42291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9" name="diagram-348">
            <a:extLst xmlns:a="http://schemas.openxmlformats.org/drawingml/2006/main">
              <a:ext uri="{FF2B5EF4-FFF2-40B4-BE49-F238E27FC236}">
                <a16:creationId xmlns:a16="http://schemas.microsoft.com/office/drawing/2014/main" id="{6BAE6BA3-E5FD-4D69-AD07-5C9F0FF5018D}"/>
              </a:ext>
            </a:extLst>
          </p:cNvPr>
          <p:cNvSpPr>
            <a:spLocks xmlns:a="http://schemas.openxmlformats.org/drawingml/2006/main" noGrp="1"/>
          </p:cNvSpPr>
          <p:nvPr/>
        </p:nvSpPr>
        <p:spPr>
          <a:xfrm xmlns:a="http://schemas.openxmlformats.org/drawingml/2006/main">
            <a:off x="43719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0" name="diagram-349">
            <a:extLst xmlns:a="http://schemas.openxmlformats.org/drawingml/2006/main">
              <a:ext uri="{FF2B5EF4-FFF2-40B4-BE49-F238E27FC236}">
                <a16:creationId xmlns:a16="http://schemas.microsoft.com/office/drawing/2014/main" id="{B3AC3C60-ADBD-4128-B042-C85FB95DD80A}"/>
              </a:ext>
            </a:extLst>
          </p:cNvPr>
          <p:cNvSpPr>
            <a:spLocks xmlns:a="http://schemas.openxmlformats.org/drawingml/2006/main" noGrp="1"/>
          </p:cNvSpPr>
          <p:nvPr/>
        </p:nvSpPr>
        <p:spPr>
          <a:xfrm xmlns:a="http://schemas.openxmlformats.org/drawingml/2006/main">
            <a:off x="45148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1" name="diagram-350">
            <a:extLst xmlns:a="http://schemas.openxmlformats.org/drawingml/2006/main">
              <a:ext uri="{FF2B5EF4-FFF2-40B4-BE49-F238E27FC236}">
                <a16:creationId xmlns:a16="http://schemas.microsoft.com/office/drawing/2014/main" id="{D0FE0CFA-EC15-465D-B38C-C1093E2141CE}"/>
              </a:ext>
            </a:extLst>
          </p:cNvPr>
          <p:cNvSpPr>
            <a:spLocks xmlns:a="http://schemas.openxmlformats.org/drawingml/2006/main" noGrp="1"/>
          </p:cNvSpPr>
          <p:nvPr/>
        </p:nvSpPr>
        <p:spPr>
          <a:xfrm xmlns:a="http://schemas.openxmlformats.org/drawingml/2006/main">
            <a:off x="46577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2" name="diagram-351">
            <a:extLst xmlns:a="http://schemas.openxmlformats.org/drawingml/2006/main">
              <a:ext uri="{FF2B5EF4-FFF2-40B4-BE49-F238E27FC236}">
                <a16:creationId xmlns:a16="http://schemas.microsoft.com/office/drawing/2014/main" id="{6D49D575-77E9-44BC-9DFD-A6ED0AB69F6F}"/>
              </a:ext>
            </a:extLst>
          </p:cNvPr>
          <p:cNvSpPr>
            <a:spLocks xmlns:a="http://schemas.openxmlformats.org/drawingml/2006/main" noGrp="1"/>
          </p:cNvSpPr>
          <p:nvPr/>
        </p:nvSpPr>
        <p:spPr>
          <a:xfrm xmlns:a="http://schemas.openxmlformats.org/drawingml/2006/main">
            <a:off x="48006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3" name="diagram-352">
            <a:extLst xmlns:a="http://schemas.openxmlformats.org/drawingml/2006/main">
              <a:ext uri="{FF2B5EF4-FFF2-40B4-BE49-F238E27FC236}">
                <a16:creationId xmlns:a16="http://schemas.microsoft.com/office/drawing/2014/main" id="{0ABD8CC1-A6EB-4192-8CA1-CC7DB7FF3579}"/>
              </a:ext>
            </a:extLst>
          </p:cNvPr>
          <p:cNvSpPr>
            <a:spLocks xmlns:a="http://schemas.openxmlformats.org/drawingml/2006/main" noGrp="1"/>
          </p:cNvSpPr>
          <p:nvPr/>
        </p:nvSpPr>
        <p:spPr>
          <a:xfrm xmlns:a="http://schemas.openxmlformats.org/drawingml/2006/main">
            <a:off x="49434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4" name="diagram-353">
            <a:extLst xmlns:a="http://schemas.openxmlformats.org/drawingml/2006/main">
              <a:ext uri="{FF2B5EF4-FFF2-40B4-BE49-F238E27FC236}">
                <a16:creationId xmlns:a16="http://schemas.microsoft.com/office/drawing/2014/main" id="{C3773F88-C68C-4D44-B70B-258FFC02106A}"/>
              </a:ext>
            </a:extLst>
          </p:cNvPr>
          <p:cNvSpPr>
            <a:spLocks xmlns:a="http://schemas.openxmlformats.org/drawingml/2006/main" noGrp="1"/>
          </p:cNvSpPr>
          <p:nvPr/>
        </p:nvSpPr>
        <p:spPr>
          <a:xfrm xmlns:a="http://schemas.openxmlformats.org/drawingml/2006/main">
            <a:off x="50863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5" name="diagram-354">
            <a:extLst xmlns:a="http://schemas.openxmlformats.org/drawingml/2006/main">
              <a:ext uri="{FF2B5EF4-FFF2-40B4-BE49-F238E27FC236}">
                <a16:creationId xmlns:a16="http://schemas.microsoft.com/office/drawing/2014/main" id="{F33AFD36-C497-4077-98D0-0F4E2AF7FBD1}"/>
              </a:ext>
            </a:extLst>
          </p:cNvPr>
          <p:cNvSpPr>
            <a:spLocks xmlns:a="http://schemas.openxmlformats.org/drawingml/2006/main" noGrp="1"/>
          </p:cNvSpPr>
          <p:nvPr/>
        </p:nvSpPr>
        <p:spPr>
          <a:xfrm xmlns:a="http://schemas.openxmlformats.org/drawingml/2006/main">
            <a:off x="52292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6" name="diagram-355">
            <a:extLst xmlns:a="http://schemas.openxmlformats.org/drawingml/2006/main">
              <a:ext uri="{FF2B5EF4-FFF2-40B4-BE49-F238E27FC236}">
                <a16:creationId xmlns:a16="http://schemas.microsoft.com/office/drawing/2014/main" id="{81D5037E-F701-4F64-A073-7C42A9512F21}"/>
              </a:ext>
            </a:extLst>
          </p:cNvPr>
          <p:cNvSpPr>
            <a:spLocks xmlns:a="http://schemas.openxmlformats.org/drawingml/2006/main" noGrp="1"/>
          </p:cNvSpPr>
          <p:nvPr/>
        </p:nvSpPr>
        <p:spPr>
          <a:xfrm xmlns:a="http://schemas.openxmlformats.org/drawingml/2006/main">
            <a:off x="53721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7" name="diagram-356">
            <a:extLst xmlns:a="http://schemas.openxmlformats.org/drawingml/2006/main">
              <a:ext uri="{FF2B5EF4-FFF2-40B4-BE49-F238E27FC236}">
                <a16:creationId xmlns:a16="http://schemas.microsoft.com/office/drawing/2014/main" id="{7615CEF3-5C57-4E56-8E5B-05356B6780EF}"/>
              </a:ext>
            </a:extLst>
          </p:cNvPr>
          <p:cNvSpPr>
            <a:spLocks xmlns:a="http://schemas.openxmlformats.org/drawingml/2006/main" noGrp="1"/>
          </p:cNvSpPr>
          <p:nvPr/>
        </p:nvSpPr>
        <p:spPr>
          <a:xfrm xmlns:a="http://schemas.openxmlformats.org/drawingml/2006/main">
            <a:off x="55149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8" name="diagram-357">
            <a:extLst xmlns:a="http://schemas.openxmlformats.org/drawingml/2006/main">
              <a:ext uri="{FF2B5EF4-FFF2-40B4-BE49-F238E27FC236}">
                <a16:creationId xmlns:a16="http://schemas.microsoft.com/office/drawing/2014/main" id="{B7938FAB-DFAC-48DD-AE09-97E8CBC8953B}"/>
              </a:ext>
            </a:extLst>
          </p:cNvPr>
          <p:cNvSpPr>
            <a:spLocks xmlns:a="http://schemas.openxmlformats.org/drawingml/2006/main" noGrp="1"/>
          </p:cNvSpPr>
          <p:nvPr/>
        </p:nvSpPr>
        <p:spPr>
          <a:xfrm xmlns:a="http://schemas.openxmlformats.org/drawingml/2006/main">
            <a:off x="56578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9" name="diagram-358">
            <a:extLst xmlns:a="http://schemas.openxmlformats.org/drawingml/2006/main">
              <a:ext uri="{FF2B5EF4-FFF2-40B4-BE49-F238E27FC236}">
                <a16:creationId xmlns:a16="http://schemas.microsoft.com/office/drawing/2014/main" id="{9ED89E31-16BD-4E48-9900-DF329141B57C}"/>
              </a:ext>
            </a:extLst>
          </p:cNvPr>
          <p:cNvSpPr>
            <a:spLocks xmlns:a="http://schemas.openxmlformats.org/drawingml/2006/main" noGrp="1"/>
          </p:cNvSpPr>
          <p:nvPr/>
        </p:nvSpPr>
        <p:spPr>
          <a:xfrm xmlns:a="http://schemas.openxmlformats.org/drawingml/2006/main">
            <a:off x="58007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0" name="diagram-359">
            <a:extLst xmlns:a="http://schemas.openxmlformats.org/drawingml/2006/main">
              <a:ext uri="{FF2B5EF4-FFF2-40B4-BE49-F238E27FC236}">
                <a16:creationId xmlns:a16="http://schemas.microsoft.com/office/drawing/2014/main" id="{9F36CBCF-1A88-4F25-B8AB-DE400E251D29}"/>
              </a:ext>
            </a:extLst>
          </p:cNvPr>
          <p:cNvSpPr>
            <a:spLocks xmlns:a="http://schemas.openxmlformats.org/drawingml/2006/main" noGrp="1"/>
          </p:cNvSpPr>
          <p:nvPr/>
        </p:nvSpPr>
        <p:spPr>
          <a:xfrm xmlns:a="http://schemas.openxmlformats.org/drawingml/2006/main">
            <a:off x="59436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1" name="diagram-360">
            <a:extLst xmlns:a="http://schemas.openxmlformats.org/drawingml/2006/main">
              <a:ext uri="{FF2B5EF4-FFF2-40B4-BE49-F238E27FC236}">
                <a16:creationId xmlns:a16="http://schemas.microsoft.com/office/drawing/2014/main" id="{2FFB2F9F-3155-4BE1-95F4-51611EDEF567}"/>
              </a:ext>
            </a:extLst>
          </p:cNvPr>
          <p:cNvSpPr>
            <a:spLocks xmlns:a="http://schemas.openxmlformats.org/drawingml/2006/main" noGrp="1"/>
          </p:cNvSpPr>
          <p:nvPr/>
        </p:nvSpPr>
        <p:spPr>
          <a:xfrm xmlns:a="http://schemas.openxmlformats.org/drawingml/2006/main">
            <a:off x="60864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2" name="diagram-361">
            <a:extLst xmlns:a="http://schemas.openxmlformats.org/drawingml/2006/main">
              <a:ext uri="{FF2B5EF4-FFF2-40B4-BE49-F238E27FC236}">
                <a16:creationId xmlns:a16="http://schemas.microsoft.com/office/drawing/2014/main" id="{4946232F-46DE-460C-9387-6325605B1F74}"/>
              </a:ext>
            </a:extLst>
          </p:cNvPr>
          <p:cNvSpPr>
            <a:spLocks xmlns:a="http://schemas.openxmlformats.org/drawingml/2006/main" noGrp="1"/>
          </p:cNvSpPr>
          <p:nvPr/>
        </p:nvSpPr>
        <p:spPr>
          <a:xfrm xmlns:a="http://schemas.openxmlformats.org/drawingml/2006/main">
            <a:off x="62293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3" name="diagram-362">
            <a:extLst xmlns:a="http://schemas.openxmlformats.org/drawingml/2006/main">
              <a:ext uri="{FF2B5EF4-FFF2-40B4-BE49-F238E27FC236}">
                <a16:creationId xmlns:a16="http://schemas.microsoft.com/office/drawing/2014/main" id="{DCABF730-A94D-479C-B652-37AFE6C4BC0A}"/>
              </a:ext>
            </a:extLst>
          </p:cNvPr>
          <p:cNvSpPr>
            <a:spLocks xmlns:a="http://schemas.openxmlformats.org/drawingml/2006/main" noGrp="1"/>
          </p:cNvSpPr>
          <p:nvPr/>
        </p:nvSpPr>
        <p:spPr>
          <a:xfrm xmlns:a="http://schemas.openxmlformats.org/drawingml/2006/main">
            <a:off x="63722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4" name="diagram-363">
            <a:extLst xmlns:a="http://schemas.openxmlformats.org/drawingml/2006/main">
              <a:ext uri="{FF2B5EF4-FFF2-40B4-BE49-F238E27FC236}">
                <a16:creationId xmlns:a16="http://schemas.microsoft.com/office/drawing/2014/main" id="{41299044-936D-4D53-8E37-D137B81DD679}"/>
              </a:ext>
            </a:extLst>
          </p:cNvPr>
          <p:cNvSpPr>
            <a:spLocks xmlns:a="http://schemas.openxmlformats.org/drawingml/2006/main" noGrp="1"/>
          </p:cNvSpPr>
          <p:nvPr/>
        </p:nvSpPr>
        <p:spPr>
          <a:xfrm xmlns:a="http://schemas.openxmlformats.org/drawingml/2006/main">
            <a:off x="42291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5" name="diagram-364">
            <a:extLst xmlns:a="http://schemas.openxmlformats.org/drawingml/2006/main">
              <a:ext uri="{FF2B5EF4-FFF2-40B4-BE49-F238E27FC236}">
                <a16:creationId xmlns:a16="http://schemas.microsoft.com/office/drawing/2014/main" id="{7FDE4B85-4986-438A-B384-0348804AE733}"/>
              </a:ext>
            </a:extLst>
          </p:cNvPr>
          <p:cNvSpPr>
            <a:spLocks xmlns:a="http://schemas.openxmlformats.org/drawingml/2006/main" noGrp="1"/>
          </p:cNvSpPr>
          <p:nvPr/>
        </p:nvSpPr>
        <p:spPr>
          <a:xfrm xmlns:a="http://schemas.openxmlformats.org/drawingml/2006/main">
            <a:off x="43719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6" name="diagram-365">
            <a:extLst xmlns:a="http://schemas.openxmlformats.org/drawingml/2006/main">
              <a:ext uri="{FF2B5EF4-FFF2-40B4-BE49-F238E27FC236}">
                <a16:creationId xmlns:a16="http://schemas.microsoft.com/office/drawing/2014/main" id="{73AB89D7-3F07-47FD-B6F1-083BCB89ECC5}"/>
              </a:ext>
            </a:extLst>
          </p:cNvPr>
          <p:cNvSpPr>
            <a:spLocks xmlns:a="http://schemas.openxmlformats.org/drawingml/2006/main" noGrp="1"/>
          </p:cNvSpPr>
          <p:nvPr/>
        </p:nvSpPr>
        <p:spPr>
          <a:xfrm xmlns:a="http://schemas.openxmlformats.org/drawingml/2006/main">
            <a:off x="45148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7" name="diagram-366">
            <a:extLst xmlns:a="http://schemas.openxmlformats.org/drawingml/2006/main">
              <a:ext uri="{FF2B5EF4-FFF2-40B4-BE49-F238E27FC236}">
                <a16:creationId xmlns:a16="http://schemas.microsoft.com/office/drawing/2014/main" id="{88264D82-98A0-43BC-A33F-59AD28C00352}"/>
              </a:ext>
            </a:extLst>
          </p:cNvPr>
          <p:cNvSpPr>
            <a:spLocks xmlns:a="http://schemas.openxmlformats.org/drawingml/2006/main" noGrp="1"/>
          </p:cNvSpPr>
          <p:nvPr/>
        </p:nvSpPr>
        <p:spPr>
          <a:xfrm xmlns:a="http://schemas.openxmlformats.org/drawingml/2006/main">
            <a:off x="46577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8" name="diagram-367">
            <a:extLst xmlns:a="http://schemas.openxmlformats.org/drawingml/2006/main">
              <a:ext uri="{FF2B5EF4-FFF2-40B4-BE49-F238E27FC236}">
                <a16:creationId xmlns:a16="http://schemas.microsoft.com/office/drawing/2014/main" id="{58F8FE7A-2C25-4378-BC9B-FC1B1536E425}"/>
              </a:ext>
            </a:extLst>
          </p:cNvPr>
          <p:cNvSpPr>
            <a:spLocks xmlns:a="http://schemas.openxmlformats.org/drawingml/2006/main" noGrp="1"/>
          </p:cNvSpPr>
          <p:nvPr/>
        </p:nvSpPr>
        <p:spPr>
          <a:xfrm xmlns:a="http://schemas.openxmlformats.org/drawingml/2006/main">
            <a:off x="48006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9" name="diagram-368">
            <a:extLst xmlns:a="http://schemas.openxmlformats.org/drawingml/2006/main">
              <a:ext uri="{FF2B5EF4-FFF2-40B4-BE49-F238E27FC236}">
                <a16:creationId xmlns:a16="http://schemas.microsoft.com/office/drawing/2014/main" id="{C44589F1-9A09-4746-A567-98C744BBF4EF}"/>
              </a:ext>
            </a:extLst>
          </p:cNvPr>
          <p:cNvSpPr>
            <a:spLocks xmlns:a="http://schemas.openxmlformats.org/drawingml/2006/main" noGrp="1"/>
          </p:cNvSpPr>
          <p:nvPr/>
        </p:nvSpPr>
        <p:spPr>
          <a:xfrm xmlns:a="http://schemas.openxmlformats.org/drawingml/2006/main">
            <a:off x="49434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0" name="diagram-369">
            <a:extLst xmlns:a="http://schemas.openxmlformats.org/drawingml/2006/main">
              <a:ext uri="{FF2B5EF4-FFF2-40B4-BE49-F238E27FC236}">
                <a16:creationId xmlns:a16="http://schemas.microsoft.com/office/drawing/2014/main" id="{A3642A6E-BC35-4D9B-AF60-7A45A264062B}"/>
              </a:ext>
            </a:extLst>
          </p:cNvPr>
          <p:cNvSpPr>
            <a:spLocks xmlns:a="http://schemas.openxmlformats.org/drawingml/2006/main" noGrp="1"/>
          </p:cNvSpPr>
          <p:nvPr/>
        </p:nvSpPr>
        <p:spPr>
          <a:xfrm xmlns:a="http://schemas.openxmlformats.org/drawingml/2006/main">
            <a:off x="50863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1" name="diagram-370">
            <a:extLst xmlns:a="http://schemas.openxmlformats.org/drawingml/2006/main">
              <a:ext uri="{FF2B5EF4-FFF2-40B4-BE49-F238E27FC236}">
                <a16:creationId xmlns:a16="http://schemas.microsoft.com/office/drawing/2014/main" id="{3C72BE1F-3A10-423C-8D3B-DF457CCDFD12}"/>
              </a:ext>
            </a:extLst>
          </p:cNvPr>
          <p:cNvSpPr>
            <a:spLocks xmlns:a="http://schemas.openxmlformats.org/drawingml/2006/main" noGrp="1"/>
          </p:cNvSpPr>
          <p:nvPr/>
        </p:nvSpPr>
        <p:spPr>
          <a:xfrm xmlns:a="http://schemas.openxmlformats.org/drawingml/2006/main">
            <a:off x="52292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2" name="diagram-371">
            <a:extLst xmlns:a="http://schemas.openxmlformats.org/drawingml/2006/main">
              <a:ext uri="{FF2B5EF4-FFF2-40B4-BE49-F238E27FC236}">
                <a16:creationId xmlns:a16="http://schemas.microsoft.com/office/drawing/2014/main" id="{904B4669-7CFF-4956-84C4-7F66B6F2E7B2}"/>
              </a:ext>
            </a:extLst>
          </p:cNvPr>
          <p:cNvSpPr>
            <a:spLocks xmlns:a="http://schemas.openxmlformats.org/drawingml/2006/main" noGrp="1"/>
          </p:cNvSpPr>
          <p:nvPr/>
        </p:nvSpPr>
        <p:spPr>
          <a:xfrm xmlns:a="http://schemas.openxmlformats.org/drawingml/2006/main">
            <a:off x="53721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3" name="diagram-372">
            <a:extLst xmlns:a="http://schemas.openxmlformats.org/drawingml/2006/main">
              <a:ext uri="{FF2B5EF4-FFF2-40B4-BE49-F238E27FC236}">
                <a16:creationId xmlns:a16="http://schemas.microsoft.com/office/drawing/2014/main" id="{D6D58EA8-8AAA-4F11-947E-01C4FE21DF8B}"/>
              </a:ext>
            </a:extLst>
          </p:cNvPr>
          <p:cNvSpPr>
            <a:spLocks xmlns:a="http://schemas.openxmlformats.org/drawingml/2006/main" noGrp="1"/>
          </p:cNvSpPr>
          <p:nvPr/>
        </p:nvSpPr>
        <p:spPr>
          <a:xfrm xmlns:a="http://schemas.openxmlformats.org/drawingml/2006/main">
            <a:off x="55149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4" name="diagram-373">
            <a:extLst xmlns:a="http://schemas.openxmlformats.org/drawingml/2006/main">
              <a:ext uri="{FF2B5EF4-FFF2-40B4-BE49-F238E27FC236}">
                <a16:creationId xmlns:a16="http://schemas.microsoft.com/office/drawing/2014/main" id="{969BAB04-BAC3-4FC7-9673-427F3A24085A}"/>
              </a:ext>
            </a:extLst>
          </p:cNvPr>
          <p:cNvSpPr>
            <a:spLocks xmlns:a="http://schemas.openxmlformats.org/drawingml/2006/main" noGrp="1"/>
          </p:cNvSpPr>
          <p:nvPr/>
        </p:nvSpPr>
        <p:spPr>
          <a:xfrm xmlns:a="http://schemas.openxmlformats.org/drawingml/2006/main">
            <a:off x="56578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5" name="diagram-374">
            <a:extLst xmlns:a="http://schemas.openxmlformats.org/drawingml/2006/main">
              <a:ext uri="{FF2B5EF4-FFF2-40B4-BE49-F238E27FC236}">
                <a16:creationId xmlns:a16="http://schemas.microsoft.com/office/drawing/2014/main" id="{46934DB1-F619-481F-A117-A342C8453E24}"/>
              </a:ext>
            </a:extLst>
          </p:cNvPr>
          <p:cNvSpPr>
            <a:spLocks xmlns:a="http://schemas.openxmlformats.org/drawingml/2006/main" noGrp="1"/>
          </p:cNvSpPr>
          <p:nvPr/>
        </p:nvSpPr>
        <p:spPr>
          <a:xfrm xmlns:a="http://schemas.openxmlformats.org/drawingml/2006/main">
            <a:off x="58007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6" name="diagram-375">
            <a:extLst xmlns:a="http://schemas.openxmlformats.org/drawingml/2006/main">
              <a:ext uri="{FF2B5EF4-FFF2-40B4-BE49-F238E27FC236}">
                <a16:creationId xmlns:a16="http://schemas.microsoft.com/office/drawing/2014/main" id="{32690F56-1879-484C-8055-CA102021A49F}"/>
              </a:ext>
            </a:extLst>
          </p:cNvPr>
          <p:cNvSpPr>
            <a:spLocks xmlns:a="http://schemas.openxmlformats.org/drawingml/2006/main" noGrp="1"/>
          </p:cNvSpPr>
          <p:nvPr/>
        </p:nvSpPr>
        <p:spPr>
          <a:xfrm xmlns:a="http://schemas.openxmlformats.org/drawingml/2006/main">
            <a:off x="59436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7" name="diagram-376">
            <a:extLst xmlns:a="http://schemas.openxmlformats.org/drawingml/2006/main">
              <a:ext uri="{FF2B5EF4-FFF2-40B4-BE49-F238E27FC236}">
                <a16:creationId xmlns:a16="http://schemas.microsoft.com/office/drawing/2014/main" id="{CD61FBCC-5361-481E-AB02-700EE360668A}"/>
              </a:ext>
            </a:extLst>
          </p:cNvPr>
          <p:cNvSpPr>
            <a:spLocks xmlns:a="http://schemas.openxmlformats.org/drawingml/2006/main" noGrp="1"/>
          </p:cNvSpPr>
          <p:nvPr/>
        </p:nvSpPr>
        <p:spPr>
          <a:xfrm xmlns:a="http://schemas.openxmlformats.org/drawingml/2006/main">
            <a:off x="60864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8" name="diagram-377">
            <a:extLst xmlns:a="http://schemas.openxmlformats.org/drawingml/2006/main">
              <a:ext uri="{FF2B5EF4-FFF2-40B4-BE49-F238E27FC236}">
                <a16:creationId xmlns:a16="http://schemas.microsoft.com/office/drawing/2014/main" id="{12CDBD62-4396-48C0-AA07-A0C3AC56FABB}"/>
              </a:ext>
            </a:extLst>
          </p:cNvPr>
          <p:cNvSpPr>
            <a:spLocks xmlns:a="http://schemas.openxmlformats.org/drawingml/2006/main" noGrp="1"/>
          </p:cNvSpPr>
          <p:nvPr/>
        </p:nvSpPr>
        <p:spPr>
          <a:xfrm xmlns:a="http://schemas.openxmlformats.org/drawingml/2006/main">
            <a:off x="62293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9" name="diagram-378">
            <a:extLst xmlns:a="http://schemas.openxmlformats.org/drawingml/2006/main">
              <a:ext uri="{FF2B5EF4-FFF2-40B4-BE49-F238E27FC236}">
                <a16:creationId xmlns:a16="http://schemas.microsoft.com/office/drawing/2014/main" id="{0C62F70A-B99D-4576-93DE-4F0217A1BBCC}"/>
              </a:ext>
            </a:extLst>
          </p:cNvPr>
          <p:cNvSpPr>
            <a:spLocks xmlns:a="http://schemas.openxmlformats.org/drawingml/2006/main" noGrp="1"/>
          </p:cNvSpPr>
          <p:nvPr/>
        </p:nvSpPr>
        <p:spPr>
          <a:xfrm xmlns:a="http://schemas.openxmlformats.org/drawingml/2006/main">
            <a:off x="63722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0" name="block-border-379">
            <a:extLst xmlns:a="http://schemas.openxmlformats.org/drawingml/2006/main">
              <a:ext uri="{FF2B5EF4-FFF2-40B4-BE49-F238E27FC236}">
                <a16:creationId xmlns:a16="http://schemas.microsoft.com/office/drawing/2014/main" id="{1CF6AD2B-53E0-4FFA-BF14-262B230808DC}"/>
              </a:ext>
            </a:extLst>
          </p:cNvPr>
          <p:cNvSpPr>
            <a:spLocks xmlns:a="http://schemas.openxmlformats.org/drawingml/2006/main" noGrp="1"/>
          </p:cNvSpPr>
          <p:nvPr/>
        </p:nvSpPr>
        <p:spPr>
          <a:xfrm xmlns:a="http://schemas.openxmlformats.org/drawingml/2006/main">
            <a:off x="4181475" y="2647950"/>
            <a:ext cx="2381250" cy="2381250"/>
          </a:xfrm>
          <a:prstGeom xmlns:a="http://schemas.openxmlformats.org/drawingml/2006/main" prst="rect">
            <a:avLst/>
          </a:prstGeom>
          <a:noFill xmlns:a="http://schemas.openxmlformats.org/drawingml/2006/main"/>
          <a:ln xmlns:a="http://schemas.openxmlformats.org/drawingml/2006/main" w="19050">
            <a:solidFill>
              <a:srgbClr val="087E8B"/>
            </a:solidFill>
          </a:ln>
        </p:spPr>
      </p:sp>
      <p:cxnSp>
        <p:nvCxnSpPr>
          <p:cNvPr id="608" name=""/>
          <p:cNvCxnSpPr>
            <a:stCxn xmlns:a="http://schemas.openxmlformats.org/drawingml/2006/main" id="14" idx="3"/>
            <a:endCxn xmlns:a="http://schemas.openxmlformats.org/drawingml/2006/main" id="300" idx="1"/>
          </p:cNvCxnSpPr>
          <p:nvPr/>
        </p:nvCxnSpPr>
        <p:spPr>
          <a:xfrm xmlns:a="http://schemas.openxmlformats.org/drawingml/2006/main">
            <a:off x="1762125" y="3267075"/>
            <a:ext cx="2419350" cy="57150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302" name="text-380">
            <a:extLst xmlns:a="http://schemas.openxmlformats.org/drawingml/2006/main">
              <a:ext uri="{FF2B5EF4-FFF2-40B4-BE49-F238E27FC236}">
                <a16:creationId xmlns:a16="http://schemas.microsoft.com/office/drawing/2014/main" id="{6144B611-E329-42A2-B57F-5220423AAD1F}"/>
              </a:ext>
            </a:extLst>
          </p:cNvPr>
          <p:cNvSpPr>
            <a:spLocks xmlns:a="http://schemas.openxmlformats.org/drawingml/2006/main" noGrp="1"/>
          </p:cNvSpPr>
          <p:nvPr/>
        </p:nvSpPr>
        <p:spPr>
          <a:xfrm xmlns:a="http://schemas.openxmlformats.org/drawingml/2006/main">
            <a:off x="4048125" y="5095875"/>
            <a:ext cx="3476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087E8B"/>
                </a:solidFill>
                <a:latin typeface="Arial"/>
                <a:ea typeface="Arial"/>
                <a:cs typeface="Arial"/>
              </a:defRPr>
            </a:pPr>
            <a:r>
              <a:rPr sz="1575" b="0">
                <a:solidFill>
                  <a:srgbClr val="087E8B"/>
                </a:solidFill>
                <a:latin typeface="Arial"/>
                <a:ea typeface="Arial"/>
                <a:cs typeface="Arial"/>
              </a:rPr>
              <a:t>Highlighted: one 32-thread warp</a:t>
            </a:r>
          </a:p>
        </p:txBody>
      </p:sp>
      <p:sp>
        <p:nvSpPr>
          <p:cNvPr id="303" name="text-381">
            <a:extLst xmlns:a="http://schemas.openxmlformats.org/drawingml/2006/main">
              <a:ext uri="{FF2B5EF4-FFF2-40B4-BE49-F238E27FC236}">
                <a16:creationId xmlns:a16="http://schemas.microsoft.com/office/drawing/2014/main" id="{48B63D11-27E8-4421-91DE-92758AF0B2B4}"/>
              </a:ext>
            </a:extLst>
          </p:cNvPr>
          <p:cNvSpPr>
            <a:spLocks xmlns:a="http://schemas.openxmlformats.org/drawingml/2006/main" noGrp="1"/>
          </p:cNvSpPr>
          <p:nvPr/>
        </p:nvSpPr>
        <p:spPr>
          <a:xfrm xmlns:a="http://schemas.openxmlformats.org/drawingml/2006/main">
            <a:off x="7715250" y="27813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42B3F"/>
                </a:solidFill>
                <a:latin typeface="Arial"/>
                <a:ea typeface="Arial"/>
                <a:cs typeface="Arial"/>
              </a:defRPr>
            </a:pPr>
            <a:r>
              <a:rPr sz="2625" b="1">
                <a:solidFill>
                  <a:srgbClr val="142B3F"/>
                </a:solidFill>
                <a:latin typeface="Arial"/>
                <a:ea typeface="Arial"/>
                <a:cs typeface="Arial"/>
              </a:rPr>
              <a:t>4,096 blocks</a:t>
            </a:r>
          </a:p>
        </p:txBody>
      </p:sp>
      <p:sp>
        <p:nvSpPr>
          <p:cNvPr id="304" name="text-382">
            <a:extLst xmlns:a="http://schemas.openxmlformats.org/drawingml/2006/main">
              <a:ext uri="{FF2B5EF4-FFF2-40B4-BE49-F238E27FC236}">
                <a16:creationId xmlns:a16="http://schemas.microsoft.com/office/drawing/2014/main" id="{42EF8930-0089-4CB9-8543-8F3759D83ED3}"/>
              </a:ext>
            </a:extLst>
          </p:cNvPr>
          <p:cNvSpPr>
            <a:spLocks xmlns:a="http://schemas.openxmlformats.org/drawingml/2006/main" noGrp="1"/>
          </p:cNvSpPr>
          <p:nvPr/>
        </p:nvSpPr>
        <p:spPr>
          <a:xfrm xmlns:a="http://schemas.openxmlformats.org/drawingml/2006/main">
            <a:off x="7715250" y="3362325"/>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42B3F"/>
                </a:solidFill>
                <a:latin typeface="Arial"/>
                <a:ea typeface="Arial"/>
                <a:cs typeface="Arial"/>
              </a:defRPr>
            </a:pPr>
            <a:r>
              <a:rPr sz="2625" b="0">
                <a:solidFill>
                  <a:srgbClr val="142B3F"/>
                </a:solidFill>
                <a:latin typeface="Arial"/>
                <a:ea typeface="Arial"/>
                <a:cs typeface="Arial"/>
              </a:rPr>
              <a:t>× 256 threads</a:t>
            </a:r>
          </a:p>
        </p:txBody>
      </p:sp>
      <p:sp>
        <p:nvSpPr>
          <p:cNvPr id="305" name="text-383">
            <a:extLst xmlns:a="http://schemas.openxmlformats.org/drawingml/2006/main">
              <a:ext uri="{FF2B5EF4-FFF2-40B4-BE49-F238E27FC236}">
                <a16:creationId xmlns:a16="http://schemas.microsoft.com/office/drawing/2014/main" id="{871D1042-8AA3-4A88-9897-D43BCC4E3F6D}"/>
              </a:ext>
            </a:extLst>
          </p:cNvPr>
          <p:cNvSpPr>
            <a:spLocks xmlns:a="http://schemas.openxmlformats.org/drawingml/2006/main" noGrp="1"/>
          </p:cNvSpPr>
          <p:nvPr/>
        </p:nvSpPr>
        <p:spPr>
          <a:xfrm xmlns:a="http://schemas.openxmlformats.org/drawingml/2006/main">
            <a:off x="7715250" y="4019550"/>
            <a:ext cx="3619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087E8B"/>
                </a:solidFill>
                <a:latin typeface="Arial"/>
                <a:ea typeface="Arial"/>
                <a:cs typeface="Arial"/>
              </a:defRPr>
            </a:pPr>
            <a:r>
              <a:rPr sz="3225" b="1">
                <a:solidFill>
                  <a:srgbClr val="087E8B"/>
                </a:solidFill>
                <a:latin typeface="Arial"/>
                <a:ea typeface="Arial"/>
                <a:cs typeface="Arial"/>
              </a:rPr>
              <a:t>= 1,048,576</a:t>
            </a:r>
          </a:p>
        </p:txBody>
      </p:sp>
      <p:sp>
        <p:nvSpPr>
          <p:cNvPr id="306" name="text-384">
            <a:extLst xmlns:a="http://schemas.openxmlformats.org/drawingml/2006/main">
              <a:ext uri="{FF2B5EF4-FFF2-40B4-BE49-F238E27FC236}">
                <a16:creationId xmlns:a16="http://schemas.microsoft.com/office/drawing/2014/main" id="{740F7368-F97C-4C03-A052-4575A0E00706}"/>
              </a:ext>
            </a:extLst>
          </p:cNvPr>
          <p:cNvSpPr>
            <a:spLocks xmlns:a="http://schemas.openxmlformats.org/drawingml/2006/main" noGrp="1"/>
          </p:cNvSpPr>
          <p:nvPr/>
        </p:nvSpPr>
        <p:spPr>
          <a:xfrm xmlns:a="http://schemas.openxmlformats.org/drawingml/2006/main">
            <a:off x="7715250" y="4657725"/>
            <a:ext cx="361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launched threads</a:t>
            </a:r>
          </a:p>
        </p:txBody>
      </p:sp>
      <p:sp>
        <p:nvSpPr>
          <p:cNvPr id="307" name="text-385">
            <a:extLst xmlns:a="http://schemas.openxmlformats.org/drawingml/2006/main">
              <a:ext uri="{FF2B5EF4-FFF2-40B4-BE49-F238E27FC236}">
                <a16:creationId xmlns:a16="http://schemas.microsoft.com/office/drawing/2014/main" id="{B96E0EED-535B-4B6E-96B1-87AEB5998725}"/>
              </a:ext>
            </a:extLst>
          </p:cNvPr>
          <p:cNvSpPr>
            <a:spLocks xmlns:a="http://schemas.openxmlformats.org/drawingml/2006/main" noGrp="1"/>
          </p:cNvSpPr>
          <p:nvPr/>
        </p:nvSpPr>
        <p:spPr>
          <a:xfrm xmlns:a="http://schemas.openxmlformats.org/drawingml/2006/main">
            <a:off x="571500" y="5753100"/>
            <a:ext cx="1100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Consolas"/>
                <a:ea typeface="Consolas"/>
                <a:cs typeface="Consolas"/>
              </a:defRPr>
            </a:pPr>
            <a:r>
              <a:rPr sz="2100" b="0">
                <a:solidFill>
                  <a:srgbClr val="142B3F"/>
                </a:solidFill>
                <a:latin typeface="Consolas"/>
                <a:ea typeface="Consolas"/>
                <a:cs typeface="Consolas"/>
              </a:rPr>
              <a:t>rotate&lt;&lt;&lt;dim3(64,64), dim3(16,16)&gt;&gt;&gt;(...);</a:t>
            </a:r>
          </a:p>
        </p:txBody>
      </p:sp>
    </p:spTree>
    <p:extLst>
      <p:ext uri="{BB962C8B-B14F-4D97-AF65-F5344CB8AC3E}">
        <p14:creationId xmlns:p14="http://schemas.microsoft.com/office/powerpoint/2010/main" val="1290937543"/>
      </p:ext>
    </p:extLst>
  </p:cSld>
</p:sld>
</file>

<file path=ppt/slides/slide4.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9" name="text-386">
            <a:extLst xmlns:a="http://schemas.openxmlformats.org/drawingml/2006/main">
              <a:ext uri="{FF2B5EF4-FFF2-40B4-BE49-F238E27FC236}">
                <a16:creationId xmlns:a16="http://schemas.microsoft.com/office/drawing/2014/main" id="{C4D42240-ECF5-476B-B2B7-A7A14043AE71}"/>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Millions of threads share finite hardware</a:t>
            </a:r>
          </a:p>
        </p:txBody>
      </p:sp>
      <p:sp>
        <p:nvSpPr>
          <p:cNvPr id="2" name="text-387">
            <a:extLst xmlns:a="http://schemas.openxmlformats.org/drawingml/2006/main">
              <a:ext uri="{FF2B5EF4-FFF2-40B4-BE49-F238E27FC236}">
                <a16:creationId xmlns:a16="http://schemas.microsoft.com/office/drawing/2014/main" id="{8932B542-B7E2-40EA-A797-7599208A0131}"/>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[2] [6]. Full references in appendix and companion PDF.</a:t>
            </a:r>
          </a:p>
        </p:txBody>
      </p:sp>
      <p:sp>
        <p:nvSpPr>
          <p:cNvPr id="3" name="text-388">
            <a:extLst xmlns:a="http://schemas.openxmlformats.org/drawingml/2006/main">
              <a:ext uri="{FF2B5EF4-FFF2-40B4-BE49-F238E27FC236}">
                <a16:creationId xmlns:a16="http://schemas.microsoft.com/office/drawing/2014/main" id="{D39AFAB4-B7A7-49E6-AC43-1FDEF299621A}"/>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4</a:t>
            </a:r>
          </a:p>
        </p:txBody>
      </p:sp>
      <p:sp>
        <p:nvSpPr>
          <p:cNvPr id="4" name="text-389">
            <a:extLst xmlns:a="http://schemas.openxmlformats.org/drawingml/2006/main">
              <a:ext uri="{FF2B5EF4-FFF2-40B4-BE49-F238E27FC236}">
                <a16:creationId xmlns:a16="http://schemas.microsoft.com/office/drawing/2014/main" id="{616CE2AD-333E-4723-8A98-4134D5574666}"/>
              </a:ext>
            </a:extLst>
          </p:cNvPr>
          <p:cNvSpPr>
            <a:spLocks xmlns:a="http://schemas.openxmlformats.org/drawingml/2006/main" noGrp="1"/>
          </p:cNvSpPr>
          <p:nvPr/>
        </p:nvSpPr>
        <p:spPr>
          <a:xfrm xmlns:a="http://schemas.openxmlformats.org/drawingml/2006/main">
            <a:off x="571500" y="1733550"/>
            <a:ext cx="3238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Pending blocks</a:t>
            </a:r>
          </a:p>
        </p:txBody>
      </p:sp>
      <p:sp>
        <p:nvSpPr>
          <p:cNvPr id="5" name="diagram-390">
            <a:extLst xmlns:a="http://schemas.openxmlformats.org/drawingml/2006/main">
              <a:ext uri="{FF2B5EF4-FFF2-40B4-BE49-F238E27FC236}">
                <a16:creationId xmlns:a16="http://schemas.microsoft.com/office/drawing/2014/main" id="{24779AFA-5274-461D-9F41-5014E8AB40EA}"/>
              </a:ext>
            </a:extLst>
          </p:cNvPr>
          <p:cNvSpPr>
            <a:spLocks xmlns:a="http://schemas.openxmlformats.org/drawingml/2006/main" noGrp="1"/>
          </p:cNvSpPr>
          <p:nvPr/>
        </p:nvSpPr>
        <p:spPr>
          <a:xfrm xmlns:a="http://schemas.openxmlformats.org/drawingml/2006/main">
            <a:off x="714375" y="2438400"/>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B0</a:t>
            </a:r>
          </a:p>
        </p:txBody>
      </p:sp>
      <p:sp>
        <p:nvSpPr>
          <p:cNvPr id="6" name="diagram-391">
            <a:extLst xmlns:a="http://schemas.openxmlformats.org/drawingml/2006/main">
              <a:ext uri="{FF2B5EF4-FFF2-40B4-BE49-F238E27FC236}">
                <a16:creationId xmlns:a16="http://schemas.microsoft.com/office/drawing/2014/main" id="{43F07D7F-3671-4131-826A-F9EE8CCBBE6A}"/>
              </a:ext>
            </a:extLst>
          </p:cNvPr>
          <p:cNvSpPr>
            <a:spLocks xmlns:a="http://schemas.openxmlformats.org/drawingml/2006/main" noGrp="1"/>
          </p:cNvSpPr>
          <p:nvPr/>
        </p:nvSpPr>
        <p:spPr>
          <a:xfrm xmlns:a="http://schemas.openxmlformats.org/drawingml/2006/main">
            <a:off x="714375" y="3152775"/>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B1</a:t>
            </a:r>
          </a:p>
        </p:txBody>
      </p:sp>
      <p:sp>
        <p:nvSpPr>
          <p:cNvPr id="7" name="diagram-392">
            <a:extLst xmlns:a="http://schemas.openxmlformats.org/drawingml/2006/main">
              <a:ext uri="{FF2B5EF4-FFF2-40B4-BE49-F238E27FC236}">
                <a16:creationId xmlns:a16="http://schemas.microsoft.com/office/drawing/2014/main" id="{F896BB55-812E-4DC1-89D8-C2A8C952A106}"/>
              </a:ext>
            </a:extLst>
          </p:cNvPr>
          <p:cNvSpPr>
            <a:spLocks xmlns:a="http://schemas.openxmlformats.org/drawingml/2006/main" noGrp="1"/>
          </p:cNvSpPr>
          <p:nvPr/>
        </p:nvSpPr>
        <p:spPr>
          <a:xfrm xmlns:a="http://schemas.openxmlformats.org/drawingml/2006/main">
            <a:off x="714375" y="3867150"/>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B2</a:t>
            </a:r>
          </a:p>
        </p:txBody>
      </p:sp>
      <p:sp>
        <p:nvSpPr>
          <p:cNvPr id="8" name="diagram-393">
            <a:extLst xmlns:a="http://schemas.openxmlformats.org/drawingml/2006/main">
              <a:ext uri="{FF2B5EF4-FFF2-40B4-BE49-F238E27FC236}">
                <a16:creationId xmlns:a16="http://schemas.microsoft.com/office/drawing/2014/main" id="{8A2F9682-430F-48A0-A965-B0D07428D319}"/>
              </a:ext>
            </a:extLst>
          </p:cNvPr>
          <p:cNvSpPr>
            <a:spLocks xmlns:a="http://schemas.openxmlformats.org/drawingml/2006/main" noGrp="1"/>
          </p:cNvSpPr>
          <p:nvPr/>
        </p:nvSpPr>
        <p:spPr>
          <a:xfrm xmlns:a="http://schemas.openxmlformats.org/drawingml/2006/main">
            <a:off x="714375" y="4581525"/>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More blocks</a:t>
            </a:r>
          </a:p>
        </p:txBody>
      </p:sp>
      <p:sp>
        <p:nvSpPr>
          <p:cNvPr id="9" name="diagram-394">
            <a:extLst xmlns:a="http://schemas.openxmlformats.org/drawingml/2006/main">
              <a:ext uri="{FF2B5EF4-FFF2-40B4-BE49-F238E27FC236}">
                <a16:creationId xmlns:a16="http://schemas.microsoft.com/office/drawing/2014/main" id="{C4D2E274-BFED-4ED3-ACEC-CF5D7164BDCA}"/>
              </a:ext>
            </a:extLst>
          </p:cNvPr>
          <p:cNvSpPr>
            <a:spLocks xmlns:a="http://schemas.openxmlformats.org/drawingml/2006/main" noGrp="1"/>
          </p:cNvSpPr>
          <p:nvPr/>
        </p:nvSpPr>
        <p:spPr>
          <a:xfrm xmlns:a="http://schemas.openxmlformats.org/drawingml/2006/main">
            <a:off x="4476750" y="1724025"/>
            <a:ext cx="6810375" cy="3790950"/>
          </a:xfrm>
          <a:prstGeom xmlns:a="http://schemas.openxmlformats.org/drawingml/2006/main" prst="rect">
            <a:avLst/>
          </a:prstGeom>
          <a:solidFill xmlns:a="http://schemas.openxmlformats.org/drawingml/2006/main">
            <a:srgbClr val="FFFFFF"/>
          </a:solidFill>
          <a:ln xmlns:a="http://schemas.openxmlformats.org/drawingml/2006/main" w="15240">
            <a:solidFill>
              <a:srgbClr val="142B3F"/>
            </a:solidFill>
          </a:ln>
        </p:spPr>
      </p:sp>
      <p:sp>
        <p:nvSpPr>
          <p:cNvPr id="10" name="text-395">
            <a:extLst xmlns:a="http://schemas.openxmlformats.org/drawingml/2006/main">
              <a:ext uri="{FF2B5EF4-FFF2-40B4-BE49-F238E27FC236}">
                <a16:creationId xmlns:a16="http://schemas.microsoft.com/office/drawing/2014/main" id="{7FD691A8-A64B-49BA-9BFC-0BE75E5AC697}"/>
              </a:ext>
            </a:extLst>
          </p:cNvPr>
          <p:cNvSpPr>
            <a:spLocks xmlns:a="http://schemas.openxmlformats.org/drawingml/2006/main" noGrp="1"/>
          </p:cNvSpPr>
          <p:nvPr/>
        </p:nvSpPr>
        <p:spPr>
          <a:xfrm xmlns:a="http://schemas.openxmlformats.org/drawingml/2006/main">
            <a:off x="4724400" y="1933575"/>
            <a:ext cx="6334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One streaming multiprocessor (SM)</a:t>
            </a:r>
          </a:p>
        </p:txBody>
      </p:sp>
      <p:sp>
        <p:nvSpPr>
          <p:cNvPr id="11" name="diagram-396">
            <a:extLst xmlns:a="http://schemas.openxmlformats.org/drawingml/2006/main">
              <a:ext uri="{FF2B5EF4-FFF2-40B4-BE49-F238E27FC236}">
                <a16:creationId xmlns:a16="http://schemas.microsoft.com/office/drawing/2014/main" id="{29906C80-E523-46B9-BB3D-834BDE4E034A}"/>
              </a:ext>
            </a:extLst>
          </p:cNvPr>
          <p:cNvSpPr>
            <a:spLocks xmlns:a="http://schemas.openxmlformats.org/drawingml/2006/main" noGrp="1"/>
          </p:cNvSpPr>
          <p:nvPr/>
        </p:nvSpPr>
        <p:spPr>
          <a:xfrm xmlns:a="http://schemas.openxmlformats.org/drawingml/2006/main">
            <a:off x="4791075" y="2590800"/>
            <a:ext cx="2590800" cy="25527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sp>
      <p:sp>
        <p:nvSpPr>
          <p:cNvPr id="12" name="text-397">
            <a:extLst xmlns:a="http://schemas.openxmlformats.org/drawingml/2006/main">
              <a:ext uri="{FF2B5EF4-FFF2-40B4-BE49-F238E27FC236}">
                <a16:creationId xmlns:a16="http://schemas.microsoft.com/office/drawing/2014/main" id="{D03695D0-7C8F-4711-936D-F73F8C156ECF}"/>
              </a:ext>
            </a:extLst>
          </p:cNvPr>
          <p:cNvSpPr>
            <a:spLocks xmlns:a="http://schemas.openxmlformats.org/drawingml/2006/main" noGrp="1"/>
          </p:cNvSpPr>
          <p:nvPr/>
        </p:nvSpPr>
        <p:spPr>
          <a:xfrm xmlns:a="http://schemas.openxmlformats.org/drawingml/2006/main">
            <a:off x="4943475" y="2733675"/>
            <a:ext cx="2257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42B3F"/>
                </a:solidFill>
                <a:latin typeface="Arial"/>
                <a:ea typeface="Arial"/>
                <a:cs typeface="Arial"/>
              </a:defRPr>
            </a:pPr>
            <a:r>
              <a:rPr sz="1800" b="1">
                <a:solidFill>
                  <a:srgbClr val="142B3F"/>
                </a:solidFill>
                <a:latin typeface="Arial"/>
                <a:ea typeface="Arial"/>
                <a:cs typeface="Arial"/>
              </a:rPr>
              <a:t>Resident block</a:t>
            </a:r>
          </a:p>
        </p:txBody>
      </p:sp>
      <p:sp>
        <p:nvSpPr>
          <p:cNvPr id="13" name="diagram-398">
            <a:extLst xmlns:a="http://schemas.openxmlformats.org/drawingml/2006/main">
              <a:ext uri="{FF2B5EF4-FFF2-40B4-BE49-F238E27FC236}">
                <a16:creationId xmlns:a16="http://schemas.microsoft.com/office/drawing/2014/main" id="{196F18CB-72B5-4476-B000-2F753943C640}"/>
              </a:ext>
            </a:extLst>
          </p:cNvPr>
          <p:cNvSpPr>
            <a:spLocks xmlns:a="http://schemas.openxmlformats.org/drawingml/2006/main" noGrp="1"/>
          </p:cNvSpPr>
          <p:nvPr/>
        </p:nvSpPr>
        <p:spPr>
          <a:xfrm xmlns:a="http://schemas.openxmlformats.org/drawingml/2006/main">
            <a:off x="5019675" y="3238500"/>
            <a:ext cx="971550" cy="266700"/>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0</a:t>
            </a:r>
          </a:p>
        </p:txBody>
      </p:sp>
      <p:sp>
        <p:nvSpPr>
          <p:cNvPr id="14" name="diagram-399">
            <a:extLst xmlns:a="http://schemas.openxmlformats.org/drawingml/2006/main">
              <a:ext uri="{FF2B5EF4-FFF2-40B4-BE49-F238E27FC236}">
                <a16:creationId xmlns:a16="http://schemas.microsoft.com/office/drawing/2014/main" id="{DB60FD82-23EF-498C-90BC-1828E6702E30}"/>
              </a:ext>
            </a:extLst>
          </p:cNvPr>
          <p:cNvSpPr>
            <a:spLocks xmlns:a="http://schemas.openxmlformats.org/drawingml/2006/main" noGrp="1"/>
          </p:cNvSpPr>
          <p:nvPr/>
        </p:nvSpPr>
        <p:spPr>
          <a:xfrm xmlns:a="http://schemas.openxmlformats.org/drawingml/2006/main">
            <a:off x="6076950" y="32385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1</a:t>
            </a:r>
          </a:p>
        </p:txBody>
      </p:sp>
      <p:sp>
        <p:nvSpPr>
          <p:cNvPr id="15" name="diagram-400">
            <a:extLst xmlns:a="http://schemas.openxmlformats.org/drawingml/2006/main">
              <a:ext uri="{FF2B5EF4-FFF2-40B4-BE49-F238E27FC236}">
                <a16:creationId xmlns:a16="http://schemas.microsoft.com/office/drawing/2014/main" id="{B22FC3E8-9C9E-41B9-829E-9B6A7B5CF999}"/>
              </a:ext>
            </a:extLst>
          </p:cNvPr>
          <p:cNvSpPr>
            <a:spLocks xmlns:a="http://schemas.openxmlformats.org/drawingml/2006/main" noGrp="1"/>
          </p:cNvSpPr>
          <p:nvPr/>
        </p:nvSpPr>
        <p:spPr>
          <a:xfrm xmlns:a="http://schemas.openxmlformats.org/drawingml/2006/main">
            <a:off x="5019675" y="35623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2</a:t>
            </a:r>
          </a:p>
        </p:txBody>
      </p:sp>
      <p:sp>
        <p:nvSpPr>
          <p:cNvPr id="16" name="diagram-401">
            <a:extLst xmlns:a="http://schemas.openxmlformats.org/drawingml/2006/main">
              <a:ext uri="{FF2B5EF4-FFF2-40B4-BE49-F238E27FC236}">
                <a16:creationId xmlns:a16="http://schemas.microsoft.com/office/drawing/2014/main" id="{3C470C2F-75B1-482F-9FF2-A28ECE05B889}"/>
              </a:ext>
            </a:extLst>
          </p:cNvPr>
          <p:cNvSpPr>
            <a:spLocks xmlns:a="http://schemas.openxmlformats.org/drawingml/2006/main" noGrp="1"/>
          </p:cNvSpPr>
          <p:nvPr/>
        </p:nvSpPr>
        <p:spPr>
          <a:xfrm xmlns:a="http://schemas.openxmlformats.org/drawingml/2006/main">
            <a:off x="6076950" y="35623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3</a:t>
            </a:r>
          </a:p>
        </p:txBody>
      </p:sp>
      <p:sp>
        <p:nvSpPr>
          <p:cNvPr id="17" name="diagram-402">
            <a:extLst xmlns:a="http://schemas.openxmlformats.org/drawingml/2006/main">
              <a:ext uri="{FF2B5EF4-FFF2-40B4-BE49-F238E27FC236}">
                <a16:creationId xmlns:a16="http://schemas.microsoft.com/office/drawing/2014/main" id="{1926B72F-25DF-4425-A23C-C43A67C96903}"/>
              </a:ext>
            </a:extLst>
          </p:cNvPr>
          <p:cNvSpPr>
            <a:spLocks xmlns:a="http://schemas.openxmlformats.org/drawingml/2006/main" noGrp="1"/>
          </p:cNvSpPr>
          <p:nvPr/>
        </p:nvSpPr>
        <p:spPr>
          <a:xfrm xmlns:a="http://schemas.openxmlformats.org/drawingml/2006/main">
            <a:off x="5019675" y="38862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4</a:t>
            </a:r>
          </a:p>
        </p:txBody>
      </p:sp>
      <p:sp>
        <p:nvSpPr>
          <p:cNvPr id="18" name="diagram-403">
            <a:extLst xmlns:a="http://schemas.openxmlformats.org/drawingml/2006/main">
              <a:ext uri="{FF2B5EF4-FFF2-40B4-BE49-F238E27FC236}">
                <a16:creationId xmlns:a16="http://schemas.microsoft.com/office/drawing/2014/main" id="{48D858CD-8FBC-4122-A86E-C71065200E26}"/>
              </a:ext>
            </a:extLst>
          </p:cNvPr>
          <p:cNvSpPr>
            <a:spLocks xmlns:a="http://schemas.openxmlformats.org/drawingml/2006/main" noGrp="1"/>
          </p:cNvSpPr>
          <p:nvPr/>
        </p:nvSpPr>
        <p:spPr>
          <a:xfrm xmlns:a="http://schemas.openxmlformats.org/drawingml/2006/main">
            <a:off x="6076950" y="38862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5</a:t>
            </a:r>
          </a:p>
        </p:txBody>
      </p:sp>
      <p:sp>
        <p:nvSpPr>
          <p:cNvPr id="19" name="diagram-404">
            <a:extLst xmlns:a="http://schemas.openxmlformats.org/drawingml/2006/main">
              <a:ext uri="{FF2B5EF4-FFF2-40B4-BE49-F238E27FC236}">
                <a16:creationId xmlns:a16="http://schemas.microsoft.com/office/drawing/2014/main" id="{9D803A53-D757-4B02-A41F-14EE8BADB1A2}"/>
              </a:ext>
            </a:extLst>
          </p:cNvPr>
          <p:cNvSpPr>
            <a:spLocks xmlns:a="http://schemas.openxmlformats.org/drawingml/2006/main" noGrp="1"/>
          </p:cNvSpPr>
          <p:nvPr/>
        </p:nvSpPr>
        <p:spPr>
          <a:xfrm xmlns:a="http://schemas.openxmlformats.org/drawingml/2006/main">
            <a:off x="5019675" y="42100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6</a:t>
            </a:r>
          </a:p>
        </p:txBody>
      </p:sp>
      <p:sp>
        <p:nvSpPr>
          <p:cNvPr id="20" name="diagram-405">
            <a:extLst xmlns:a="http://schemas.openxmlformats.org/drawingml/2006/main">
              <a:ext uri="{FF2B5EF4-FFF2-40B4-BE49-F238E27FC236}">
                <a16:creationId xmlns:a16="http://schemas.microsoft.com/office/drawing/2014/main" id="{567385B4-1771-43C5-94ED-F6A8404D7410}"/>
              </a:ext>
            </a:extLst>
          </p:cNvPr>
          <p:cNvSpPr>
            <a:spLocks xmlns:a="http://schemas.openxmlformats.org/drawingml/2006/main" noGrp="1"/>
          </p:cNvSpPr>
          <p:nvPr/>
        </p:nvSpPr>
        <p:spPr>
          <a:xfrm xmlns:a="http://schemas.openxmlformats.org/drawingml/2006/main">
            <a:off x="6076950" y="42100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7</a:t>
            </a:r>
          </a:p>
        </p:txBody>
      </p:sp>
      <p:sp>
        <p:nvSpPr>
          <p:cNvPr id="21" name="text-406">
            <a:extLst xmlns:a="http://schemas.openxmlformats.org/drawingml/2006/main">
              <a:ext uri="{FF2B5EF4-FFF2-40B4-BE49-F238E27FC236}">
                <a16:creationId xmlns:a16="http://schemas.microsoft.com/office/drawing/2014/main" id="{644B3459-3202-46E5-AD2B-AD215AFB8012}"/>
              </a:ext>
            </a:extLst>
          </p:cNvPr>
          <p:cNvSpPr>
            <a:spLocks xmlns:a="http://schemas.openxmlformats.org/drawingml/2006/main" noGrp="1"/>
          </p:cNvSpPr>
          <p:nvPr/>
        </p:nvSpPr>
        <p:spPr>
          <a:xfrm xmlns:a="http://schemas.openxmlformats.org/drawingml/2006/main">
            <a:off x="4933950" y="4600575"/>
            <a:ext cx="230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8 warps × 32 threads</a:t>
            </a:r>
          </a:p>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 256 threads</a:t>
            </a:r>
          </a:p>
        </p:txBody>
      </p:sp>
      <p:sp>
        <p:nvSpPr>
          <p:cNvPr id="22" name="diagram-407">
            <a:extLst xmlns:a="http://schemas.openxmlformats.org/drawingml/2006/main">
              <a:ext uri="{FF2B5EF4-FFF2-40B4-BE49-F238E27FC236}">
                <a16:creationId xmlns:a16="http://schemas.microsoft.com/office/drawing/2014/main" id="{0F201716-A247-49AE-A28C-3AE5E798DABB}"/>
              </a:ext>
            </a:extLst>
          </p:cNvPr>
          <p:cNvSpPr>
            <a:spLocks xmlns:a="http://schemas.openxmlformats.org/drawingml/2006/main" noGrp="1"/>
          </p:cNvSpPr>
          <p:nvPr/>
        </p:nvSpPr>
        <p:spPr>
          <a:xfrm xmlns:a="http://schemas.openxmlformats.org/drawingml/2006/main">
            <a:off x="8010525" y="2819400"/>
            <a:ext cx="2924175" cy="8096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Warp scheduler</a:t>
            </a:r>
          </a:p>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Selects ready instructions</a:t>
            </a:r>
          </a:p>
        </p:txBody>
      </p:sp>
      <p:sp>
        <p:nvSpPr>
          <p:cNvPr id="23" name="diagram-408">
            <a:extLst xmlns:a="http://schemas.openxmlformats.org/drawingml/2006/main">
              <a:ext uri="{FF2B5EF4-FFF2-40B4-BE49-F238E27FC236}">
                <a16:creationId xmlns:a16="http://schemas.microsoft.com/office/drawing/2014/main" id="{3B9AB6C2-4D71-4030-820B-6788FB5FC985}"/>
              </a:ext>
            </a:extLst>
          </p:cNvPr>
          <p:cNvSpPr>
            <a:spLocks xmlns:a="http://schemas.openxmlformats.org/drawingml/2006/main" noGrp="1"/>
          </p:cNvSpPr>
          <p:nvPr/>
        </p:nvSpPr>
        <p:spPr>
          <a:xfrm xmlns:a="http://schemas.openxmlformats.org/drawingml/2006/main">
            <a:off x="8010525" y="4238625"/>
            <a:ext cx="2924175" cy="8096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Execution units</a:t>
            </a:r>
          </a:p>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Including CUDA cores</a:t>
            </a:r>
          </a:p>
        </p:txBody>
      </p:sp>
      <p:cxnSp>
        <p:nvCxnSpPr>
          <p:cNvPr id="52" name=""/>
          <p:cNvCxnSpPr>
            <a:stCxn xmlns:a="http://schemas.openxmlformats.org/drawingml/2006/main" id="5" idx="3"/>
            <a:endCxn xmlns:a="http://schemas.openxmlformats.org/drawingml/2006/main" id="11" idx="1"/>
          </p:cNvCxnSpPr>
          <p:nvPr/>
        </p:nvCxnSpPr>
        <p:spPr>
          <a:xfrm xmlns:a="http://schemas.openxmlformats.org/drawingml/2006/main">
            <a:off x="2762250" y="2705100"/>
            <a:ext cx="2028825" cy="1162050"/>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53" name=""/>
          <p:cNvCxnSpPr>
            <a:stCxn xmlns:a="http://schemas.openxmlformats.org/drawingml/2006/main" id="11" idx="3"/>
            <a:endCxn xmlns:a="http://schemas.openxmlformats.org/drawingml/2006/main" id="22" idx="1"/>
          </p:cNvCxnSpPr>
          <p:nvPr/>
        </p:nvCxnSpPr>
        <p:spPr>
          <a:xfrm xmlns:a="http://schemas.openxmlformats.org/drawingml/2006/main" flipV="1">
            <a:off x="7381875" y="3224213"/>
            <a:ext cx="628650" cy="642938"/>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54" name=""/>
          <p:cNvCxnSpPr>
            <a:stCxn xmlns:a="http://schemas.openxmlformats.org/drawingml/2006/main" id="22" idx="2"/>
            <a:endCxn xmlns:a="http://schemas.openxmlformats.org/drawingml/2006/main" id="23" idx="0"/>
          </p:cNvCxnSpPr>
          <p:nvPr/>
        </p:nvCxnSpPr>
        <p:spPr>
          <a:xfrm xmlns:a="http://schemas.openxmlformats.org/drawingml/2006/main">
            <a:off x="9472613" y="3629025"/>
            <a:ext cx="0" cy="60960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27" name="text-409">
            <a:extLst xmlns:a="http://schemas.openxmlformats.org/drawingml/2006/main">
              <a:ext uri="{FF2B5EF4-FFF2-40B4-BE49-F238E27FC236}">
                <a16:creationId xmlns:a16="http://schemas.microsoft.com/office/drawing/2014/main" id="{6803CA6D-EA03-4F09-81B5-9F5B79CA0DAE}"/>
              </a:ext>
            </a:extLst>
          </p:cNvPr>
          <p:cNvSpPr>
            <a:spLocks xmlns:a="http://schemas.openxmlformats.org/drawingml/2006/main" noGrp="1"/>
          </p:cNvSpPr>
          <p:nvPr/>
        </p:nvSpPr>
        <p:spPr>
          <a:xfrm xmlns:a="http://schemas.openxmlformats.org/drawingml/2006/main">
            <a:off x="571500" y="5410200"/>
            <a:ext cx="361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Blocks enter as resources</a:t>
            </a:r>
          </a:p>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become available</a:t>
            </a:r>
          </a:p>
        </p:txBody>
      </p:sp>
      <p:sp>
        <p:nvSpPr>
          <p:cNvPr id="28" name="text-410">
            <a:extLst xmlns:a="http://schemas.openxmlformats.org/drawingml/2006/main">
              <a:ext uri="{FF2B5EF4-FFF2-40B4-BE49-F238E27FC236}">
                <a16:creationId xmlns:a16="http://schemas.microsoft.com/office/drawing/2014/main" id="{A64F0F43-C7FB-498A-8FF1-113785418567}"/>
              </a:ext>
            </a:extLst>
          </p:cNvPr>
          <p:cNvSpPr>
            <a:spLocks xmlns:a="http://schemas.openxmlformats.org/drawingml/2006/main" noGrp="1"/>
          </p:cNvSpPr>
          <p:nvPr/>
        </p:nvSpPr>
        <p:spPr>
          <a:xfrm xmlns:a="http://schemas.openxmlformats.org/drawingml/2006/main">
            <a:off x="4476750" y="5762625"/>
            <a:ext cx="685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087E8B"/>
                </a:solidFill>
                <a:latin typeface="Arial"/>
                <a:ea typeface="Arial"/>
                <a:cs typeface="Arial"/>
              </a:defRPr>
            </a:pPr>
            <a:r>
              <a:rPr sz="1875" b="0">
                <a:solidFill>
                  <a:srgbClr val="087E8B"/>
                </a:solidFill>
                <a:latin typeface="Arial"/>
                <a:ea typeface="Arial"/>
                <a:cs typeface="Arial"/>
              </a:rPr>
              <a:t>Many SMs execute work concurrently. Core reuse continues over time.</a:t>
            </a:r>
          </a:p>
        </p:txBody>
      </p:sp>
    </p:spTree>
    <p:extLst>
      <p:ext uri="{BB962C8B-B14F-4D97-AF65-F5344CB8AC3E}">
        <p14:creationId xmlns:p14="http://schemas.microsoft.com/office/powerpoint/2010/main" val="1181794501"/>
      </p:ext>
    </p:extLst>
  </p:cSld>
</p:sld>
</file>

<file path=ppt/slides/slide5.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8" name="text-411">
            <a:extLst xmlns:a="http://schemas.openxmlformats.org/drawingml/2006/main">
              <a:ext uri="{FF2B5EF4-FFF2-40B4-BE49-F238E27FC236}">
                <a16:creationId xmlns:a16="http://schemas.microsoft.com/office/drawing/2014/main" id="{ADF9CF54-F203-4D52-83FE-8716B15AEA63}"/>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Image size and transfer overhead</a:t>
            </a:r>
          </a:p>
        </p:txBody>
      </p:sp>
      <p:sp>
        <p:nvSpPr>
          <p:cNvPr id="2" name="text-412">
            <a:extLst xmlns:a="http://schemas.openxmlformats.org/drawingml/2006/main">
              <a:ext uri="{FF2B5EF4-FFF2-40B4-BE49-F238E27FC236}">
                <a16:creationId xmlns:a16="http://schemas.microsoft.com/office/drawing/2014/main" id="{61A89FD8-74AB-4A35-83EC-89DB4E5C8344}"/>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[3] [7]. Full references in appendix and companion PDF.</a:t>
            </a:r>
          </a:p>
        </p:txBody>
      </p:sp>
      <p:sp>
        <p:nvSpPr>
          <p:cNvPr id="3" name="text-413">
            <a:extLst xmlns:a="http://schemas.openxmlformats.org/drawingml/2006/main">
              <a:ext uri="{FF2B5EF4-FFF2-40B4-BE49-F238E27FC236}">
                <a16:creationId xmlns:a16="http://schemas.microsoft.com/office/drawing/2014/main" id="{32C980B0-CFA1-4550-8A4E-61D845E7AC8F}"/>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5</a:t>
            </a:r>
          </a:p>
        </p:txBody>
      </p:sp>
      <p:sp>
        <p:nvSpPr>
          <p:cNvPr id="4" name="text-414">
            <a:extLst xmlns:a="http://schemas.openxmlformats.org/drawingml/2006/main">
              <a:ext uri="{FF2B5EF4-FFF2-40B4-BE49-F238E27FC236}">
                <a16:creationId xmlns:a16="http://schemas.microsoft.com/office/drawing/2014/main" id="{A07FA3FD-4B1A-4E66-A7E4-97A3C57EE34C}"/>
              </a:ext>
            </a:extLst>
          </p:cNvPr>
          <p:cNvSpPr>
            <a:spLocks xmlns:a="http://schemas.openxmlformats.org/drawingml/2006/main" noGrp="1"/>
          </p:cNvSpPr>
          <p:nvPr/>
        </p:nvSpPr>
        <p:spPr>
          <a:xfrm xmlns:a="http://schemas.openxmlformats.org/drawingml/2006/main">
            <a:off x="571500" y="16097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42B3F"/>
                </a:solidFill>
                <a:latin typeface="Arial"/>
                <a:ea typeface="Arial"/>
                <a:cs typeface="Arial"/>
              </a:defRPr>
            </a:pPr>
            <a:r>
              <a:rPr sz="2700" b="1">
                <a:solidFill>
                  <a:srgbClr val="142B3F"/>
                </a:solidFill>
                <a:latin typeface="Arial"/>
                <a:ea typeface="Arial"/>
                <a:cs typeface="Arial"/>
              </a:rPr>
              <a:t>GPU total = setup + H2D + kernel + D2H</a:t>
            </a:r>
          </a:p>
        </p:txBody>
      </p:sp>
      <p:sp>
        <p:nvSpPr>
          <p:cNvPr id="5" name="diagram-415">
            <a:extLst xmlns:a="http://schemas.openxmlformats.org/drawingml/2006/main">
              <a:ext uri="{FF2B5EF4-FFF2-40B4-BE49-F238E27FC236}">
                <a16:creationId xmlns:a16="http://schemas.microsoft.com/office/drawing/2014/main" id="{90775D9F-A7FE-4A8E-9487-4365F37581B4}"/>
              </a:ext>
            </a:extLst>
          </p:cNvPr>
          <p:cNvSpPr>
            <a:spLocks xmlns:a="http://schemas.openxmlformats.org/drawingml/2006/main" noGrp="1"/>
          </p:cNvSpPr>
          <p:nvPr/>
        </p:nvSpPr>
        <p:spPr>
          <a:xfrm xmlns:a="http://schemas.openxmlformats.org/drawingml/2006/main">
            <a:off x="57150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Setup / launch</a:t>
            </a:r>
          </a:p>
        </p:txBody>
      </p:sp>
      <p:sp>
        <p:nvSpPr>
          <p:cNvPr id="6" name="flow-416">
            <a:extLst xmlns:a="http://schemas.openxmlformats.org/drawingml/2006/main">
              <a:ext uri="{FF2B5EF4-FFF2-40B4-BE49-F238E27FC236}">
                <a16:creationId xmlns:a16="http://schemas.microsoft.com/office/drawing/2014/main" id="{78C232CF-C98E-4723-8404-815D8DE5BDA4}"/>
              </a:ext>
            </a:extLst>
          </p:cNvPr>
          <p:cNvSpPr>
            <a:spLocks xmlns:a="http://schemas.openxmlformats.org/drawingml/2006/main" noGrp="1"/>
          </p:cNvSpPr>
          <p:nvPr/>
        </p:nvSpPr>
        <p:spPr>
          <a:xfrm xmlns:a="http://schemas.openxmlformats.org/drawingml/2006/main">
            <a:off x="314325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7" name="diagram-417">
            <a:extLst xmlns:a="http://schemas.openxmlformats.org/drawingml/2006/main">
              <a:ext uri="{FF2B5EF4-FFF2-40B4-BE49-F238E27FC236}">
                <a16:creationId xmlns:a16="http://schemas.microsoft.com/office/drawing/2014/main" id="{764A07EA-0610-4437-BE17-A26D7BB861D1}"/>
              </a:ext>
            </a:extLst>
          </p:cNvPr>
          <p:cNvSpPr>
            <a:spLocks xmlns:a="http://schemas.openxmlformats.org/drawingml/2006/main" noGrp="1"/>
          </p:cNvSpPr>
          <p:nvPr/>
        </p:nvSpPr>
        <p:spPr>
          <a:xfrm xmlns:a="http://schemas.openxmlformats.org/drawingml/2006/main">
            <a:off x="337185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Input copy</a:t>
            </a:r>
          </a:p>
        </p:txBody>
      </p:sp>
      <p:sp>
        <p:nvSpPr>
          <p:cNvPr id="8" name="flow-418">
            <a:extLst xmlns:a="http://schemas.openxmlformats.org/drawingml/2006/main">
              <a:ext uri="{FF2B5EF4-FFF2-40B4-BE49-F238E27FC236}">
                <a16:creationId xmlns:a16="http://schemas.microsoft.com/office/drawing/2014/main" id="{EF87BED4-36C6-4E61-8492-64366CDC66E9}"/>
              </a:ext>
            </a:extLst>
          </p:cNvPr>
          <p:cNvSpPr>
            <a:spLocks xmlns:a="http://schemas.openxmlformats.org/drawingml/2006/main" noGrp="1"/>
          </p:cNvSpPr>
          <p:nvPr/>
        </p:nvSpPr>
        <p:spPr>
          <a:xfrm xmlns:a="http://schemas.openxmlformats.org/drawingml/2006/main">
            <a:off x="594360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9" name="diagram-419">
            <a:extLst xmlns:a="http://schemas.openxmlformats.org/drawingml/2006/main">
              <a:ext uri="{FF2B5EF4-FFF2-40B4-BE49-F238E27FC236}">
                <a16:creationId xmlns:a16="http://schemas.microsoft.com/office/drawing/2014/main" id="{E2CE39B9-3C25-4045-A698-ADA1A58A72EB}"/>
              </a:ext>
            </a:extLst>
          </p:cNvPr>
          <p:cNvSpPr>
            <a:spLocks xmlns:a="http://schemas.openxmlformats.org/drawingml/2006/main" noGrp="1"/>
          </p:cNvSpPr>
          <p:nvPr/>
        </p:nvSpPr>
        <p:spPr>
          <a:xfrm xmlns:a="http://schemas.openxmlformats.org/drawingml/2006/main">
            <a:off x="6172200" y="2533650"/>
            <a:ext cx="2533650"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Rotation kernel</a:t>
            </a:r>
          </a:p>
        </p:txBody>
      </p:sp>
      <p:sp>
        <p:nvSpPr>
          <p:cNvPr id="10" name="flow-420">
            <a:extLst xmlns:a="http://schemas.openxmlformats.org/drawingml/2006/main">
              <a:ext uri="{FF2B5EF4-FFF2-40B4-BE49-F238E27FC236}">
                <a16:creationId xmlns:a16="http://schemas.microsoft.com/office/drawing/2014/main" id="{94C8A764-F76A-4D73-B0F4-539409F3954F}"/>
              </a:ext>
            </a:extLst>
          </p:cNvPr>
          <p:cNvSpPr>
            <a:spLocks xmlns:a="http://schemas.openxmlformats.org/drawingml/2006/main" noGrp="1"/>
          </p:cNvSpPr>
          <p:nvPr/>
        </p:nvSpPr>
        <p:spPr>
          <a:xfrm xmlns:a="http://schemas.openxmlformats.org/drawingml/2006/main">
            <a:off x="874395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11" name="diagram-421">
            <a:extLst xmlns:a="http://schemas.openxmlformats.org/drawingml/2006/main">
              <a:ext uri="{FF2B5EF4-FFF2-40B4-BE49-F238E27FC236}">
                <a16:creationId xmlns:a16="http://schemas.microsoft.com/office/drawing/2014/main" id="{5F1EA272-424B-4F1A-BB28-255EFD5B5CE9}"/>
              </a:ext>
            </a:extLst>
          </p:cNvPr>
          <p:cNvSpPr>
            <a:spLocks xmlns:a="http://schemas.openxmlformats.org/drawingml/2006/main" noGrp="1"/>
          </p:cNvSpPr>
          <p:nvPr/>
        </p:nvSpPr>
        <p:spPr>
          <a:xfrm xmlns:a="http://schemas.openxmlformats.org/drawingml/2006/main">
            <a:off x="897255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Output copy</a:t>
            </a:r>
          </a:p>
        </p:txBody>
      </p:sp>
      <p:sp>
        <p:nvSpPr>
          <p:cNvPr id="12" name="text-422">
            <a:extLst xmlns:a="http://schemas.openxmlformats.org/drawingml/2006/main">
              <a:ext uri="{FF2B5EF4-FFF2-40B4-BE49-F238E27FC236}">
                <a16:creationId xmlns:a16="http://schemas.microsoft.com/office/drawing/2014/main" id="{D15D42F8-F5A9-42C3-811C-50BD5554EF37}"/>
              </a:ext>
            </a:extLst>
          </p:cNvPr>
          <p:cNvSpPr>
            <a:spLocks xmlns:a="http://schemas.openxmlformats.org/drawingml/2006/main" noGrp="1"/>
          </p:cNvSpPr>
          <p:nvPr/>
        </p:nvSpPr>
        <p:spPr>
          <a:xfrm xmlns:a="http://schemas.openxmlformats.org/drawingml/2006/main">
            <a:off x="571500" y="338137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96274"/>
                </a:solidFill>
                <a:latin typeface="Arial"/>
                <a:ea typeface="Arial"/>
                <a:cs typeface="Arial"/>
              </a:defRPr>
            </a:pPr>
            <a:r>
              <a:rPr sz="1575" b="0">
                <a:solidFill>
                  <a:srgbClr val="496274"/>
                </a:solidFill>
                <a:latin typeface="Arial"/>
                <a:ea typeface="Arial"/>
                <a:cs typeface="Arial"/>
              </a:rPr>
              <a:t>Sequence only. Box widths do not represent measured times.</a:t>
            </a:r>
          </a:p>
        </p:txBody>
      </p:sp>
      <p:sp>
        <p:nvSpPr>
          <p:cNvPr id="13" name="text-423">
            <a:extLst xmlns:a="http://schemas.openxmlformats.org/drawingml/2006/main">
              <a:ext uri="{FF2B5EF4-FFF2-40B4-BE49-F238E27FC236}">
                <a16:creationId xmlns:a16="http://schemas.microsoft.com/office/drawing/2014/main" id="{C662E64F-7FE6-4040-9499-1AF139B8D27B}"/>
              </a:ext>
            </a:extLst>
          </p:cNvPr>
          <p:cNvSpPr>
            <a:spLocks xmlns:a="http://schemas.openxmlformats.org/drawingml/2006/main" noGrp="1"/>
          </p:cNvSpPr>
          <p:nvPr/>
        </p:nvSpPr>
        <p:spPr>
          <a:xfrm xmlns:a="http://schemas.openxmlformats.org/drawingml/2006/main">
            <a:off x="571500" y="40100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Larger images</a:t>
            </a:r>
          </a:p>
        </p:txBody>
      </p:sp>
      <p:sp>
        <p:nvSpPr>
          <p:cNvPr id="14" name="text-424">
            <a:extLst xmlns:a="http://schemas.openxmlformats.org/drawingml/2006/main">
              <a:ext uri="{FF2B5EF4-FFF2-40B4-BE49-F238E27FC236}">
                <a16:creationId xmlns:a16="http://schemas.microsoft.com/office/drawing/2014/main" id="{60E66BC5-0CF0-4499-BCE4-9DE87C0D98A8}"/>
              </a:ext>
            </a:extLst>
          </p:cNvPr>
          <p:cNvSpPr>
            <a:spLocks xmlns:a="http://schemas.openxmlformats.org/drawingml/2006/main" noGrp="1"/>
          </p:cNvSpPr>
          <p:nvPr/>
        </p:nvSpPr>
        <p:spPr>
          <a:xfrm xmlns:a="http://schemas.openxmlformats.org/drawingml/2006/main">
            <a:off x="571500" y="4514850"/>
            <a:ext cx="5238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More blocks improve SM utilisation</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Coalesced writes use bandwidth</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Register use limits residency</a:t>
            </a:r>
          </a:p>
        </p:txBody>
      </p:sp>
      <p:sp>
        <p:nvSpPr>
          <p:cNvPr id="15" name="text-425">
            <a:extLst xmlns:a="http://schemas.openxmlformats.org/drawingml/2006/main">
              <a:ext uri="{FF2B5EF4-FFF2-40B4-BE49-F238E27FC236}">
                <a16:creationId xmlns:a16="http://schemas.microsoft.com/office/drawing/2014/main" id="{6D948366-080D-4B1A-9D83-530BFF6E9757}"/>
              </a:ext>
            </a:extLst>
          </p:cNvPr>
          <p:cNvSpPr>
            <a:spLocks xmlns:a="http://schemas.openxmlformats.org/drawingml/2006/main" noGrp="1"/>
          </p:cNvSpPr>
          <p:nvPr/>
        </p:nvSpPr>
        <p:spPr>
          <a:xfrm xmlns:a="http://schemas.openxmlformats.org/drawingml/2006/main">
            <a:off x="6562725" y="40100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Performance limits</a:t>
            </a:r>
          </a:p>
        </p:txBody>
      </p:sp>
      <p:sp>
        <p:nvSpPr>
          <p:cNvPr id="16" name="text-426">
            <a:extLst xmlns:a="http://schemas.openxmlformats.org/drawingml/2006/main">
              <a:ext uri="{FF2B5EF4-FFF2-40B4-BE49-F238E27FC236}">
                <a16:creationId xmlns:a16="http://schemas.microsoft.com/office/drawing/2014/main" id="{6406FEBA-F8F4-4423-8074-0989BF882F8A}"/>
              </a:ext>
            </a:extLst>
          </p:cNvPr>
          <p:cNvSpPr>
            <a:spLocks xmlns:a="http://schemas.openxmlformats.org/drawingml/2006/main" noGrp="1"/>
          </p:cNvSpPr>
          <p:nvPr/>
        </p:nvSpPr>
        <p:spPr>
          <a:xfrm xmlns:a="http://schemas.openxmlformats.org/drawingml/2006/main">
            <a:off x="6562725" y="4514850"/>
            <a:ext cx="5000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Copies and irregular reads cost time</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Keep intermediate images resident</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Profile total time, not just the kernel</a:t>
            </a:r>
          </a:p>
        </p:txBody>
      </p:sp>
      <p:sp>
        <p:nvSpPr>
          <p:cNvPr id="17" name="text-427">
            <a:extLst xmlns:a="http://schemas.openxmlformats.org/drawingml/2006/main">
              <a:ext uri="{FF2B5EF4-FFF2-40B4-BE49-F238E27FC236}">
                <a16:creationId xmlns:a16="http://schemas.microsoft.com/office/drawing/2014/main" id="{67C31621-997E-4DB5-B1EC-96FE180DF742}"/>
              </a:ext>
            </a:extLst>
          </p:cNvPr>
          <p:cNvSpPr>
            <a:spLocks xmlns:a="http://schemas.openxmlformats.org/drawingml/2006/main" noGrp="1"/>
          </p:cNvSpPr>
          <p:nvPr/>
        </p:nvSpPr>
        <p:spPr>
          <a:xfrm xmlns:a="http://schemas.openxmlformats.org/drawingml/2006/main">
            <a:off x="571500" y="571500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087E8B"/>
                </a:solidFill>
                <a:latin typeface="Arial"/>
                <a:ea typeface="Arial"/>
                <a:cs typeface="Arial"/>
              </a:defRPr>
            </a:pPr>
            <a:r>
              <a:rPr sz="2625" b="1">
                <a:solidFill>
                  <a:srgbClr val="087E8B"/>
                </a:solidFill>
                <a:latin typeface="Arial"/>
                <a:ea typeface="Arial"/>
                <a:cs typeface="Arial"/>
              </a:rPr>
              <a:t>Speed-up = CPU time / GPU total time</a:t>
            </a:r>
          </a:p>
        </p:txBody>
      </p:sp>
    </p:spTree>
    <p:extLst>
      <p:ext uri="{BB962C8B-B14F-4D97-AF65-F5344CB8AC3E}">
        <p14:creationId xmlns:p14="http://schemas.microsoft.com/office/powerpoint/2010/main" val="745199693"/>
      </p:ext>
    </p:extLst>
  </p:cSld>
</p:sld>
</file>

<file path=ppt/slides/slide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7" name="text-428">
            <a:extLst xmlns:a="http://schemas.openxmlformats.org/drawingml/2006/main">
              <a:ext uri="{FF2B5EF4-FFF2-40B4-BE49-F238E27FC236}">
                <a16:creationId xmlns:a16="http://schemas.microsoft.com/office/drawing/2014/main" id="{1A33B0F4-BE59-4B22-B096-3E018A36B125}"/>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GPUDirect Storage and image rotation</a:t>
            </a:r>
          </a:p>
        </p:txBody>
      </p:sp>
      <p:sp>
        <p:nvSpPr>
          <p:cNvPr id="2" name="text-429">
            <a:extLst xmlns:a="http://schemas.openxmlformats.org/drawingml/2006/main">
              <a:ext uri="{FF2B5EF4-FFF2-40B4-BE49-F238E27FC236}">
                <a16:creationId xmlns:a16="http://schemas.microsoft.com/office/drawing/2014/main" id="{D1595835-EBD7-40C5-A89F-1FF31DC6B9F7}"/>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[8] [9]. Full references in appendix and companion PDF.</a:t>
            </a:r>
          </a:p>
        </p:txBody>
      </p:sp>
      <p:sp>
        <p:nvSpPr>
          <p:cNvPr id="3" name="text-430">
            <a:extLst xmlns:a="http://schemas.openxmlformats.org/drawingml/2006/main">
              <a:ext uri="{FF2B5EF4-FFF2-40B4-BE49-F238E27FC236}">
                <a16:creationId xmlns:a16="http://schemas.microsoft.com/office/drawing/2014/main" id="{7523F4DA-1910-41C2-AC6C-A5F6D9E315B6}"/>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6</a:t>
            </a:r>
          </a:p>
        </p:txBody>
      </p:sp>
      <p:sp>
        <p:nvSpPr>
          <p:cNvPr id="4" name="text-431">
            <a:extLst xmlns:a="http://schemas.openxmlformats.org/drawingml/2006/main">
              <a:ext uri="{FF2B5EF4-FFF2-40B4-BE49-F238E27FC236}">
                <a16:creationId xmlns:a16="http://schemas.microsoft.com/office/drawing/2014/main" id="{0271B9C3-C16E-4CBD-8701-1DEB4C2628D0}"/>
              </a:ext>
            </a:extLst>
          </p:cNvPr>
          <p:cNvSpPr>
            <a:spLocks xmlns:a="http://schemas.openxmlformats.org/drawingml/2006/main" noGrp="1"/>
          </p:cNvSpPr>
          <p:nvPr/>
        </p:nvSpPr>
        <p:spPr>
          <a:xfrm xmlns:a="http://schemas.openxmlformats.org/drawingml/2006/main">
            <a:off x="571500" y="161925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Conventional storage path</a:t>
            </a:r>
          </a:p>
        </p:txBody>
      </p:sp>
      <p:sp>
        <p:nvSpPr>
          <p:cNvPr id="5" name="diagram-432">
            <a:extLst xmlns:a="http://schemas.openxmlformats.org/drawingml/2006/main">
              <a:ext uri="{FF2B5EF4-FFF2-40B4-BE49-F238E27FC236}">
                <a16:creationId xmlns:a16="http://schemas.microsoft.com/office/drawing/2014/main" id="{81A06C3B-BDE7-4008-A9DD-FFD59BA0C510}"/>
              </a:ext>
            </a:extLst>
          </p:cNvPr>
          <p:cNvSpPr>
            <a:spLocks xmlns:a="http://schemas.openxmlformats.org/drawingml/2006/main" noGrp="1"/>
          </p:cNvSpPr>
          <p:nvPr/>
        </p:nvSpPr>
        <p:spPr>
          <a:xfrm xmlns:a="http://schemas.openxmlformats.org/drawingml/2006/main">
            <a:off x="571500" y="2257425"/>
            <a:ext cx="2085975"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p:txBody>
      </p:sp>
      <p:sp>
        <p:nvSpPr>
          <p:cNvPr id="6" name="diagram-433">
            <a:extLst xmlns:a="http://schemas.openxmlformats.org/drawingml/2006/main">
              <a:ext uri="{FF2B5EF4-FFF2-40B4-BE49-F238E27FC236}">
                <a16:creationId xmlns:a16="http://schemas.microsoft.com/office/drawing/2014/main" id="{FAF16563-F893-4225-A3A4-2F46C2278C28}"/>
              </a:ext>
            </a:extLst>
          </p:cNvPr>
          <p:cNvSpPr>
            <a:spLocks xmlns:a="http://schemas.openxmlformats.org/drawingml/2006/main" noGrp="1"/>
          </p:cNvSpPr>
          <p:nvPr/>
        </p:nvSpPr>
        <p:spPr>
          <a:xfrm xmlns:a="http://schemas.openxmlformats.org/drawingml/2006/main">
            <a:off x="4514850" y="2257425"/>
            <a:ext cx="2819400" cy="695325"/>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CPU RAM staging</a:t>
            </a:r>
          </a:p>
        </p:txBody>
      </p:sp>
      <p:sp>
        <p:nvSpPr>
          <p:cNvPr id="7" name="diagram-434">
            <a:extLst xmlns:a="http://schemas.openxmlformats.org/drawingml/2006/main">
              <a:ext uri="{FF2B5EF4-FFF2-40B4-BE49-F238E27FC236}">
                <a16:creationId xmlns:a16="http://schemas.microsoft.com/office/drawing/2014/main" id="{A24BBEAF-87FF-4EBD-B0D7-08AFCD5A4D49}"/>
              </a:ext>
            </a:extLst>
          </p:cNvPr>
          <p:cNvSpPr>
            <a:spLocks xmlns:a="http://schemas.openxmlformats.org/drawingml/2006/main" noGrp="1"/>
          </p:cNvSpPr>
          <p:nvPr/>
        </p:nvSpPr>
        <p:spPr>
          <a:xfrm xmlns:a="http://schemas.openxmlformats.org/drawingml/2006/main">
            <a:off x="8953500" y="2257425"/>
            <a:ext cx="2562225"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GPU memory</a:t>
            </a:r>
          </a:p>
        </p:txBody>
      </p:sp>
      <p:cxnSp>
        <p:nvCxnSpPr>
          <p:cNvPr id="24" name=""/>
          <p:cNvCxnSpPr>
            <a:stCxn xmlns:a="http://schemas.openxmlformats.org/drawingml/2006/main" id="5" idx="3"/>
            <a:endCxn xmlns:a="http://schemas.openxmlformats.org/drawingml/2006/main" id="6" idx="1"/>
          </p:cNvCxnSpPr>
          <p:nvPr/>
        </p:nvCxnSpPr>
        <p:spPr>
          <a:xfrm xmlns:a="http://schemas.openxmlformats.org/drawingml/2006/main">
            <a:off x="2657475" y="2605088"/>
            <a:ext cx="1857375" cy="0"/>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25" name=""/>
          <p:cNvCxnSpPr>
            <a:stCxn xmlns:a="http://schemas.openxmlformats.org/drawingml/2006/main" id="6" idx="3"/>
            <a:endCxn xmlns:a="http://schemas.openxmlformats.org/drawingml/2006/main" id="7" idx="1"/>
          </p:cNvCxnSpPr>
          <p:nvPr/>
        </p:nvCxnSpPr>
        <p:spPr>
          <a:xfrm xmlns:a="http://schemas.openxmlformats.org/drawingml/2006/main">
            <a:off x="7334250" y="2605088"/>
            <a:ext cx="1619250"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0" name="text-435">
            <a:extLst xmlns:a="http://schemas.openxmlformats.org/drawingml/2006/main">
              <a:ext uri="{FF2B5EF4-FFF2-40B4-BE49-F238E27FC236}">
                <a16:creationId xmlns:a16="http://schemas.microsoft.com/office/drawing/2014/main" id="{FDD83194-426F-4E9D-A93D-C9A64EF0C863}"/>
              </a:ext>
            </a:extLst>
          </p:cNvPr>
          <p:cNvSpPr>
            <a:spLocks xmlns:a="http://schemas.openxmlformats.org/drawingml/2006/main" noGrp="1"/>
          </p:cNvSpPr>
          <p:nvPr/>
        </p:nvSpPr>
        <p:spPr>
          <a:xfrm xmlns:a="http://schemas.openxmlformats.org/drawingml/2006/main">
            <a:off x="571500" y="34194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Supported GPUDirect Storage path</a:t>
            </a:r>
          </a:p>
        </p:txBody>
      </p:sp>
      <p:sp>
        <p:nvSpPr>
          <p:cNvPr id="11" name="diagram-436">
            <a:extLst xmlns:a="http://schemas.openxmlformats.org/drawingml/2006/main">
              <a:ext uri="{FF2B5EF4-FFF2-40B4-BE49-F238E27FC236}">
                <a16:creationId xmlns:a16="http://schemas.microsoft.com/office/drawing/2014/main" id="{69901490-D47F-4ADE-AF03-69E0B441EEF6}"/>
              </a:ext>
            </a:extLst>
          </p:cNvPr>
          <p:cNvSpPr>
            <a:spLocks xmlns:a="http://schemas.openxmlformats.org/drawingml/2006/main" noGrp="1"/>
          </p:cNvSpPr>
          <p:nvPr/>
        </p:nvSpPr>
        <p:spPr>
          <a:xfrm xmlns:a="http://schemas.openxmlformats.org/drawingml/2006/main">
            <a:off x="571500" y="4076700"/>
            <a:ext cx="2085975"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p:txBody>
      </p:sp>
      <p:sp>
        <p:nvSpPr>
          <p:cNvPr id="12" name="diagram-437">
            <a:extLst xmlns:a="http://schemas.openxmlformats.org/drawingml/2006/main">
              <a:ext uri="{FF2B5EF4-FFF2-40B4-BE49-F238E27FC236}">
                <a16:creationId xmlns:a16="http://schemas.microsoft.com/office/drawing/2014/main" id="{3C12D875-5BAD-49D3-AEB2-D21227BB4383}"/>
              </a:ext>
            </a:extLst>
          </p:cNvPr>
          <p:cNvSpPr>
            <a:spLocks xmlns:a="http://schemas.openxmlformats.org/drawingml/2006/main" noGrp="1"/>
          </p:cNvSpPr>
          <p:nvPr/>
        </p:nvSpPr>
        <p:spPr>
          <a:xfrm xmlns:a="http://schemas.openxmlformats.org/drawingml/2006/main">
            <a:off x="8953500" y="4076700"/>
            <a:ext cx="2562225"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GPU memory</a:t>
            </a:r>
          </a:p>
        </p:txBody>
      </p:sp>
      <p:cxnSp>
        <p:nvCxnSpPr>
          <p:cNvPr id="29" name=""/>
          <p:cNvCxnSpPr>
            <a:stCxn xmlns:a="http://schemas.openxmlformats.org/drawingml/2006/main" id="11" idx="3"/>
            <a:endCxn xmlns:a="http://schemas.openxmlformats.org/drawingml/2006/main" id="12" idx="1"/>
          </p:cNvCxnSpPr>
          <p:nvPr/>
        </p:nvCxnSpPr>
        <p:spPr>
          <a:xfrm xmlns:a="http://schemas.openxmlformats.org/drawingml/2006/main">
            <a:off x="2657475" y="4424363"/>
            <a:ext cx="6296025"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4" name="text-438">
            <a:extLst xmlns:a="http://schemas.openxmlformats.org/drawingml/2006/main">
              <a:ext uri="{FF2B5EF4-FFF2-40B4-BE49-F238E27FC236}">
                <a16:creationId xmlns:a16="http://schemas.microsoft.com/office/drawing/2014/main" id="{711C6D1D-21EF-4B5D-BA92-2991202BD2E1}"/>
              </a:ext>
            </a:extLst>
          </p:cNvPr>
          <p:cNvSpPr>
            <a:spLocks xmlns:a="http://schemas.openxmlformats.org/drawingml/2006/main" noGrp="1"/>
          </p:cNvSpPr>
          <p:nvPr/>
        </p:nvSpPr>
        <p:spPr>
          <a:xfrm xmlns:a="http://schemas.openxmlformats.org/drawingml/2006/main">
            <a:off x="3448050" y="3952875"/>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0">
                <a:solidFill>
                  <a:srgbClr val="087E8B"/>
                </a:solidFill>
                <a:latin typeface="Arial"/>
                <a:ea typeface="Arial"/>
                <a:cs typeface="Arial"/>
              </a:defRPr>
            </a:pPr>
            <a:r>
              <a:rPr sz="1800" b="0">
                <a:solidFill>
                  <a:srgbClr val="087E8B"/>
                </a:solidFill>
                <a:latin typeface="Arial"/>
                <a:ea typeface="Arial"/>
                <a:cs typeface="Arial"/>
              </a:rPr>
              <a:t>Direct DMA. CPU still controls I/O.</a:t>
            </a:r>
          </a:p>
        </p:txBody>
      </p:sp>
      <p:sp>
        <p:nvSpPr>
          <p:cNvPr id="15" name="text-439">
            <a:extLst xmlns:a="http://schemas.openxmlformats.org/drawingml/2006/main">
              <a:ext uri="{FF2B5EF4-FFF2-40B4-BE49-F238E27FC236}">
                <a16:creationId xmlns:a16="http://schemas.microsoft.com/office/drawing/2014/main" id="{DD7C566B-601E-485E-8A53-E38F488EED16}"/>
              </a:ext>
            </a:extLst>
          </p:cNvPr>
          <p:cNvSpPr>
            <a:spLocks xmlns:a="http://schemas.openxmlformats.org/drawingml/2006/main" noGrp="1"/>
          </p:cNvSpPr>
          <p:nvPr/>
        </p:nvSpPr>
        <p:spPr>
          <a:xfrm xmlns:a="http://schemas.openxmlformats.org/drawingml/2006/main">
            <a:off x="571500" y="52292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42B3F"/>
                </a:solidFill>
                <a:latin typeface="Arial"/>
                <a:ea typeface="Arial"/>
                <a:cs typeface="Arial"/>
              </a:defRPr>
            </a:pPr>
            <a:r>
              <a:rPr sz="2025" b="1">
                <a:solidFill>
                  <a:srgbClr val="142B3F"/>
                </a:solidFill>
                <a:latin typeface="Arial"/>
                <a:ea typeface="Arial"/>
                <a:cs typeface="Arial"/>
              </a:rPr>
              <a:t>Useful: large batches when storage I/O limits throughput</a:t>
            </a:r>
          </a:p>
        </p:txBody>
      </p:sp>
      <p:sp>
        <p:nvSpPr>
          <p:cNvPr id="16" name="text-440">
            <a:extLst xmlns:a="http://schemas.openxmlformats.org/drawingml/2006/main">
              <a:ext uri="{FF2B5EF4-FFF2-40B4-BE49-F238E27FC236}">
                <a16:creationId xmlns:a16="http://schemas.microsoft.com/office/drawing/2014/main" id="{69CD4944-0CB5-48B6-8536-0C9DEC02B17A}"/>
              </a:ext>
            </a:extLst>
          </p:cNvPr>
          <p:cNvSpPr>
            <a:spLocks xmlns:a="http://schemas.openxmlformats.org/drawingml/2006/main" noGrp="1"/>
          </p:cNvSpPr>
          <p:nvPr/>
        </p:nvSpPr>
        <p:spPr>
          <a:xfrm xmlns:a="http://schemas.openxmlformats.org/drawingml/2006/main">
            <a:off x="571500" y="5743575"/>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42B3F"/>
                </a:solidFill>
                <a:latin typeface="Arial"/>
                <a:ea typeface="Arial"/>
                <a:cs typeface="Arial"/>
              </a:defRPr>
            </a:pPr>
            <a:r>
              <a:rPr sz="1950" b="0">
                <a:solidFill>
                  <a:srgbClr val="142B3F"/>
                </a:solidFill>
                <a:latin typeface="Arial"/>
                <a:ea typeface="Arial"/>
                <a:cs typeface="Arial"/>
              </a:rPr>
              <a:t>Limited: small jobs, data already in RAM, or CPU-only decoding</a:t>
            </a:r>
          </a:p>
        </p:txBody>
      </p:sp>
    </p:spTree>
    <p:extLst>
      <p:ext uri="{BB962C8B-B14F-4D97-AF65-F5344CB8AC3E}">
        <p14:creationId xmlns:p14="http://schemas.microsoft.com/office/powerpoint/2010/main" val="764099982"/>
      </p:ext>
    </p:extLst>
  </p:cSld>
</p:sld>
</file>

<file path=ppt/slides/slide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8" name="text-441">
            <a:extLst xmlns:a="http://schemas.openxmlformats.org/drawingml/2006/main">
              <a:ext uri="{FF2B5EF4-FFF2-40B4-BE49-F238E27FC236}">
                <a16:creationId xmlns:a16="http://schemas.microsoft.com/office/drawing/2014/main" id="{8C80E1A1-A195-4B9A-9462-EE54F6695ACB}"/>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A: CUDA launch and memory copies</a:t>
            </a:r>
          </a:p>
        </p:txBody>
      </p:sp>
      <p:sp>
        <p:nvSpPr>
          <p:cNvPr id="2" name="text-442">
            <a:extLst xmlns:a="http://schemas.openxmlformats.org/drawingml/2006/main">
              <a:ext uri="{FF2B5EF4-FFF2-40B4-BE49-F238E27FC236}">
                <a16:creationId xmlns:a16="http://schemas.microsoft.com/office/drawing/2014/main" id="{6A1E48D9-6DB1-4E49-811C-88F2B8645FD4}"/>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43">
            <a:extLst xmlns:a="http://schemas.openxmlformats.org/drawingml/2006/main">
              <a:ext uri="{FF2B5EF4-FFF2-40B4-BE49-F238E27FC236}">
                <a16:creationId xmlns:a16="http://schemas.microsoft.com/office/drawing/2014/main" id="{73912C12-1F7A-441A-9714-6926077B54EA}"/>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[10]. Full references in appendix and companion PDF.</a:t>
            </a:r>
          </a:p>
        </p:txBody>
      </p:sp>
      <p:sp>
        <p:nvSpPr>
          <p:cNvPr id="4" name="text-444">
            <a:extLst xmlns:a="http://schemas.openxmlformats.org/drawingml/2006/main">
              <a:ext uri="{FF2B5EF4-FFF2-40B4-BE49-F238E27FC236}">
                <a16:creationId xmlns:a16="http://schemas.microsoft.com/office/drawing/2014/main" id="{D42FEFFA-8A47-4245-B2DE-67B77201D59D}"/>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7</a:t>
            </a:r>
          </a:p>
        </p:txBody>
      </p:sp>
      <p:sp>
        <p:nvSpPr>
          <p:cNvPr id="5" name="text-445">
            <a:extLst xmlns:a="http://schemas.openxmlformats.org/drawingml/2006/main">
              <a:ext uri="{FF2B5EF4-FFF2-40B4-BE49-F238E27FC236}">
                <a16:creationId xmlns:a16="http://schemas.microsoft.com/office/drawing/2014/main" id="{E1964131-6C98-42BD-8620-C2D7F673C37B}"/>
              </a:ext>
            </a:extLst>
          </p:cNvPr>
          <p:cNvSpPr>
            <a:spLocks xmlns:a="http://schemas.openxmlformats.org/drawingml/2006/main" noGrp="1"/>
          </p:cNvSpPr>
          <p:nvPr/>
        </p:nvSpPr>
        <p:spPr>
          <a:xfrm xmlns:a="http://schemas.openxmlformats.org/drawingml/2006/main">
            <a:off x="571500" y="2152650"/>
            <a:ext cx="1095375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dim3 block(16, 16);</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dim3 grid((W + 15) / 16, (H + 15) / 16);</a:t>
            </a:r>
          </a:p>
          <a:p xmlns:a="http://schemas.openxmlformats.org/drawingml/2006/main">
            <a:r>
              <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cudaMemcpy(d_in, h_in, bytes, cudaMemcpyHostToDevice);</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rotate_rgb&lt;&lt;&lt;grid, block&gt;&gt;&gt;(d_in, d_out, W, H, c, s);</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cudaMemcpy(h_out, d_out, bytes, cudaMemcpyDeviceToHost);</a:t>
            </a:r>
          </a:p>
        </p:txBody>
      </p:sp>
      <p:sp>
        <p:nvSpPr>
          <p:cNvPr id="6" name="text-446">
            <a:extLst xmlns:a="http://schemas.openxmlformats.org/drawingml/2006/main">
              <a:ext uri="{FF2B5EF4-FFF2-40B4-BE49-F238E27FC236}">
                <a16:creationId xmlns:a16="http://schemas.microsoft.com/office/drawing/2014/main" id="{A79B0B74-D6C5-4AB0-966B-C820911F2FB7}"/>
              </a:ext>
            </a:extLst>
          </p:cNvPr>
          <p:cNvSpPr>
            <a:spLocks xmlns:a="http://schemas.openxmlformats.org/drawingml/2006/main" noGrp="1"/>
          </p:cNvSpPr>
          <p:nvPr/>
        </p:nvSpPr>
        <p:spPr>
          <a:xfrm xmlns:a="http://schemas.openxmlformats.org/drawingml/2006/main">
            <a:off x="571500" y="48768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Global pixel coordinates</a:t>
            </a:r>
          </a:p>
        </p:txBody>
      </p:sp>
      <p:sp>
        <p:nvSpPr>
          <p:cNvPr id="7" name="text-447">
            <a:extLst xmlns:a="http://schemas.openxmlformats.org/drawingml/2006/main">
              <a:ext uri="{FF2B5EF4-FFF2-40B4-BE49-F238E27FC236}">
                <a16:creationId xmlns:a16="http://schemas.microsoft.com/office/drawing/2014/main" id="{40ECA9D9-AEE3-4A98-AE35-1546926C6A43}"/>
              </a:ext>
            </a:extLst>
          </p:cNvPr>
          <p:cNvSpPr>
            <a:spLocks xmlns:a="http://schemas.openxmlformats.org/drawingml/2006/main" noGrp="1"/>
          </p:cNvSpPr>
          <p:nvPr/>
        </p:nvSpPr>
        <p:spPr>
          <a:xfrm xmlns:a="http://schemas.openxmlformats.org/drawingml/2006/main">
            <a:off x="571500" y="53816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42B3F"/>
                </a:solidFill>
                <a:latin typeface="Consolas"/>
                <a:ea typeface="Consolas"/>
                <a:cs typeface="Consolas"/>
              </a:defRPr>
            </a:pPr>
            <a:r>
              <a:rPr sz="1950" b="0">
                <a:solidFill>
                  <a:srgbClr val="142B3F"/>
                </a:solidFill>
                <a:latin typeface="Consolas"/>
                <a:ea typeface="Consolas"/>
                <a:cs typeface="Consolas"/>
              </a:rPr>
              <a:t>x = blockIdx.x * blockDim.x + threadIdx.x</a:t>
            </a:r>
          </a:p>
          <a:p xmlns:a="http://schemas.openxmlformats.org/drawingml/2006/main">
            <a:pPr algn="l">
              <a:defRPr sz="1950" b="0">
                <a:solidFill>
                  <a:srgbClr val="142B3F"/>
                </a:solidFill>
                <a:latin typeface="Consolas"/>
                <a:ea typeface="Consolas"/>
                <a:cs typeface="Consolas"/>
              </a:defRPr>
            </a:pPr>
            <a:r>
              <a:rPr sz="1950" b="0">
                <a:solidFill>
                  <a:srgbClr val="142B3F"/>
                </a:solidFill>
                <a:latin typeface="Consolas"/>
                <a:ea typeface="Consolas"/>
                <a:cs typeface="Consolas"/>
              </a:rPr>
              <a:t>y = blockIdx.y * blockDim.y + threadIdx.y</a:t>
            </a:r>
          </a:p>
        </p:txBody>
      </p:sp>
    </p:spTree>
    <p:extLst>
      <p:ext uri="{BB962C8B-B14F-4D97-AF65-F5344CB8AC3E}">
        <p14:creationId xmlns:p14="http://schemas.microsoft.com/office/powerpoint/2010/main" val="1724802509"/>
      </p:ext>
    </p:extLst>
  </p:cSld>
</p:sld>
</file>

<file path=ppt/slides/slide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9" name="text-448">
            <a:extLst xmlns:a="http://schemas.openxmlformats.org/drawingml/2006/main">
              <a:ext uri="{FF2B5EF4-FFF2-40B4-BE49-F238E27FC236}">
                <a16:creationId xmlns:a16="http://schemas.microsoft.com/office/drawing/2014/main" id="{913CA52C-BBE6-4A8B-83E7-667AC6237253}"/>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B: Independent pixel calculations</a:t>
            </a:r>
          </a:p>
        </p:txBody>
      </p:sp>
      <p:sp>
        <p:nvSpPr>
          <p:cNvPr id="2" name="text-449">
            <a:extLst xmlns:a="http://schemas.openxmlformats.org/drawingml/2006/main">
              <a:ext uri="{FF2B5EF4-FFF2-40B4-BE49-F238E27FC236}">
                <a16:creationId xmlns:a16="http://schemas.microsoft.com/office/drawing/2014/main" id="{4218CADF-4147-4BA8-AFEF-AF09D5BD85D0}"/>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50">
            <a:extLst xmlns:a="http://schemas.openxmlformats.org/drawingml/2006/main">
              <a:ext uri="{FF2B5EF4-FFF2-40B4-BE49-F238E27FC236}">
                <a16:creationId xmlns:a16="http://schemas.microsoft.com/office/drawing/2014/main" id="{9F633824-B737-478E-98D1-5E6AE7858A2C}"/>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[4] [5]. Full references in appendix and companion PDF.</a:t>
            </a:r>
          </a:p>
        </p:txBody>
      </p:sp>
      <p:sp>
        <p:nvSpPr>
          <p:cNvPr id="4" name="text-451">
            <a:extLst xmlns:a="http://schemas.openxmlformats.org/drawingml/2006/main">
              <a:ext uri="{FF2B5EF4-FFF2-40B4-BE49-F238E27FC236}">
                <a16:creationId xmlns:a16="http://schemas.microsoft.com/office/drawing/2014/main" id="{C0B4E07E-406F-4D26-8D92-FA42F04E27D5}"/>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8</a:t>
            </a:r>
          </a:p>
        </p:txBody>
      </p:sp>
      <p:sp>
        <p:nvSpPr>
          <p:cNvPr id="5" name="text-452">
            <a:extLst xmlns:a="http://schemas.openxmlformats.org/drawingml/2006/main">
              <a:ext uri="{FF2B5EF4-FFF2-40B4-BE49-F238E27FC236}">
                <a16:creationId xmlns:a16="http://schemas.microsoft.com/office/drawing/2014/main" id="{DD362399-7BB2-4676-ADA4-C931F01995C7}"/>
              </a:ext>
            </a:extLst>
          </p:cNvPr>
          <p:cNvSpPr>
            <a:spLocks xmlns:a="http://schemas.openxmlformats.org/drawingml/2006/main" noGrp="1"/>
          </p:cNvSpPr>
          <p:nvPr/>
        </p:nvSpPr>
        <p:spPr>
          <a:xfrm xmlns:a="http://schemas.openxmlformats.org/drawingml/2006/main">
            <a:off x="571500" y="1971675"/>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Brightness: channel operation</a:t>
            </a:r>
          </a:p>
        </p:txBody>
      </p:sp>
      <p:sp>
        <p:nvSpPr>
          <p:cNvPr id="6" name="text-453">
            <a:extLst xmlns:a="http://schemas.openxmlformats.org/drawingml/2006/main">
              <a:ext uri="{FF2B5EF4-FFF2-40B4-BE49-F238E27FC236}">
                <a16:creationId xmlns:a16="http://schemas.microsoft.com/office/drawing/2014/main" id="{4DF87F42-4F87-4E41-8D77-072C6E4556B4}"/>
              </a:ext>
            </a:extLst>
          </p:cNvPr>
          <p:cNvSpPr>
            <a:spLocks xmlns:a="http://schemas.openxmlformats.org/drawingml/2006/main" noGrp="1"/>
          </p:cNvSpPr>
          <p:nvPr/>
        </p:nvSpPr>
        <p:spPr>
          <a:xfrm xmlns:a="http://schemas.openxmlformats.org/drawingml/2006/main">
            <a:off x="571500" y="242887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v = int(input[i]) + brightness;</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output[i] = v &lt; 0 ? 0 : (v &gt; 255 ? 255 : v);</a:t>
            </a:r>
          </a:p>
        </p:txBody>
      </p:sp>
      <p:sp>
        <p:nvSpPr>
          <p:cNvPr id="7" name="text-454">
            <a:extLst xmlns:a="http://schemas.openxmlformats.org/drawingml/2006/main">
              <a:ext uri="{FF2B5EF4-FFF2-40B4-BE49-F238E27FC236}">
                <a16:creationId xmlns:a16="http://schemas.microsoft.com/office/drawing/2014/main" id="{C78AB896-39AA-49B6-8382-BAE42EB6CD5C}"/>
              </a:ext>
            </a:extLst>
          </p:cNvPr>
          <p:cNvSpPr>
            <a:spLocks xmlns:a="http://schemas.openxmlformats.org/drawingml/2006/main" noGrp="1"/>
          </p:cNvSpPr>
          <p:nvPr/>
        </p:nvSpPr>
        <p:spPr>
          <a:xfrm xmlns:a="http://schemas.openxmlformats.org/drawingml/2006/main">
            <a:off x="571500" y="34480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Rotation: inverse mapping in image coordinates</a:t>
            </a:r>
          </a:p>
        </p:txBody>
      </p:sp>
      <p:sp>
        <p:nvSpPr>
          <p:cNvPr id="8" name="text-455">
            <a:extLst xmlns:a="http://schemas.openxmlformats.org/drawingml/2006/main">
              <a:ext uri="{FF2B5EF4-FFF2-40B4-BE49-F238E27FC236}">
                <a16:creationId xmlns:a16="http://schemas.microsoft.com/office/drawing/2014/main" id="{6D149F3C-50F6-4513-B95C-04B0DE47FB91}"/>
              </a:ext>
            </a:extLst>
          </p:cNvPr>
          <p:cNvSpPr>
            <a:spLocks xmlns:a="http://schemas.openxmlformats.org/drawingml/2006/main" noGrp="1"/>
          </p:cNvSpPr>
          <p:nvPr/>
        </p:nvSpPr>
        <p:spPr>
          <a:xfrm xmlns:a="http://schemas.openxmlformats.org/drawingml/2006/main">
            <a:off x="571500" y="3981450"/>
            <a:ext cx="10953750"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if (x &gt;= W || y &gt;= H) return;</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float sx = c*(x-cx) - s*(y-cy) + cx;</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float sy = s*(x-cx) + c*(y-cy) + cy;</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ix = int(floorf(sx + 0.5f));</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iy = int(floorf(sy + 0.5f));</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 Copy input(ix, iy) when valid, otherwise write black.</a:t>
            </a:r>
          </a:p>
        </p:txBody>
      </p:sp>
    </p:spTree>
    <p:extLst>
      <p:ext uri="{BB962C8B-B14F-4D97-AF65-F5344CB8AC3E}">
        <p14:creationId xmlns:p14="http://schemas.microsoft.com/office/powerpoint/2010/main" val="1602535208"/>
      </p:ext>
    </p:extLst>
  </p:cSld>
</p:sld>
</file>

<file path=ppt/slides/slide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56">
            <a:extLst xmlns:a="http://schemas.openxmlformats.org/drawingml/2006/main">
              <a:ext uri="{FF2B5EF4-FFF2-40B4-BE49-F238E27FC236}">
                <a16:creationId xmlns:a16="http://schemas.microsoft.com/office/drawing/2014/main" id="{6BF2F6F4-3D9E-4D83-A863-0C41D297B87B}"/>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C: References</a:t>
            </a:r>
          </a:p>
        </p:txBody>
      </p:sp>
      <p:sp>
        <p:nvSpPr>
          <p:cNvPr id="2" name="text-457">
            <a:extLst xmlns:a="http://schemas.openxmlformats.org/drawingml/2006/main">
              <a:ext uri="{FF2B5EF4-FFF2-40B4-BE49-F238E27FC236}">
                <a16:creationId xmlns:a16="http://schemas.microsoft.com/office/drawing/2014/main" id="{D9BB4266-7A0C-447D-ABEC-F8AC6EC65ACB}"/>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58">
            <a:extLst xmlns:a="http://schemas.openxmlformats.org/drawingml/2006/main">
              <a:ext uri="{FF2B5EF4-FFF2-40B4-BE49-F238E27FC236}">
                <a16:creationId xmlns:a16="http://schemas.microsoft.com/office/drawing/2014/main" id="{4D82B182-418A-49CC-8497-DBB9C9155E51}"/>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Task 1 supplementary material</a:t>
            </a:r>
          </a:p>
        </p:txBody>
      </p:sp>
      <p:sp>
        <p:nvSpPr>
          <p:cNvPr id="4" name="text-459">
            <a:extLst xmlns:a="http://schemas.openxmlformats.org/drawingml/2006/main">
              <a:ext uri="{FF2B5EF4-FFF2-40B4-BE49-F238E27FC236}">
                <a16:creationId xmlns:a16="http://schemas.microsoft.com/office/drawing/2014/main" id="{B48DBD9C-A6EA-4A9B-B331-746ADB2097E8}"/>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9</a:t>
            </a:r>
          </a:p>
        </p:txBody>
      </p:sp>
      <p:sp>
        <p:nvSpPr>
          <p:cNvPr id="5" name="text-460">
            <a:extLst xmlns:a="http://schemas.openxmlformats.org/drawingml/2006/main">
              <a:ext uri="{FF2B5EF4-FFF2-40B4-BE49-F238E27FC236}">
                <a16:creationId xmlns:a16="http://schemas.microsoft.com/office/drawing/2014/main" id="{DE71CFF0-A114-41F7-A856-350C2C3E9731}"/>
              </a:ext>
            </a:extLst>
          </p:cNvPr>
          <p:cNvSpPr>
            <a:spLocks xmlns:a="http://schemas.openxmlformats.org/drawingml/2006/main" noGrp="1"/>
          </p:cNvSpPr>
          <p:nvPr/>
        </p:nvSpPr>
        <p:spPr>
          <a:xfrm xmlns:a="http://schemas.openxmlformats.org/drawingml/2006/main">
            <a:off x="571500" y="20955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[1] Monash University, Introduction to CUDA Programming with Google Colab, Week 9, Parts A-D (supplied notebook)</a:t>
            </a:r>
          </a:p>
        </p:txBody>
      </p:sp>
      <p:sp>
        <p:nvSpPr>
          <p:cNvPr id="6" name="text-461">
            <a:extLst xmlns:a="http://schemas.openxmlformats.org/drawingml/2006/main">
              <a:ext uri="{FF2B5EF4-FFF2-40B4-BE49-F238E27FC236}">
                <a16:creationId xmlns:a16="http://schemas.microsoft.com/office/drawing/2014/main" id="{6376E472-710B-4BBC-9D3C-3C997DD186E5}"/>
              </a:ext>
            </a:extLst>
          </p:cNvPr>
          <p:cNvSpPr>
            <a:spLocks xmlns:a="http://schemas.openxmlformats.org/drawingml/2006/main" noGrp="1"/>
          </p:cNvSpPr>
          <p:nvPr/>
        </p:nvSpPr>
        <p:spPr>
          <a:xfrm xmlns:a="http://schemas.openxmlformats.org/drawingml/2006/main">
            <a:off x="571500" y="288607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[2] NVIDIA, CUDA Programming Guide, Programming Model</a:t>
            </a:r>
          </a:p>
        </p:txBody>
      </p:sp>
      <p:sp>
        <p:nvSpPr>
          <p:cNvPr id="7" name="text-462">
            <a:extLst xmlns:a="http://schemas.openxmlformats.org/drawingml/2006/main">
              <a:ext uri="{FF2B5EF4-FFF2-40B4-BE49-F238E27FC236}">
                <a16:creationId xmlns:a16="http://schemas.microsoft.com/office/drawing/2014/main" id="{52B13598-9674-418D-8BDA-0C409CF5AA1C}"/>
              </a:ext>
            </a:extLst>
          </p:cNvPr>
          <p:cNvSpPr>
            <a:spLocks xmlns:a="http://schemas.openxmlformats.org/drawingml/2006/main" noGrp="1"/>
          </p:cNvSpPr>
          <p:nvPr/>
        </p:nvSpPr>
        <p:spPr>
          <a:xfrm xmlns:a="http://schemas.openxmlformats.org/drawingml/2006/main">
            <a:off x="571500" y="36766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[3] NVIDIA, CUDA C++ Best Practices Guide, Heterogeneous Computing</a:t>
            </a:r>
          </a:p>
        </p:txBody>
      </p:sp>
      <p:sp>
        <p:nvSpPr>
          <p:cNvPr id="8" name="text-463">
            <a:extLst xmlns:a="http://schemas.openxmlformats.org/drawingml/2006/main">
              <a:ext uri="{FF2B5EF4-FFF2-40B4-BE49-F238E27FC236}">
                <a16:creationId xmlns:a16="http://schemas.microsoft.com/office/drawing/2014/main" id="{F0A201A2-690B-49DF-97A4-ABC91495E82B}"/>
              </a:ext>
            </a:extLst>
          </p:cNvPr>
          <p:cNvSpPr>
            <a:spLocks xmlns:a="http://schemas.openxmlformats.org/drawingml/2006/main" noGrp="1"/>
          </p:cNvSpPr>
          <p:nvPr/>
        </p:nvSpPr>
        <p:spPr>
          <a:xfrm xmlns:a="http://schemas.openxmlformats.org/drawingml/2006/main">
            <a:off x="571500" y="44672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[4] Monash University, Applied #2 Assessment Specification and Applied #2 Rubric (supplied PDFs)</a:t>
            </a:r>
          </a:p>
        </p:txBody>
      </p:sp>
      <p:sp>
        <p:nvSpPr>
          <p:cNvPr id="9" name="text-464">
            <a:extLst xmlns:a="http://schemas.openxmlformats.org/drawingml/2006/main">
              <a:ext uri="{FF2B5EF4-FFF2-40B4-BE49-F238E27FC236}">
                <a16:creationId xmlns:a16="http://schemas.microsoft.com/office/drawing/2014/main" id="{FE4EEAD2-DE6F-446D-8B7D-F61521FA856E}"/>
              </a:ext>
            </a:extLst>
          </p:cNvPr>
          <p:cNvSpPr>
            <a:spLocks xmlns:a="http://schemas.openxmlformats.org/drawingml/2006/main" noGrp="1"/>
          </p:cNvSpPr>
          <p:nvPr/>
        </p:nvSpPr>
        <p:spPr>
          <a:xfrm xmlns:a="http://schemas.openxmlformats.org/drawingml/2006/main">
            <a:off x="571500" y="52578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[5] NVIDIA, NPP Image Geometry Transforms, Rotate</a:t>
            </a:r>
          </a:p>
        </p:txBody>
      </p:sp>
    </p:spTree>
    <p:extLst>
      <p:ext uri="{BB962C8B-B14F-4D97-AF65-F5344CB8AC3E}">
        <p14:creationId xmlns:p14="http://schemas.microsoft.com/office/powerpoint/2010/main" val="1489692354"/>
      </p:ext>
    </p:extLst>
  </p:cSld>
</p:sld>
</file>

<file path=ppt/slides/slide10.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65">
            <a:extLst xmlns:a="http://schemas.openxmlformats.org/drawingml/2006/main">
              <a:ext uri="{FF2B5EF4-FFF2-40B4-BE49-F238E27FC236}">
                <a16:creationId xmlns:a16="http://schemas.microsoft.com/office/drawing/2014/main" id="{74B5B81A-1235-4777-A1C1-C5A16281424F}"/>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D: References</a:t>
            </a:r>
          </a:p>
        </p:txBody>
      </p:sp>
      <p:sp>
        <p:nvSpPr>
          <p:cNvPr id="2" name="text-466">
            <a:extLst xmlns:a="http://schemas.openxmlformats.org/drawingml/2006/main">
              <a:ext uri="{FF2B5EF4-FFF2-40B4-BE49-F238E27FC236}">
                <a16:creationId xmlns:a16="http://schemas.microsoft.com/office/drawing/2014/main" id="{3DE20425-52EA-4648-B95E-3B6A0369EB6B}"/>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67">
            <a:extLst xmlns:a="http://schemas.openxmlformats.org/drawingml/2006/main">
              <a:ext uri="{FF2B5EF4-FFF2-40B4-BE49-F238E27FC236}">
                <a16:creationId xmlns:a16="http://schemas.microsoft.com/office/drawing/2014/main" id="{CFED87DD-8C74-45FA-960D-76B4C6D66196}"/>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Task 1 supplementary material</a:t>
            </a:r>
          </a:p>
        </p:txBody>
      </p:sp>
      <p:sp>
        <p:nvSpPr>
          <p:cNvPr id="4" name="text-468">
            <a:extLst xmlns:a="http://schemas.openxmlformats.org/drawingml/2006/main">
              <a:ext uri="{FF2B5EF4-FFF2-40B4-BE49-F238E27FC236}">
                <a16:creationId xmlns:a16="http://schemas.microsoft.com/office/drawing/2014/main" id="{C42A7924-EB0C-4FE0-9547-0B3830C67C4F}"/>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10</a:t>
            </a:r>
          </a:p>
        </p:txBody>
      </p:sp>
      <p:sp>
        <p:nvSpPr>
          <p:cNvPr id="5" name="text-469">
            <a:extLst xmlns:a="http://schemas.openxmlformats.org/drawingml/2006/main">
              <a:ext uri="{FF2B5EF4-FFF2-40B4-BE49-F238E27FC236}">
                <a16:creationId xmlns:a16="http://schemas.microsoft.com/office/drawing/2014/main" id="{CA9D9389-BC44-42B8-9C15-9E638E24DED2}"/>
              </a:ext>
            </a:extLst>
          </p:cNvPr>
          <p:cNvSpPr>
            <a:spLocks xmlns:a="http://schemas.openxmlformats.org/drawingml/2006/main" noGrp="1"/>
          </p:cNvSpPr>
          <p:nvPr/>
        </p:nvSpPr>
        <p:spPr>
          <a:xfrm xmlns:a="http://schemas.openxmlformats.org/drawingml/2006/main">
            <a:off x="571500" y="20955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[6] NVIDIA, CUDA C++ Programming Guide, SIMT Architecture and Hardware Multithreading</a:t>
            </a:r>
          </a:p>
        </p:txBody>
      </p:sp>
      <p:sp>
        <p:nvSpPr>
          <p:cNvPr id="6" name="text-470">
            <a:extLst xmlns:a="http://schemas.openxmlformats.org/drawingml/2006/main">
              <a:ext uri="{FF2B5EF4-FFF2-40B4-BE49-F238E27FC236}">
                <a16:creationId xmlns:a16="http://schemas.microsoft.com/office/drawing/2014/main" id="{E890B0F8-AB64-4F9D-B934-5E2A24D481F0}"/>
              </a:ext>
            </a:extLst>
          </p:cNvPr>
          <p:cNvSpPr>
            <a:spLocks xmlns:a="http://schemas.openxmlformats.org/drawingml/2006/main" noGrp="1"/>
          </p:cNvSpPr>
          <p:nvPr/>
        </p:nvSpPr>
        <p:spPr>
          <a:xfrm xmlns:a="http://schemas.openxmlformats.org/drawingml/2006/main">
            <a:off x="571500" y="288607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[7] NVIDIA, CUDA C++ Best Practices Guide, Data Transfer Between Host and Device</a:t>
            </a:r>
          </a:p>
        </p:txBody>
      </p:sp>
      <p:sp>
        <p:nvSpPr>
          <p:cNvPr id="7" name="text-471">
            <a:extLst xmlns:a="http://schemas.openxmlformats.org/drawingml/2006/main">
              <a:ext uri="{FF2B5EF4-FFF2-40B4-BE49-F238E27FC236}">
                <a16:creationId xmlns:a16="http://schemas.microsoft.com/office/drawing/2014/main" id="{6111329F-8AB3-404A-B8D7-51CA7B1ED24E}"/>
              </a:ext>
            </a:extLst>
          </p:cNvPr>
          <p:cNvSpPr>
            <a:spLocks xmlns:a="http://schemas.openxmlformats.org/drawingml/2006/main" noGrp="1"/>
          </p:cNvSpPr>
          <p:nvPr/>
        </p:nvSpPr>
        <p:spPr>
          <a:xfrm xmlns:a="http://schemas.openxmlformats.org/drawingml/2006/main">
            <a:off x="571500" y="36766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[8] NVIDIA, GPUDirect Storage Overview Guide</a:t>
            </a:r>
          </a:p>
        </p:txBody>
      </p:sp>
      <p:sp>
        <p:nvSpPr>
          <p:cNvPr id="8" name="text-472">
            <a:extLst xmlns:a="http://schemas.openxmlformats.org/drawingml/2006/main">
              <a:ext uri="{FF2B5EF4-FFF2-40B4-BE49-F238E27FC236}">
                <a16:creationId xmlns:a16="http://schemas.microsoft.com/office/drawing/2014/main" id="{4A65E81A-25E3-4C4F-8679-530E672BBFF2}"/>
              </a:ext>
            </a:extLst>
          </p:cNvPr>
          <p:cNvSpPr>
            <a:spLocks xmlns:a="http://schemas.openxmlformats.org/drawingml/2006/main" noGrp="1"/>
          </p:cNvSpPr>
          <p:nvPr/>
        </p:nvSpPr>
        <p:spPr>
          <a:xfrm xmlns:a="http://schemas.openxmlformats.org/drawingml/2006/main">
            <a:off x="571500" y="44672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[9] NVIDIA, GPUDirect Storage Design Guide</a:t>
            </a:r>
          </a:p>
        </p:txBody>
      </p:sp>
      <p:sp>
        <p:nvSpPr>
          <p:cNvPr id="9" name="text-473">
            <a:extLst xmlns:a="http://schemas.openxmlformats.org/drawingml/2006/main">
              <a:ext uri="{FF2B5EF4-FFF2-40B4-BE49-F238E27FC236}">
                <a16:creationId xmlns:a16="http://schemas.microsoft.com/office/drawing/2014/main" id="{62B4CD55-F808-4ABE-86E5-0A2BE9614C1B}"/>
              </a:ext>
            </a:extLst>
          </p:cNvPr>
          <p:cNvSpPr>
            <a:spLocks xmlns:a="http://schemas.openxmlformats.org/drawingml/2006/main" noGrp="1"/>
          </p:cNvSpPr>
          <p:nvPr/>
        </p:nvSpPr>
        <p:spPr>
          <a:xfrm xmlns:a="http://schemas.openxmlformats.org/drawingml/2006/main">
            <a:off x="571500" y="52578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[10] NVIDIA, CUDA API Synchronization Behavior</a:t>
            </a:r>
          </a:p>
        </p:txBody>
      </p:sp>
    </p:spTree>
    <p:extLst>
      <p:ext uri="{BB962C8B-B14F-4D97-AF65-F5344CB8AC3E}">
        <p14:creationId xmlns:p14="http://schemas.microsoft.com/office/powerpoint/2010/main" val="401404449"/>
      </p:ext>
    </p:extLst>
  </p:cSld>
</p:sld>
</file>

<file path=ppt/slides/slide1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74">
            <a:extLst xmlns:a="http://schemas.openxmlformats.org/drawingml/2006/main">
              <a:ext uri="{FF2B5EF4-FFF2-40B4-BE49-F238E27FC236}">
                <a16:creationId xmlns:a16="http://schemas.microsoft.com/office/drawing/2014/main" id="{2BB8F238-5518-4AD3-9E77-F1DC328B648E}"/>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E: CUDA performance choices</a:t>
            </a:r>
          </a:p>
        </p:txBody>
      </p:sp>
      <p:sp>
        <p:nvSpPr>
          <p:cNvPr id="2" name="text-475">
            <a:extLst xmlns:a="http://schemas.openxmlformats.org/drawingml/2006/main">
              <a:ext uri="{FF2B5EF4-FFF2-40B4-BE49-F238E27FC236}">
                <a16:creationId xmlns:a16="http://schemas.microsoft.com/office/drawing/2014/main" id="{BFB8CD93-05B5-4914-920C-B473698BCB31}"/>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76">
            <a:extLst xmlns:a="http://schemas.openxmlformats.org/drawingml/2006/main">
              <a:ext uri="{FF2B5EF4-FFF2-40B4-BE49-F238E27FC236}">
                <a16:creationId xmlns:a16="http://schemas.microsoft.com/office/drawing/2014/main" id="{6301DE9D-3AF2-4892-8961-41D931EF99E5}"/>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[2] [3] [6] [7] [10]. Full references in appendix and companion PDF.</a:t>
            </a:r>
          </a:p>
        </p:txBody>
      </p:sp>
      <p:sp>
        <p:nvSpPr>
          <p:cNvPr id="4" name="text-477">
            <a:extLst xmlns:a="http://schemas.openxmlformats.org/drawingml/2006/main">
              <a:ext uri="{FF2B5EF4-FFF2-40B4-BE49-F238E27FC236}">
                <a16:creationId xmlns:a16="http://schemas.microsoft.com/office/drawing/2014/main" id="{2EFDFC3C-6BE0-4E01-BC8D-A62B53A6F051}"/>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11</a:t>
            </a:r>
          </a:p>
        </p:txBody>
      </p:sp>
      <p:sp>
        <p:nvSpPr>
          <p:cNvPr id="5" name="text-478">
            <a:extLst xmlns:a="http://schemas.openxmlformats.org/drawingml/2006/main">
              <a:ext uri="{FF2B5EF4-FFF2-40B4-BE49-F238E27FC236}">
                <a16:creationId xmlns:a16="http://schemas.microsoft.com/office/drawing/2014/main" id="{7BED6EA7-35AF-46D1-8A22-B239366C4823}"/>
              </a:ext>
            </a:extLst>
          </p:cNvPr>
          <p:cNvSpPr>
            <a:spLocks xmlns:a="http://schemas.openxmlformats.org/drawingml/2006/main" noGrp="1"/>
          </p:cNvSpPr>
          <p:nvPr/>
        </p:nvSpPr>
        <p:spPr>
          <a:xfrm xmlns:a="http://schemas.openxmlformats.org/drawingml/2006/main">
            <a:off x="571500" y="2000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2B3F"/>
                </a:solidFill>
                <a:latin typeface="Arial"/>
                <a:ea typeface="Arial"/>
                <a:cs typeface="Arial"/>
              </a:defRPr>
            </a:pPr>
            <a:r>
              <a:rPr sz="2175" b="1">
                <a:solidFill>
                  <a:srgbClr val="142B3F"/>
                </a:solidFill>
                <a:latin typeface="Arial"/>
                <a:ea typeface="Arial"/>
                <a:cs typeface="Arial"/>
              </a:rPr>
              <a:t>Launch shape: same 256 threads, different warp layout</a:t>
            </a:r>
          </a:p>
        </p:txBody>
      </p:sp>
      <p:sp>
        <p:nvSpPr>
          <p:cNvPr id="6" name="text-479">
            <a:extLst xmlns:a="http://schemas.openxmlformats.org/drawingml/2006/main">
              <a:ext uri="{FF2B5EF4-FFF2-40B4-BE49-F238E27FC236}">
                <a16:creationId xmlns:a16="http://schemas.microsoft.com/office/drawing/2014/main" id="{01C2234F-9D57-4F7B-B940-538F5033CFA2}"/>
              </a:ext>
            </a:extLst>
          </p:cNvPr>
          <p:cNvSpPr>
            <a:spLocks xmlns:a="http://schemas.openxmlformats.org/drawingml/2006/main" noGrp="1"/>
          </p:cNvSpPr>
          <p:nvPr/>
        </p:nvSpPr>
        <p:spPr>
          <a:xfrm xmlns:a="http://schemas.openxmlformats.org/drawingml/2006/main">
            <a:off x="571500" y="2495550"/>
            <a:ext cx="10953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dim3 blockA(16, 16);  // A warp spans two output rows</a:t>
            </a:r>
          </a:p>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dim3 blockB(32, 8);   // A warp spans one output row</a:t>
            </a:r>
          </a:p>
        </p:txBody>
      </p:sp>
      <p:sp>
        <p:nvSpPr>
          <p:cNvPr id="7" name="text-480">
            <a:extLst xmlns:a="http://schemas.openxmlformats.org/drawingml/2006/main">
              <a:ext uri="{FF2B5EF4-FFF2-40B4-BE49-F238E27FC236}">
                <a16:creationId xmlns:a16="http://schemas.microsoft.com/office/drawing/2014/main" id="{94C429C4-1AF7-46E7-AED8-ACA730F7BB36}"/>
              </a:ext>
            </a:extLst>
          </p:cNvPr>
          <p:cNvSpPr>
            <a:spLocks xmlns:a="http://schemas.openxmlformats.org/drawingml/2006/main" noGrp="1"/>
          </p:cNvSpPr>
          <p:nvPr/>
        </p:nvSpPr>
        <p:spPr>
          <a:xfrm xmlns:a="http://schemas.openxmlformats.org/drawingml/2006/main">
            <a:off x="571500" y="34575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42B3F"/>
                </a:solidFill>
                <a:latin typeface="Arial"/>
                <a:ea typeface="Arial"/>
                <a:cs typeface="Arial"/>
              </a:defRPr>
            </a:pPr>
            <a:r>
              <a:rPr sz="2025" b="1">
                <a:solidFill>
                  <a:srgbClr val="142B3F"/>
                </a:solidFill>
                <a:latin typeface="Arial"/>
                <a:ea typeface="Arial"/>
                <a:cs typeface="Arial"/>
              </a:rPr>
              <a:t>Pinned buffers + non-default stream: ordered work per image</a:t>
            </a:r>
          </a:p>
        </p:txBody>
      </p:sp>
      <p:sp>
        <p:nvSpPr>
          <p:cNvPr id="8" name="text-481">
            <a:extLst xmlns:a="http://schemas.openxmlformats.org/drawingml/2006/main">
              <a:ext uri="{FF2B5EF4-FFF2-40B4-BE49-F238E27FC236}">
                <a16:creationId xmlns:a16="http://schemas.microsoft.com/office/drawing/2014/main" id="{7D46EE37-1B69-4AF4-B10F-E982D6E86A26}"/>
              </a:ext>
            </a:extLst>
          </p:cNvPr>
          <p:cNvSpPr>
            <a:spLocks xmlns:a="http://schemas.openxmlformats.org/drawingml/2006/main" noGrp="1"/>
          </p:cNvSpPr>
          <p:nvPr/>
        </p:nvSpPr>
        <p:spPr>
          <a:xfrm xmlns:a="http://schemas.openxmlformats.org/drawingml/2006/main">
            <a:off x="571500" y="3981450"/>
            <a:ext cx="109537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cudaMemcpyAsync(d_in, h_in, bytes, H2D, stream);</a:t>
            </a:r>
          </a:p>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rotate_rgb&lt;&lt;&lt;grid, blockB, 0, stream&gt;&gt;&gt;(...);</a:t>
            </a:r>
          </a:p>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cudaMemcpyAsync(h_out, d_out, bytes, D2H, stream);</a:t>
            </a:r>
          </a:p>
        </p:txBody>
      </p:sp>
      <p:sp>
        <p:nvSpPr>
          <p:cNvPr id="9" name="text-482">
            <a:extLst xmlns:a="http://schemas.openxmlformats.org/drawingml/2006/main">
              <a:ext uri="{FF2B5EF4-FFF2-40B4-BE49-F238E27FC236}">
                <a16:creationId xmlns:a16="http://schemas.microsoft.com/office/drawing/2014/main" id="{B18EA9B7-437B-4685-8A9A-000FF0A15496}"/>
              </a:ext>
            </a:extLst>
          </p:cNvPr>
          <p:cNvSpPr>
            <a:spLocks xmlns:a="http://schemas.openxmlformats.org/drawingml/2006/main" noGrp="1"/>
          </p:cNvSpPr>
          <p:nvPr/>
        </p:nvSpPr>
        <p:spPr>
          <a:xfrm xmlns:a="http://schemas.openxmlformats.org/drawingml/2006/main">
            <a:off x="571500" y="549592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087E8B"/>
                </a:solidFill>
                <a:latin typeface="Arial"/>
                <a:ea typeface="Arial"/>
                <a:cs typeface="Arial"/>
              </a:defRPr>
            </a:pPr>
            <a:r>
              <a:rPr sz="1950" b="0">
                <a:solidFill>
                  <a:srgbClr val="087E8B"/>
                </a:solidFill>
                <a:latin typeface="Arial"/>
                <a:ea typeface="Arial"/>
                <a:cs typeface="Arial"/>
              </a:rPr>
              <a:t>Independent images may overlap. Hardware, buffers and dependencies matter.</a:t>
            </a:r>
          </a:p>
        </p:txBody>
      </p:sp>
    </p:spTree>
    <p:extLst>
      <p:ext uri="{BB962C8B-B14F-4D97-AF65-F5344CB8AC3E}">
        <p14:creationId xmlns:p14="http://schemas.microsoft.com/office/powerpoint/2010/main" val="9028712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2026-10-06T08:51:43.7070000Z</dcterms:created>
  <dcterms:modified xsi:type="dcterms:W3CDTF">2026-10-06T08:51:43.7070000Z</dcterms:modified>
</coreProperties>
</file>