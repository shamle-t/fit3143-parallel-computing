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f3e17e506d14685" /><Relationship Type="http://schemas.openxmlformats.org/officeDocument/2006/relationships/extended-properties" Target="/docProps/app.xml" Id="Rcf4f8d0484e949b8" /><Relationship Type="http://schemas.openxmlformats.org/officeDocument/2006/relationships/officeDocument" Target="/ppt/presentation.xml" Id="Re3ed06f99bda4383" /></Relationships>
</file>

<file path=ppt/presentation.xml><?xml version="1.0" encoding="utf-8"?>
<p:presentation xmlns:p="http://schemas.openxmlformats.org/presentationml/2006/main">
  <p:sldMasterIdLst>
    <p:sldMasterId xmlns:r="http://schemas.openxmlformats.org/officeDocument/2006/relationships" id="2147483648" r:id="R75ec6246dfa94ae9"/>
  </p:sldMasterIdLst>
  <p:notesMasterIdLst>
    <p:notesMasterId xmlns:r="http://schemas.openxmlformats.org/officeDocument/2006/relationships" r:id="Rf3659aed367642c0"/>
  </p:notesMasterIdLst>
  <p:sldIdLst>
    <p:sldId xmlns:r="http://schemas.openxmlformats.org/officeDocument/2006/relationships" id="256" r:id="Rd2e5bea033964593"/>
    <p:sldId xmlns:r="http://schemas.openxmlformats.org/officeDocument/2006/relationships" id="257" r:id="R3f976d009ef14620"/>
    <p:sldId xmlns:r="http://schemas.openxmlformats.org/officeDocument/2006/relationships" id="258" r:id="R736481c3c4c743ae"/>
    <p:sldId xmlns:r="http://schemas.openxmlformats.org/officeDocument/2006/relationships" id="259" r:id="R76df8f3e6e36451b"/>
    <p:sldId xmlns:r="http://schemas.openxmlformats.org/officeDocument/2006/relationships" id="260" r:id="R5553dcc5e6f54b6c"/>
    <p:sldId xmlns:r="http://schemas.openxmlformats.org/officeDocument/2006/relationships" id="261" r:id="Rbef769b1c8db4160"/>
    <p:sldId xmlns:r="http://schemas.openxmlformats.org/officeDocument/2006/relationships" id="262" r:id="Rcc33ba6002384ed6"/>
    <p:sldId xmlns:r="http://schemas.openxmlformats.org/officeDocument/2006/relationships" id="263" r:id="Rc5228724f3124643"/>
    <p:sldId xmlns:r="http://schemas.openxmlformats.org/officeDocument/2006/relationships" id="264" r:id="Rd65b660906a14bb0"/>
    <p:sldId xmlns:r="http://schemas.openxmlformats.org/officeDocument/2006/relationships" id="265" r:id="Rebd1160f38d7478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14ba163369647da" /><Relationship Type="http://schemas.openxmlformats.org/officeDocument/2006/relationships/slideMaster" Target="/ppt/slideMasters/slideMaster1.xml" Id="R75ec6246dfa94ae9" /><Relationship Type="http://schemas.openxmlformats.org/officeDocument/2006/relationships/notesMaster" Target="/ppt/notesMasters/notesMaster1.xml" Id="Rf3659aed367642c0" /><Relationship Type="http://schemas.openxmlformats.org/officeDocument/2006/relationships/presProps" Target="/ppt/presProps.xml" Id="Rf59d6505747a4411" /><Relationship Type="http://schemas.openxmlformats.org/officeDocument/2006/relationships/tableStyles" Target="/ppt/tableStyles.xml" Id="Rf6a129f5258a4fd8" /><Relationship Type="http://schemas.openxmlformats.org/officeDocument/2006/relationships/slide" Target="/ppt/slides/slide1.xml" Id="Rd2e5bea033964593" /><Relationship Type="http://schemas.openxmlformats.org/officeDocument/2006/relationships/slide" Target="/ppt/slides/slide2.xml" Id="R3f976d009ef14620" /><Relationship Type="http://schemas.openxmlformats.org/officeDocument/2006/relationships/slide" Target="/ppt/slides/slide3.xml" Id="R736481c3c4c743ae" /><Relationship Type="http://schemas.openxmlformats.org/officeDocument/2006/relationships/slide" Target="/ppt/slides/slide4.xml" Id="R76df8f3e6e36451b" /><Relationship Type="http://schemas.openxmlformats.org/officeDocument/2006/relationships/slide" Target="/ppt/slides/slide5.xml" Id="R5553dcc5e6f54b6c" /><Relationship Type="http://schemas.openxmlformats.org/officeDocument/2006/relationships/slide" Target="/ppt/slides/slide6.xml" Id="Rbef769b1c8db4160" /><Relationship Type="http://schemas.openxmlformats.org/officeDocument/2006/relationships/slide" Target="/ppt/slides/slide7.xml" Id="Rcc33ba6002384ed6" /><Relationship Type="http://schemas.openxmlformats.org/officeDocument/2006/relationships/slide" Target="/ppt/slides/slide8.xml" Id="Rc5228724f3124643" /><Relationship Type="http://schemas.openxmlformats.org/officeDocument/2006/relationships/slide" Target="/ppt/slides/slide9.xml" Id="Rd65b660906a14bb0" /><Relationship Type="http://schemas.openxmlformats.org/officeDocument/2006/relationships/slide" Target="/ppt/slides/slide10.xml" Id="Rebd1160f38d7478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b4826d4ae1c427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9aed9d440bd4b84" /><Relationship Type="http://schemas.openxmlformats.org/officeDocument/2006/relationships/notesMaster" Target="/ppt/notesMasters/notesMaster1.xml" Id="R33366c804c9f4b44" /></Relationships>
</file>

<file path=ppt/notesSlides/_rels/notesSlide2.xml.rels>&#65279;<?xml version="1.0" encoding="utf-8"?><Relationships xmlns="http://schemas.openxmlformats.org/package/2006/relationships"><Relationship Type="http://schemas.openxmlformats.org/officeDocument/2006/relationships/slide" Target="/ppt/slides/slide2.xml" Id="Rcf13be44d6574db8" /><Relationship Type="http://schemas.openxmlformats.org/officeDocument/2006/relationships/notesMaster" Target="/ppt/notesMasters/notesMaster1.xml" Id="R606d57bf1a524694" /></Relationships>
</file>

<file path=ppt/notesSlides/_rels/notesSlide3.xml.rels>&#65279;<?xml version="1.0" encoding="utf-8"?><Relationships xmlns="http://schemas.openxmlformats.org/package/2006/relationships"><Relationship Type="http://schemas.openxmlformats.org/officeDocument/2006/relationships/slide" Target="/ppt/slides/slide3.xml" Id="Rc6601bd5fae843fd" /><Relationship Type="http://schemas.openxmlformats.org/officeDocument/2006/relationships/notesMaster" Target="/ppt/notesMasters/notesMaster1.xml" Id="R8030136d3bf74212" /></Relationships>
</file>

<file path=ppt/notesSlides/_rels/notesSlide4.xml.rels>&#65279;<?xml version="1.0" encoding="utf-8"?><Relationships xmlns="http://schemas.openxmlformats.org/package/2006/relationships"><Relationship Type="http://schemas.openxmlformats.org/officeDocument/2006/relationships/slide" Target="/ppt/slides/slide4.xml" Id="Ra39db2aa2dc0461a" /><Relationship Type="http://schemas.openxmlformats.org/officeDocument/2006/relationships/notesMaster" Target="/ppt/notesMasters/notesMaster1.xml" Id="R11aacb46f6d84829" /></Relationships>
</file>

<file path=ppt/notesSlides/_rels/notesSlide5.xml.rels>&#65279;<?xml version="1.0" encoding="utf-8"?><Relationships xmlns="http://schemas.openxmlformats.org/package/2006/relationships"><Relationship Type="http://schemas.openxmlformats.org/officeDocument/2006/relationships/slide" Target="/ppt/slides/slide5.xml" Id="R33ed7ede6fae4081" /><Relationship Type="http://schemas.openxmlformats.org/officeDocument/2006/relationships/notesMaster" Target="/ppt/notesMasters/notesMaster1.xml" Id="R0d6f3aaec3cf4372" /></Relationships>
</file>

<file path=ppt/notesSlides/_rels/notesSlide6.xml.rels>&#65279;<?xml version="1.0" encoding="utf-8"?><Relationships xmlns="http://schemas.openxmlformats.org/package/2006/relationships"><Relationship Type="http://schemas.openxmlformats.org/officeDocument/2006/relationships/slide" Target="/ppt/slides/slide6.xml" Id="R5dc7c7f422db466d" /><Relationship Type="http://schemas.openxmlformats.org/officeDocument/2006/relationships/notesMaster" Target="/ppt/notesMasters/notesMaster1.xml" Id="R71cf37e34d064bf4" /></Relationships>
</file>

<file path=ppt/notesSlides/_rels/notesSlide7.xml.rels>&#65279;<?xml version="1.0" encoding="utf-8"?><Relationships xmlns="http://schemas.openxmlformats.org/package/2006/relationships"><Relationship Type="http://schemas.openxmlformats.org/officeDocument/2006/relationships/slide" Target="/ppt/slides/slide7.xml" Id="R8d8a6b10354d4ed0" /><Relationship Type="http://schemas.openxmlformats.org/officeDocument/2006/relationships/notesMaster" Target="/ppt/notesMasters/notesMaster1.xml" Id="Re6860f6f513843cc" /></Relationships>
</file>

<file path=ppt/notesSlides/_rels/notesSlide8.xml.rels>&#65279;<?xml version="1.0" encoding="utf-8"?><Relationships xmlns="http://schemas.openxmlformats.org/package/2006/relationships"><Relationship Type="http://schemas.openxmlformats.org/officeDocument/2006/relationships/slide" Target="/ppt/slides/slide8.xml" Id="Ra12aae034e854b37" /><Relationship Type="http://schemas.openxmlformats.org/officeDocument/2006/relationships/notesMaster" Target="/ppt/notesMasters/notesMaster1.xml" Id="R0ddc1b97b2b94de5" /></Relationships>
</file>

<file path=ppt/notesSlides/_rels/notesSlide9.xml.rels>&#65279;<?xml version="1.0" encoding="utf-8"?><Relationships xmlns="http://schemas.openxmlformats.org/package/2006/relationships"><Relationship Type="http://schemas.openxmlformats.org/officeDocument/2006/relationships/slide" Target="/ppt/slides/slide9.xml" Id="R3ecadaa7e4964f3a" /><Relationship Type="http://schemas.openxmlformats.org/officeDocument/2006/relationships/notesMaster" Target="/ppt/notesMasters/notesMaster1.xml" Id="Rb59193a479624ac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48ce629cb3e4e54" /><Relationship Type="http://schemas.openxmlformats.org/officeDocument/2006/relationships/notesMaster" Target="/ppt/notesMasters/notesMaster1.xml" Id="R72555b3e1a7b4c4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TASK 1 MAIN SLIDE. Suggested speaking time: 35 seconds.</a:t>
            </a:r>
          </a:p>
          <a:p xmlns:a="http://schemas.openxmlformats.org/drawingml/2006/main">
            <a:r>
              <a:t/>
            </a:r>
          </a:p>
          <a:p xmlns:a="http://schemas.openxmlformats.org/drawingml/2006/main">
            <a:r>
              <a:t>SPEAKER SCRIPT</a:t>
            </a:r>
          </a:p>
          <a:p xmlns:a="http://schemas.openxmlformats.org/drawingml/2006/main">
            <a:r>
              <a:t>The host is the CPU. It loads and decodes the image, allocates memory and launches the CUDA kernel. The device is the GPU, which runs the rotation across many pixels. In this conventional discrete-GPU system, the input pixels move from system RAM to GPU memory over PCIe. After rotation, the result returns to RAM for saving or display. CUDA exposes these operations through memory-allocation and copy APIs. The CPU controls the work, while the GPU performs the parallel pixel calculations.</a:t>
            </a:r>
          </a:p>
          <a:p xmlns:a="http://schemas.openxmlformats.org/drawingml/2006/main">
            <a:r>
              <a:t/>
            </a:r>
          </a:p>
          <a:p xmlns:a="http://schemas.openxmlformats.org/drawingml/2006/main">
            <a:r>
              <a:t>SOURCES</a:t>
            </a:r>
          </a:p>
          <a:p xmlns:a="http://schemas.openxmlformats.org/drawingml/2006/main">
            <a:r>
              <a:t>[1] Monash University, Introduction to CUDA Programming with Google Colab, Week 9, Parts A-D (supplied notebook). ../../W9/Week 9 Applied/Week 9 Applied/[FIT3143] Introduction to CUDA Programming with Google Colab.ipynb. Accessed 6 October 2026. Course source for the seven reflection questions, RGB brightness and timing setup.</a:t>
            </a:r>
          </a:p>
          <a:p xmlns:a="http://schemas.openxmlformats.org/drawingml/2006/main">
            <a:r>
              <a:t>[2] NVIDIA, CUDA Programming Guide, Programming Model. https://docs.nvidia.com/cuda/cuda-programming-guide/01-introduction/programming-model.html. Accessed 6 October 2026. Host/device roles, kernel configuration, blocks and grids.</a:t>
            </a:r>
          </a:p>
          <a:p xmlns:a="http://schemas.openxmlformats.org/drawingml/2006/main">
            <a:r>
              <a:t>[3] NVIDIA, CUDA C++ Best Practices Guide, Heterogeneous Computing. https://docs.nvidia.com/cuda/cuda-c-best-practices-guide/index.html#heterogeneous-computing. Accessed 6 October 2026. Parallel work, memory transfers and measuring complete cost.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TASK 1 MAIN SLIDE. Suggested speaking time: 40 seconds.</a:t>
            </a:r>
          </a:p>
          <a:p xmlns:a="http://schemas.openxmlformats.org/drawingml/2006/main">
            <a:r>
              <a:t/>
            </a:r>
          </a:p>
          <a:p xmlns:a="http://schemas.openxmlformats.org/drawingml/2006/main">
            <a:r>
              <a:t>SPEAKER SCRIPT</a:t>
            </a:r>
          </a:p>
          <a:p xmlns:a="http://schemas.openxmlformats.org/drawingml/2006/main">
            <a:r>
              <a:t>Brightness adjustment is data parallel because each pixel receives the same independent operation: add a value and clamp the result to the valid range. Rotation also allows independent output pixels, but each thread must find a different source location. My proposed design uses inverse mapping: start at an output pixel, apply the inverse rotation about the image centre, and sample the input. I use nearest-neighbour sampling for simplicity, keep the original image dimensions, and fill uncovered pixels with black. Separate input and output buffers avoid overwriting data that other threads still need.</a:t>
            </a:r>
          </a:p>
          <a:p xmlns:a="http://schemas.openxmlformats.org/drawingml/2006/main">
            <a:r>
              <a:t/>
            </a:r>
          </a:p>
          <a:p xmlns:a="http://schemas.openxmlformats.org/drawingml/2006/main">
            <a:r>
              <a:t>SOURCES</a:t>
            </a:r>
          </a:p>
          <a:p xmlns:a="http://schemas.openxmlformats.org/drawingml/2006/main">
            <a:r>
              <a:t>[1] Monash University, Introduction to CUDA Programming with Google Colab, Week 9, Parts A-D (supplied notebook). ../../W9/Week 9 Applied/Week 9 Applied/[FIT3143] Introduction to CUDA Programming with Google Colab.ipynb. Accessed 6 October 2026. Course source for the seven reflection questions, RGB brightness and timing setup.</a:t>
            </a:r>
          </a:p>
          <a:p xmlns:a="http://schemas.openxmlformats.org/drawingml/2006/main">
            <a:r>
              <a:t>[4] Monash University, Applied #2 Assessment Specification and Applied #2 Rubric (supplied PDFs). ../Applied #2 - Assessment Specification.pdf. Accessed 6 October 2026. Task 1 parts (a)-(c), diagrams, marking criteria and submission instructions.</a:t>
            </a:r>
          </a:p>
          <a:p xmlns:a="http://schemas.openxmlformats.org/drawingml/2006/main">
            <a:r>
              <a:t>[5] NVIDIA, NPP Image Geometry Transforms, Rotate. https://docs.nvidia.com/cuda/archive/13.0.3/npp/image_geometry_transforms.html#rotate. Accessed 6 October 2026. An established CUDA image-processing library with rotation, shifts and interpolation parameters.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TASK 1 MAIN SLIDE. Suggested speaking time: 45 seconds.</a:t>
            </a:r>
          </a:p>
          <a:p xmlns:a="http://schemas.openxmlformats.org/drawingml/2006/main">
            <a:r>
              <a:t/>
            </a:r>
          </a:p>
          <a:p xmlns:a="http://schemas.openxmlformats.org/drawingml/2006/main">
            <a:r>
              <a:t>SPEAKER SCRIPT</a:t>
            </a:r>
          </a:p>
          <a:p xmlns:a="http://schemas.openxmlformats.org/drawingml/2006/main">
            <a:r>
              <a:t>CUDA organises threads into blocks and blocks into a grid. With a sixteen-by-sixteen block, each block contains two hundred and fifty-six threads. A 1024-by-1024 image needs sixty-four blocks across and sixty-four down, giving four thousand and ninety-six blocks. Multiplying the block count by the threads per block gives one million, forty-eight thousand, five hundred and seventy-six launched threads. The launch specifies the grid first and the block second. Each thread calculates its pixel coordinates from its block and thread indices. For other image dimensions, we round the grid up and check the image boundary.</a:t>
            </a:r>
          </a:p>
          <a:p xmlns:a="http://schemas.openxmlformats.org/drawingml/2006/main">
            <a:r>
              <a:t/>
            </a:r>
          </a:p>
          <a:p xmlns:a="http://schemas.openxmlformats.org/drawingml/2006/main">
            <a:r>
              <a:t>SOURCES</a:t>
            </a:r>
          </a:p>
          <a:p xmlns:a="http://schemas.openxmlformats.org/drawingml/2006/main">
            <a:r>
              <a:t>[1] Monash University, Introduction to CUDA Programming with Google Colab, Week 9, Parts A-D (supplied notebook). ../../W9/Week 9 Applied/Week 9 Applied/[FIT3143] Introduction to CUDA Programming with Google Colab.ipynb. Accessed 6 October 2026. Course source for the seven reflection questions, RGB brightness and timing setup.</a:t>
            </a:r>
          </a:p>
          <a:p xmlns:a="http://schemas.openxmlformats.org/drawingml/2006/main">
            <a:r>
              <a:t>[2] NVIDIA, CUDA Programming Guide, Programming Model. https://docs.nvidia.com/cuda/cuda-programming-guide/01-introduction/programming-model.html. Accessed 6 October 2026. Host/device roles, kernel configuration, blocks and grids.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TASK 1 MAIN SLIDE. Suggested speaking time: 35 seconds.</a:t>
            </a:r>
          </a:p>
          <a:p xmlns:a="http://schemas.openxmlformats.org/drawingml/2006/main">
            <a:r>
              <a:t/>
            </a:r>
          </a:p>
          <a:p xmlns:a="http://schemas.openxmlformats.org/drawingml/2006/main">
            <a:r>
              <a:t>SPEAKER SCRIPT</a:t>
            </a:r>
          </a:p>
          <a:p xmlns:a="http://schemas.openxmlformats.org/drawingml/2006/main">
            <a:r>
              <a:t>A launched thread is a logical unit of work. CUDA cores are physical execution units, so the GPU does not need a separate core for every pixel. Streaming multiprocessors accept blocks as resources become available. Each sixteen-by-sixteen block contains eight warps of thirty-two threads. Warp schedulers issue instructions from ready warps, and more blocks enter as earlier blocks finish. This lets thousands of cores process millions of pixels over time. The block order is unspecified, which is why our rotation design keeps output pixels independent.</a:t>
            </a:r>
          </a:p>
          <a:p xmlns:a="http://schemas.openxmlformats.org/drawingml/2006/main">
            <a:r>
              <a:t/>
            </a:r>
          </a:p>
          <a:p xmlns:a="http://schemas.openxmlformats.org/drawingml/2006/main">
            <a:r>
              <a:t>SOURCES</a:t>
            </a:r>
          </a:p>
          <a:p xmlns:a="http://schemas.openxmlformats.org/drawingml/2006/main">
            <a:r>
              <a:t>[2] NVIDIA, CUDA Programming Guide, Programming Model. https://docs.nvidia.com/cuda/cuda-programming-guide/01-introduction/programming-model.html. Accessed 6 October 2026. Host/device roles, kernel configuration, blocks and grids.</a:t>
            </a:r>
          </a:p>
          <a:p xmlns:a="http://schemas.openxmlformats.org/drawingml/2006/main">
            <a:r>
              <a:t>[6] NVIDIA, CUDA C++ Programming Guide, SIMT Architecture and Hardware Multithreading. https://docs.nvidia.com/cuda/archive/13.0.0/cuda-c-programming-guide/index.html#simt-architecture. Accessed 6 October 2026. 32-thread warps, streaming multiprocessors and scheduling.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TASK 1 MAIN SLIDE. Suggested speaking time: 45 seconds.</a:t>
            </a:r>
          </a:p>
          <a:p xmlns:a="http://schemas.openxmlformats.org/drawingml/2006/main">
            <a:r>
              <a:t/>
            </a:r>
          </a:p>
          <a:p xmlns:a="http://schemas.openxmlformats.org/drawingml/2006/main">
            <a:r>
              <a:t>SPEAKER SCRIPT</a:t>
            </a:r>
          </a:p>
          <a:p xmlns:a="http://schemas.openxmlformats.org/drawingml/2006/main">
            <a:r>
              <a:t>Larger images usually provide more blocks to keep the GPU busy and spread fixed launch overhead across more work. However, the improvement eventually levels off because execution and memory bandwidth are finite. Image transfers also grow with image size, so a fast kernel alone does not guarantee a faster application. A fair comparison includes input transfer, the kernel, output transfer and the setup costs being measured. Speed-up is CPU time divided by GPU total time for the same operation. Keeping several processing stages on the GPU can reduce repeated copies. This presentation makes no measured speed-up claim.</a:t>
            </a:r>
          </a:p>
          <a:p xmlns:a="http://schemas.openxmlformats.org/drawingml/2006/main">
            <a:r>
              <a:t/>
            </a:r>
          </a:p>
          <a:p xmlns:a="http://schemas.openxmlformats.org/drawingml/2006/main">
            <a:r>
              <a:t>SOURCES</a:t>
            </a:r>
          </a:p>
          <a:p xmlns:a="http://schemas.openxmlformats.org/drawingml/2006/main">
            <a:r>
              <a:t>[1] Monash University, Introduction to CUDA Programming with Google Colab, Week 9, Parts A-D (supplied notebook). ../../W9/Week 9 Applied/Week 9 Applied/[FIT3143] Introduction to CUDA Programming with Google Colab.ipynb. Accessed 6 October 2026. Course source for the seven reflection questions, RGB brightness and timing setup.</a:t>
            </a:r>
          </a:p>
          <a:p xmlns:a="http://schemas.openxmlformats.org/drawingml/2006/main">
            <a:r>
              <a:t>[3] NVIDIA, CUDA C++ Best Practices Guide, Heterogeneous Computing. https://docs.nvidia.com/cuda/cuda-c-best-practices-guide/index.html#heterogeneous-computing. Accessed 6 October 2026. Parallel work, memory transfers and measuring complete cost.</a:t>
            </a:r>
          </a:p>
          <a:p xmlns:a="http://schemas.openxmlformats.org/drawingml/2006/main">
            <a:r>
              <a:t>[7] NVIDIA, CUDA C++ Best Practices Guide, Data Transfer Between Host and Device. https://docs.nvidia.com/cuda/cuda-c-best-practices-guide/index.html#data-transfer-between-host-and-device. Accessed 6 October 2026. Transfer cost, pinned memory and overlap considerations.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TASK 1 MAIN SLIDE. Suggested speaking time: 40 seconds.</a:t>
            </a:r>
          </a:p>
          <a:p xmlns:a="http://schemas.openxmlformats.org/drawingml/2006/main">
            <a:r>
              <a:t/>
            </a:r>
          </a:p>
          <a:p xmlns:a="http://schemas.openxmlformats.org/drawingml/2006/main">
            <a:r>
              <a:t>SPEAKER SCRIPT</a:t>
            </a:r>
          </a:p>
          <a:p xmlns:a="http://schemas.openxmlformats.org/drawingml/2006/main">
            <a:r>
              <a:t>The conventional storage path stages image data in CPU memory before sending it to the GPU. GPUDirect Storage can provide a direct DMA path from supported storage to GPU memory, avoiding that CPU bounce buffer. The CPU still initiates and controls the operation. For a large batch of images, this may help when storage transfer limits throughput and image decoding also fits the GPU pipeline. The benefit may be small for one small image, for data already in RAM, or when decoding must run on the CPU. The conclusion is conditional: measure the complete pipeline and check the storage and software support.</a:t>
            </a:r>
          </a:p>
          <a:p xmlns:a="http://schemas.openxmlformats.org/drawingml/2006/main">
            <a:r>
              <a:t/>
            </a:r>
          </a:p>
          <a:p xmlns:a="http://schemas.openxmlformats.org/drawingml/2006/main">
            <a:r>
              <a:t>SOURCES</a:t>
            </a:r>
          </a:p>
          <a:p xmlns:a="http://schemas.openxmlformats.org/drawingml/2006/main">
            <a:r>
              <a:t>[8] NVIDIA, GPUDirect Storage Overview Guide. https://docs.nvidia.com/gpudirect-storage/overview-guide/index.html. Accessed 6 October 2026. Direct DMA path and CPU bounce-buffer avoidance.</a:t>
            </a:r>
          </a:p>
          <a:p xmlns:a="http://schemas.openxmlformats.org/drawingml/2006/main">
            <a:r>
              <a:t>[9] NVIDIA, GPUDirect Storage Design Guide. https://docs.nvidia.com/gpudirect-storage/design-guide/index.html. Accessed 6 October 2026. Pipeline bottlenecks, topology and applicability.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Illustrative CUDA C++ snippets. Buffers, dimensions and byte count must already be valid. A full program must allocate/free memory, check API and launch errors, and validate capacity. The blocking D2H copy follows work in the default stream and returns once that copy completes. For timing asynchronous work, synchronise appropriately or use CUDA events. The supplied notebook uses Numba Python syntax: brightness_kernel[blocks_per_grid, threads_per_block](...). It represents the same grid/block model, whereas the specification asks about CUDA C++ &lt;&lt;&lt;grid, block&gt;&gt;&gt; syntax. No full program was compiled or run.</a:t>
            </a:r>
          </a:p>
          <a:p xmlns:a="http://schemas.openxmlformats.org/drawingml/2006/main">
            <a:r>
              <a:t/>
            </a:r>
          </a:p>
          <a:p xmlns:a="http://schemas.openxmlformats.org/drawingml/2006/main">
            <a:r>
              <a:t>[1] Supplied Colab notebook.</a:t>
            </a:r>
          </a:p>
          <a:p xmlns:a="http://schemas.openxmlformats.org/drawingml/2006/main">
            <a:r>
              <a:t>[2] https://docs.nvidia.com/cuda/cuda-programming-guide/01-introduction/programming-model.html</a:t>
            </a:r>
          </a:p>
          <a:p xmlns:a="http://schemas.openxmlformats.org/drawingml/2006/main">
            <a:r>
              <a:t>[10] https://docs.nvidia.com/cuda/cuda-driver-api/api-sync-behavior.html</a:t>
            </a:r>
          </a:p>
          <a:p xmlns:a="http://schemas.openxmlformats.org/drawingml/2006/main">
            <a:r>
              <a:t>Accessed 6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Excerpts from the illustrative kernel examples supplied with this deck. The full snippets calculate x and y from block/thread indices, use centre cx=(W-1)/2 and cy=(H-1)/2, and loop over RGB channels. c=cos(theta), s=sin(theta) are computed once on the host. Positive theta means visually counterclockwise rotation with image y pointing downward. Brightness reads and writes one channel at the corresponding index. Rotation uses immutable input and a separate output buffer. Total work O(W*H) and total storage O(W*H) for fixed channel count. These examples have not been compiled or benchmarked. See the companion PDF for edge cases.</a:t>
            </a:r>
          </a:p>
          <a:p xmlns:a="http://schemas.openxmlformats.org/drawingml/2006/main">
            <a:r>
              <a:t/>
            </a:r>
          </a:p>
          <a:p xmlns:a="http://schemas.openxmlformats.org/drawingml/2006/main">
            <a:r>
              <a:t>[1] Supplied Monash Colab notebook.</a:t>
            </a:r>
          </a:p>
          <a:p xmlns:a="http://schemas.openxmlformats.org/drawingml/2006/main">
            <a:r>
              <a:t>[4] Applied #2 Assessment Specification.</a:t>
            </a:r>
          </a:p>
          <a:p xmlns:a="http://schemas.openxmlformats.org/drawingml/2006/main">
            <a:r>
              <a:t>[5] NVIDIA NPP rotation library reference, https://docs.nvidia.com/cuda/archive/13.0.3/npp/image_geometry_transforms.html#rotate.</a:t>
            </a:r>
          </a:p>
          <a:p xmlns:a="http://schemas.openxmlformats.org/drawingml/2006/main">
            <a:r>
              <a:t>Accessed 6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Monash University, Introduction to CUDA Programming with Google Colab, Week 9, Parts A-D (supplied notebook). [Online]. Available: ../../W9/Week 9 Applied/Week 9 Applied/[FIT3143] Introduction to CUDA Programming with Google Colab.ipynb. Accessed: 6 October 2026. Course source for the seven reflection questions, RGB brightness and timing setup.</a:t>
            </a:r>
          </a:p>
          <a:p xmlns:a="http://schemas.openxmlformats.org/drawingml/2006/main">
            <a:r>
              <a:t/>
            </a:r>
          </a:p>
          <a:p xmlns:a="http://schemas.openxmlformats.org/drawingml/2006/main">
            <a:r>
              <a:t>[2] NVIDIA, CUDA Programming Guide, Programming Model. [Online]. Available: https://docs.nvidia.com/cuda/cuda-programming-guide/01-introduction/programming-model.html. Accessed: 6 October 2026. Host/device roles, kernel configuration, blocks and grids.</a:t>
            </a:r>
          </a:p>
          <a:p xmlns:a="http://schemas.openxmlformats.org/drawingml/2006/main">
            <a:r>
              <a:t/>
            </a:r>
          </a:p>
          <a:p xmlns:a="http://schemas.openxmlformats.org/drawingml/2006/main">
            <a:r>
              <a:t>[3] NVIDIA, CUDA C++ Best Practices Guide, Heterogeneous Computing. [Online]. Available: https://docs.nvidia.com/cuda/cuda-c-best-practices-guide/index.html#heterogeneous-computing. Accessed: 6 October 2026. Parallel work, memory transfers and measuring complete cost.</a:t>
            </a:r>
          </a:p>
          <a:p xmlns:a="http://schemas.openxmlformats.org/drawingml/2006/main">
            <a:r>
              <a:t/>
            </a:r>
          </a:p>
          <a:p xmlns:a="http://schemas.openxmlformats.org/drawingml/2006/main">
            <a:r>
              <a:t>[4] Monash University, Applied #2 Assessment Specification and Applied #2 Rubric (supplied PDFs). [Online]. Available: ../Applied #2 - Assessment Specification.pdf. Accessed: 6 October 2026. Task 1 parts (a)-(c), diagrams, marking criteria and submission instructions.</a:t>
            </a:r>
          </a:p>
          <a:p xmlns:a="http://schemas.openxmlformats.org/drawingml/2006/main">
            <a:r>
              <a:t/>
            </a:r>
          </a:p>
          <a:p xmlns:a="http://schemas.openxmlformats.org/drawingml/2006/main">
            <a:r>
              <a:t>[5] NVIDIA, NPP Image Geometry Transforms, Rotate. [Online]. Available: https://docs.nvidia.com/cuda/archive/13.0.3/npp/image_geometry_transforms.html#rotate. Accessed: 6 October 2026. An established CUDA image-processing library with rotation, shifts and interpolation parameters.</a:t>
            </a:r>
          </a:p>
          <a:p xmlns:a="http://schemas.openxmlformats.org/drawingml/2006/main">
            <a:r>
              <a:t/>
            </a:r>
          </a:p>
          <a:p xmlns:a="http://schemas.openxmlformats.org/drawingml/2006/main">
            <a:r>
              <a:t>AI assistance: OpenAI Codex helped prepare the research, explanations, diagrams and illustrative code. The companion PDF includes an AI declaration and user prompt record. No performance measurements were generated.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 NVIDIA, CUDA C++ Programming Guide, SIMT Architecture and Hardware Multithreading. [Online]. Available: https://docs.nvidia.com/cuda/archive/13.0.0/cuda-c-programming-guide/index.html#simt-architecture. Accessed: 6 October 2026. 32-thread warps, streaming multiprocessors and scheduling.</a:t>
            </a:r>
          </a:p>
          <a:p xmlns:a="http://schemas.openxmlformats.org/drawingml/2006/main">
            <a:r>
              <a:t/>
            </a:r>
          </a:p>
          <a:p xmlns:a="http://schemas.openxmlformats.org/drawingml/2006/main">
            <a:r>
              <a:t>[7] NVIDIA, CUDA C++ Best Practices Guide, Data Transfer Between Host and Device. [Online]. Available: https://docs.nvidia.com/cuda/cuda-c-best-practices-guide/index.html#data-transfer-between-host-and-device. Accessed: 6 October 2026. Transfer cost, pinned memory and overlap considerations.</a:t>
            </a:r>
          </a:p>
          <a:p xmlns:a="http://schemas.openxmlformats.org/drawingml/2006/main">
            <a:r>
              <a:t/>
            </a:r>
          </a:p>
          <a:p xmlns:a="http://schemas.openxmlformats.org/drawingml/2006/main">
            <a:r>
              <a:t>[8] NVIDIA, GPUDirect Storage Overview Guide. [Online]. Available: https://docs.nvidia.com/gpudirect-storage/overview-guide/index.html. Accessed: 6 October 2026. Direct DMA path and CPU bounce-buffer avoidance.</a:t>
            </a:r>
          </a:p>
          <a:p xmlns:a="http://schemas.openxmlformats.org/drawingml/2006/main">
            <a:r>
              <a:t/>
            </a:r>
          </a:p>
          <a:p xmlns:a="http://schemas.openxmlformats.org/drawingml/2006/main">
            <a:r>
              <a:t>[9] NVIDIA, GPUDirect Storage Design Guide. [Online]. Available: https://docs.nvidia.com/gpudirect-storage/design-guide/index.html. Accessed: 6 October 2026. Pipeline bottlenecks, topology and applicability.</a:t>
            </a:r>
          </a:p>
          <a:p xmlns:a="http://schemas.openxmlformats.org/drawingml/2006/main">
            <a:r>
              <a:t/>
            </a:r>
          </a:p>
          <a:p xmlns:a="http://schemas.openxmlformats.org/drawingml/2006/main">
            <a:r>
              <a:t>[10] NVIDIA, CUDA API Synchronization Behavior. [Online]. Available: https://docs.nvidia.com/cuda/cuda-driver-api/api-sync-behavior.html. Accessed: 6 October 2026. Pageable/pinned memory staging and synchronisation caveats.</a:t>
            </a:r>
          </a:p>
          <a:p xmlns:a="http://schemas.openxmlformats.org/drawingml/2006/main">
            <a:r>
              <a:t/>
            </a:r>
          </a:p>
          <a:p xmlns:a="http://schemas.openxmlformats.org/drawingml/2006/main">
            <a:r>
              <a:t>AI assistance: OpenAI Codex helped prepare the research, explanations, diagrams and illustrative code. The companion PDF includes an AI declaration and user prompt record. No performance measurements were generated.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b1c38c72aaf404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add75df19114274" /><Relationship Type="http://schemas.openxmlformats.org/officeDocument/2006/relationships/slideLayout" Target="/ppt/slideLayouts/slideLayout1.xml" Id="Rfa63ac14d137446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a63ac14d137446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db05e4bd55b432d" /><Relationship Type="http://schemas.openxmlformats.org/officeDocument/2006/relationships/notesSlide" Target="/ppt/notesSlides/notesSlide1.xml" Id="R3bfcf6ecee3c4f1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b1df7303d064a93" /><Relationship Type="http://schemas.openxmlformats.org/officeDocument/2006/relationships/notesSlide" Target="/ppt/notesSlides/notesSlide2.xml" Id="R1ac3e68ff1424be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cb305e7bbbd4dff" /><Relationship Type="http://schemas.openxmlformats.org/officeDocument/2006/relationships/notesSlide" Target="/ppt/notesSlides/notesSlide3.xml" Id="Reccd32ea279641a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ca0e240f00d442d" /><Relationship Type="http://schemas.openxmlformats.org/officeDocument/2006/relationships/notesSlide" Target="/ppt/notesSlides/notesSlide4.xml" Id="R363642d40c1a4e9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8ce239013ab4ad7" /><Relationship Type="http://schemas.openxmlformats.org/officeDocument/2006/relationships/notesSlide" Target="/ppt/notesSlides/notesSlide5.xml" Id="R76e5d4487b894a3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2c1d0a359c54203" /><Relationship Type="http://schemas.openxmlformats.org/officeDocument/2006/relationships/notesSlide" Target="/ppt/notesSlides/notesSlide6.xml" Id="R689098bbbff0496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7f84fef075c46c5" /><Relationship Type="http://schemas.openxmlformats.org/officeDocument/2006/relationships/notesSlide" Target="/ppt/notesSlides/notesSlide7.xml" Id="R21840f1167444e4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42796e37a7b4379" /><Relationship Type="http://schemas.openxmlformats.org/officeDocument/2006/relationships/notesSlide" Target="/ppt/notesSlides/notesSlide8.xml" Id="R73c7f7a75e16465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55086c19bd44933" /><Relationship Type="http://schemas.openxmlformats.org/officeDocument/2006/relationships/notesSlide" Target="/ppt/notesSlides/notesSlide9.xml" Id="Rf586686bf69949c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01d0c86acc44689" /><Relationship Type="http://schemas.openxmlformats.org/officeDocument/2006/relationships/notesSlide" Target="/ppt/notesSlides/notesSlide10.xml" Id="R6f42c62df7094332" /></Relationships>
</file>

<file path=ppt/slides/slide1.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19" name="text-1">
            <a:extLst xmlns:a="http://schemas.openxmlformats.org/drawingml/2006/main">
              <a:ext uri="{FF2B5EF4-FFF2-40B4-BE49-F238E27FC236}">
                <a16:creationId xmlns:a16="http://schemas.microsoft.com/office/drawing/2014/main" id="{2C3AF906-D082-4EDF-AF01-ECB7BE3AC39D}"/>
              </a:ext>
            </a:extLst>
          </p:cNvPr>
          <p:cNvSpPr>
            <a:spLocks xmlns:a="http://schemas.openxmlformats.org/drawingml/2006/main" noGrp="1"/>
          </p:cNvSpPr>
          <p:nvPr/>
        </p:nvSpPr>
        <p:spPr>
          <a:xfrm xmlns:a="http://schemas.openxmlformats.org/drawingml/2006/main">
            <a:off x="571500" y="4572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B3F"/>
                </a:solidFill>
                <a:latin typeface="Arial"/>
                <a:ea typeface="Arial"/>
                <a:cs typeface="Arial"/>
              </a:defRPr>
            </a:pPr>
            <a:r>
              <a:rPr sz="3300" b="1">
                <a:solidFill>
                  <a:srgbClr val="142B3F"/>
                </a:solidFill>
                <a:latin typeface="Arial"/>
                <a:ea typeface="Arial"/>
                <a:cs typeface="Arial"/>
              </a:rPr>
              <a:t>Image rotation with CUDA</a:t>
            </a:r>
          </a:p>
        </p:txBody>
      </p:sp>
      <p:sp>
        <p:nvSpPr>
          <p:cNvPr id="2" name="text-2">
            <a:extLst xmlns:a="http://schemas.openxmlformats.org/drawingml/2006/main">
              <a:ext uri="{FF2B5EF4-FFF2-40B4-BE49-F238E27FC236}">
                <a16:creationId xmlns:a16="http://schemas.microsoft.com/office/drawing/2014/main" id="{7D473AF3-B0AC-48E0-AFCE-5F2CA7B16F54}"/>
              </a:ext>
            </a:extLst>
          </p:cNvPr>
          <p:cNvSpPr>
            <a:spLocks xmlns:a="http://schemas.openxmlformats.org/drawingml/2006/main" noGrp="1"/>
          </p:cNvSpPr>
          <p:nvPr/>
        </p:nvSpPr>
        <p:spPr>
          <a:xfrm xmlns:a="http://schemas.openxmlformats.org/drawingml/2006/main">
            <a:off x="571500" y="6400800"/>
            <a:ext cx="1038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496274"/>
                </a:solidFill>
                <a:latin typeface="Arial"/>
                <a:ea typeface="Arial"/>
                <a:cs typeface="Arial"/>
              </a:defRPr>
            </a:pPr>
            <a:r>
              <a:rPr sz="1200" b="0">
                <a:solidFill>
                  <a:srgbClr val="496274"/>
                </a:solidFill>
                <a:latin typeface="Arial"/>
                <a:ea typeface="Arial"/>
                <a:cs typeface="Arial"/>
              </a:rPr>
              <a:t>Sources: [1] [2] [3]. Full references in appendix and companion PDF.</a:t>
            </a:r>
          </a:p>
        </p:txBody>
      </p:sp>
      <p:sp>
        <p:nvSpPr>
          <p:cNvPr id="3" name="text-3">
            <a:extLst xmlns:a="http://schemas.openxmlformats.org/drawingml/2006/main">
              <a:ext uri="{FF2B5EF4-FFF2-40B4-BE49-F238E27FC236}">
                <a16:creationId xmlns:a16="http://schemas.microsoft.com/office/drawing/2014/main" id="{46902750-4EEF-432B-B944-0786DD04E02A}"/>
              </a:ext>
            </a:extLst>
          </p:cNvPr>
          <p:cNvSpPr>
            <a:spLocks xmlns:a="http://schemas.openxmlformats.org/drawingml/2006/main" noGrp="1"/>
          </p:cNvSpPr>
          <p:nvPr/>
        </p:nvSpPr>
        <p:spPr>
          <a:xfrm xmlns:a="http://schemas.openxmlformats.org/drawingml/2006/main">
            <a:off x="11144250" y="64008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496274"/>
                </a:solidFill>
                <a:latin typeface="Arial"/>
                <a:ea typeface="Arial"/>
                <a:cs typeface="Arial"/>
              </a:defRPr>
            </a:pPr>
            <a:r>
              <a:rPr sz="1200" b="0">
                <a:solidFill>
                  <a:srgbClr val="496274"/>
                </a:solidFill>
                <a:latin typeface="Arial"/>
                <a:ea typeface="Arial"/>
                <a:cs typeface="Arial"/>
              </a:rPr>
              <a:t>1</a:t>
            </a:r>
          </a:p>
        </p:txBody>
      </p:sp>
      <p:sp>
        <p:nvSpPr>
          <p:cNvPr id="4" name="text-4">
            <a:extLst xmlns:a="http://schemas.openxmlformats.org/drawingml/2006/main">
              <a:ext uri="{FF2B5EF4-FFF2-40B4-BE49-F238E27FC236}">
                <a16:creationId xmlns:a16="http://schemas.microsoft.com/office/drawing/2014/main" id="{E0A697FF-2737-421E-8264-A4B71BEE65CF}"/>
              </a:ext>
            </a:extLst>
          </p:cNvPr>
          <p:cNvSpPr>
            <a:spLocks xmlns:a="http://schemas.openxmlformats.org/drawingml/2006/main" noGrp="1"/>
          </p:cNvSpPr>
          <p:nvPr/>
        </p:nvSpPr>
        <p:spPr>
          <a:xfrm xmlns:a="http://schemas.openxmlformats.org/drawingml/2006/main">
            <a:off x="571500" y="1562100"/>
            <a:ext cx="428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42B3F"/>
                </a:solidFill>
                <a:latin typeface="Arial"/>
                <a:ea typeface="Arial"/>
                <a:cs typeface="Arial"/>
              </a:defRPr>
            </a:pPr>
            <a:r>
              <a:rPr sz="2400" b="1">
                <a:solidFill>
                  <a:srgbClr val="142B3F"/>
                </a:solidFill>
                <a:latin typeface="Arial"/>
                <a:ea typeface="Arial"/>
                <a:cs typeface="Arial"/>
              </a:rPr>
              <a:t>Host: CPU</a:t>
            </a:r>
          </a:p>
        </p:txBody>
      </p:sp>
      <p:sp>
        <p:nvSpPr>
          <p:cNvPr id="5" name="text-5">
            <a:extLst xmlns:a="http://schemas.openxmlformats.org/drawingml/2006/main">
              <a:ext uri="{FF2B5EF4-FFF2-40B4-BE49-F238E27FC236}">
                <a16:creationId xmlns:a16="http://schemas.microsoft.com/office/drawing/2014/main" id="{424DADE8-4290-4250-9702-A1D0534063ED}"/>
              </a:ext>
            </a:extLst>
          </p:cNvPr>
          <p:cNvSpPr>
            <a:spLocks xmlns:a="http://schemas.openxmlformats.org/drawingml/2006/main" noGrp="1"/>
          </p:cNvSpPr>
          <p:nvPr/>
        </p:nvSpPr>
        <p:spPr>
          <a:xfrm xmlns:a="http://schemas.openxmlformats.org/drawingml/2006/main">
            <a:off x="571500" y="2057400"/>
            <a:ext cx="485775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42B3F"/>
                </a:solidFill>
                <a:latin typeface="Arial"/>
                <a:ea typeface="Arial"/>
                <a:cs typeface="Arial"/>
              </a:defRPr>
            </a:pPr>
            <a:r>
              <a:rPr sz="2100" b="0">
                <a:solidFill>
                  <a:srgbClr val="142B3F"/>
                </a:solidFill>
                <a:latin typeface="Arial"/>
                <a:ea typeface="Arial"/>
                <a:cs typeface="Arial"/>
              </a:rPr>
              <a:t>Load and decode the image</a:t>
            </a:r>
          </a:p>
          <a:p xmlns:a="http://schemas.openxmlformats.org/drawingml/2006/main">
            <a:pPr algn="l">
              <a:defRPr sz="2100" b="0">
                <a:solidFill>
                  <a:srgbClr val="142B3F"/>
                </a:solidFill>
                <a:latin typeface="Arial"/>
                <a:ea typeface="Arial"/>
                <a:cs typeface="Arial"/>
              </a:defRPr>
            </a:pPr>
            <a:r>
              <a:rPr sz="2100" b="0">
                <a:solidFill>
                  <a:srgbClr val="142B3F"/>
                </a:solidFill>
                <a:latin typeface="Arial"/>
                <a:ea typeface="Arial"/>
                <a:cs typeface="Arial"/>
              </a:rPr>
              <a:t>Allocate buffers and launch work</a:t>
            </a:r>
          </a:p>
          <a:p xmlns:a="http://schemas.openxmlformats.org/drawingml/2006/main">
            <a:pPr algn="l">
              <a:defRPr sz="2100" b="0">
                <a:solidFill>
                  <a:srgbClr val="142B3F"/>
                </a:solidFill>
                <a:latin typeface="Arial"/>
                <a:ea typeface="Arial"/>
                <a:cs typeface="Arial"/>
              </a:defRPr>
            </a:pPr>
            <a:r>
              <a:rPr sz="2100" b="0">
                <a:solidFill>
                  <a:srgbClr val="142B3F"/>
                </a:solidFill>
                <a:latin typeface="Arial"/>
                <a:ea typeface="Arial"/>
                <a:cs typeface="Arial"/>
              </a:rPr>
              <a:t>Save or display the result</a:t>
            </a:r>
          </a:p>
        </p:txBody>
      </p:sp>
      <p:sp>
        <p:nvSpPr>
          <p:cNvPr id="6" name="text-6">
            <a:extLst xmlns:a="http://schemas.openxmlformats.org/drawingml/2006/main">
              <a:ext uri="{FF2B5EF4-FFF2-40B4-BE49-F238E27FC236}">
                <a16:creationId xmlns:a16="http://schemas.microsoft.com/office/drawing/2014/main" id="{00BC97C8-43B1-486A-9888-A9B44658D2FF}"/>
              </a:ext>
            </a:extLst>
          </p:cNvPr>
          <p:cNvSpPr>
            <a:spLocks xmlns:a="http://schemas.openxmlformats.org/drawingml/2006/main" noGrp="1"/>
          </p:cNvSpPr>
          <p:nvPr/>
        </p:nvSpPr>
        <p:spPr>
          <a:xfrm xmlns:a="http://schemas.openxmlformats.org/drawingml/2006/main">
            <a:off x="7334250" y="1562100"/>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42B3F"/>
                </a:solidFill>
                <a:latin typeface="Arial"/>
                <a:ea typeface="Arial"/>
                <a:cs typeface="Arial"/>
              </a:defRPr>
            </a:pPr>
            <a:r>
              <a:rPr sz="2400" b="1">
                <a:solidFill>
                  <a:srgbClr val="142B3F"/>
                </a:solidFill>
                <a:latin typeface="Arial"/>
                <a:ea typeface="Arial"/>
                <a:cs typeface="Arial"/>
              </a:rPr>
              <a:t>Device: GPU</a:t>
            </a:r>
          </a:p>
        </p:txBody>
      </p:sp>
      <p:sp>
        <p:nvSpPr>
          <p:cNvPr id="7" name="diagram-7">
            <a:extLst xmlns:a="http://schemas.openxmlformats.org/drawingml/2006/main">
              <a:ext uri="{FF2B5EF4-FFF2-40B4-BE49-F238E27FC236}">
                <a16:creationId xmlns:a16="http://schemas.microsoft.com/office/drawing/2014/main" id="{D893DFD1-B95D-46F0-AD3B-283BE7289615}"/>
              </a:ext>
            </a:extLst>
          </p:cNvPr>
          <p:cNvSpPr>
            <a:spLocks xmlns:a="http://schemas.openxmlformats.org/drawingml/2006/main" noGrp="1"/>
          </p:cNvSpPr>
          <p:nvPr/>
        </p:nvSpPr>
        <p:spPr>
          <a:xfrm xmlns:a="http://schemas.openxmlformats.org/drawingml/2006/main">
            <a:off x="7334250" y="2095500"/>
            <a:ext cx="3619500" cy="1095375"/>
          </a:xfrm>
          <a:prstGeom xmlns:a="http://schemas.openxmlformats.org/drawingml/2006/main" prst="rect">
            <a:avLst/>
          </a:prstGeom>
          <a:solidFill xmlns:a="http://schemas.openxmlformats.org/drawingml/2006/main">
            <a:srgbClr val="D5ECE7"/>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2025" b="0">
                <a:solidFill>
                  <a:srgbClr val="142B3F"/>
                </a:solidFill>
                <a:latin typeface="Arial"/>
                <a:ea typeface="Arial"/>
                <a:cs typeface="Arial"/>
              </a:defRPr>
            </a:pPr>
            <a:r>
              <a:rPr sz="2025" b="0">
                <a:solidFill>
                  <a:srgbClr val="142B3F"/>
                </a:solidFill>
                <a:latin typeface="Arial"/>
                <a:ea typeface="Arial"/>
                <a:cs typeface="Arial"/>
              </a:rPr>
              <a:t>Rotation kernel</a:t>
            </a:r>
          </a:p>
          <a:p xmlns:a="http://schemas.openxmlformats.org/drawingml/2006/main">
            <a:pPr algn="ctr">
              <a:defRPr sz="2025" b="0">
                <a:solidFill>
                  <a:srgbClr val="142B3F"/>
                </a:solidFill>
                <a:latin typeface="Arial"/>
                <a:ea typeface="Arial"/>
                <a:cs typeface="Arial"/>
              </a:defRPr>
            </a:pPr>
            <a:r>
              <a:rPr sz="2025" b="0">
                <a:solidFill>
                  <a:srgbClr val="142B3F"/>
                </a:solidFill>
                <a:latin typeface="Arial"/>
                <a:ea typeface="Arial"/>
                <a:cs typeface="Arial"/>
              </a:rPr>
              <a:t>Parallel pixel calculations</a:t>
            </a:r>
          </a:p>
        </p:txBody>
      </p:sp>
      <p:sp>
        <p:nvSpPr>
          <p:cNvPr id="8" name="diagram-8">
            <a:extLst xmlns:a="http://schemas.openxmlformats.org/drawingml/2006/main">
              <a:ext uri="{FF2B5EF4-FFF2-40B4-BE49-F238E27FC236}">
                <a16:creationId xmlns:a16="http://schemas.microsoft.com/office/drawing/2014/main" id="{5B855118-A53C-44E5-8577-FE05107AA39A}"/>
              </a:ext>
            </a:extLst>
          </p:cNvPr>
          <p:cNvSpPr>
            <a:spLocks xmlns:a="http://schemas.openxmlformats.org/drawingml/2006/main" noGrp="1"/>
          </p:cNvSpPr>
          <p:nvPr/>
        </p:nvSpPr>
        <p:spPr>
          <a:xfrm xmlns:a="http://schemas.openxmlformats.org/drawingml/2006/main">
            <a:off x="571500" y="4038600"/>
            <a:ext cx="1809750" cy="1066800"/>
          </a:xfrm>
          <a:prstGeom xmlns:a="http://schemas.openxmlformats.org/drawingml/2006/main" prst="rect">
            <a:avLst/>
          </a:prstGeom>
          <a:solidFill xmlns:a="http://schemas.openxmlformats.org/drawingml/2006/main">
            <a:srgbClr val="DCE9ED"/>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950" b="0">
                <a:solidFill>
                  <a:srgbClr val="142B3F"/>
                </a:solidFill>
                <a:latin typeface="Arial"/>
                <a:ea typeface="Arial"/>
                <a:cs typeface="Arial"/>
              </a:defRPr>
            </a:pPr>
            <a:r>
              <a:rPr sz="1950" b="0">
                <a:solidFill>
                  <a:srgbClr val="142B3F"/>
                </a:solidFill>
                <a:latin typeface="Arial"/>
                <a:ea typeface="Arial"/>
                <a:cs typeface="Arial"/>
              </a:rPr>
              <a:t>Storage</a:t>
            </a:r>
          </a:p>
          <a:p xmlns:a="http://schemas.openxmlformats.org/drawingml/2006/main">
            <a:pPr algn="ctr">
              <a:defRPr sz="1950" b="0">
                <a:solidFill>
                  <a:srgbClr val="142B3F"/>
                </a:solidFill>
                <a:latin typeface="Arial"/>
                <a:ea typeface="Arial"/>
                <a:cs typeface="Arial"/>
              </a:defRPr>
            </a:pPr>
            <a:r>
              <a:rPr sz="1950" b="0">
                <a:solidFill>
                  <a:srgbClr val="142B3F"/>
                </a:solidFill>
                <a:latin typeface="Arial"/>
                <a:ea typeface="Arial"/>
                <a:cs typeface="Arial"/>
              </a:rPr>
              <a:t>Image file</a:t>
            </a:r>
          </a:p>
        </p:txBody>
      </p:sp>
      <p:sp>
        <p:nvSpPr>
          <p:cNvPr id="9" name="diagram-9">
            <a:extLst xmlns:a="http://schemas.openxmlformats.org/drawingml/2006/main">
              <a:ext uri="{FF2B5EF4-FFF2-40B4-BE49-F238E27FC236}">
                <a16:creationId xmlns:a16="http://schemas.microsoft.com/office/drawing/2014/main" id="{E223BDDE-93C3-45B0-AE46-12F63E0638A2}"/>
              </a:ext>
            </a:extLst>
          </p:cNvPr>
          <p:cNvSpPr>
            <a:spLocks xmlns:a="http://schemas.openxmlformats.org/drawingml/2006/main" noGrp="1"/>
          </p:cNvSpPr>
          <p:nvPr/>
        </p:nvSpPr>
        <p:spPr>
          <a:xfrm xmlns:a="http://schemas.openxmlformats.org/drawingml/2006/main">
            <a:off x="3190875" y="4038600"/>
            <a:ext cx="2333625" cy="1066800"/>
          </a:xfrm>
          <a:prstGeom xmlns:a="http://schemas.openxmlformats.org/drawingml/2006/main" prst="rect">
            <a:avLst/>
          </a:prstGeom>
          <a:solidFill xmlns:a="http://schemas.openxmlformats.org/drawingml/2006/main">
            <a:srgbClr val="D9E8F5"/>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2025" b="0">
                <a:solidFill>
                  <a:srgbClr val="142B3F"/>
                </a:solidFill>
                <a:latin typeface="Arial"/>
                <a:ea typeface="Arial"/>
                <a:cs typeface="Arial"/>
              </a:defRPr>
            </a:pPr>
            <a:r>
              <a:rPr sz="2025" b="0">
                <a:solidFill>
                  <a:srgbClr val="142B3F"/>
                </a:solidFill>
                <a:latin typeface="Arial"/>
                <a:ea typeface="Arial"/>
                <a:cs typeface="Arial"/>
              </a:rPr>
              <a:t>System RAM</a:t>
            </a:r>
          </a:p>
          <a:p xmlns:a="http://schemas.openxmlformats.org/drawingml/2006/main">
            <a:pPr algn="ctr">
              <a:defRPr sz="2025" b="0">
                <a:solidFill>
                  <a:srgbClr val="142B3F"/>
                </a:solidFill>
                <a:latin typeface="Arial"/>
                <a:ea typeface="Arial"/>
                <a:cs typeface="Arial"/>
              </a:defRPr>
            </a:pPr>
            <a:r>
              <a:rPr sz="2025" b="0">
                <a:solidFill>
                  <a:srgbClr val="142B3F"/>
                </a:solidFill>
                <a:latin typeface="Arial"/>
                <a:ea typeface="Arial"/>
                <a:cs typeface="Arial"/>
              </a:rPr>
              <a:t>Decoded pixels</a:t>
            </a:r>
          </a:p>
        </p:txBody>
      </p:sp>
      <p:sp>
        <p:nvSpPr>
          <p:cNvPr id="10" name="diagram-10">
            <a:extLst xmlns:a="http://schemas.openxmlformats.org/drawingml/2006/main">
              <a:ext uri="{FF2B5EF4-FFF2-40B4-BE49-F238E27FC236}">
                <a16:creationId xmlns:a16="http://schemas.microsoft.com/office/drawing/2014/main" id="{154319D4-B9D5-49DF-A5A6-F048C621D30F}"/>
              </a:ext>
            </a:extLst>
          </p:cNvPr>
          <p:cNvSpPr>
            <a:spLocks xmlns:a="http://schemas.openxmlformats.org/drawingml/2006/main" noGrp="1"/>
          </p:cNvSpPr>
          <p:nvPr/>
        </p:nvSpPr>
        <p:spPr>
          <a:xfrm xmlns:a="http://schemas.openxmlformats.org/drawingml/2006/main">
            <a:off x="7334250" y="4038600"/>
            <a:ext cx="3619500" cy="1066800"/>
          </a:xfrm>
          <a:prstGeom xmlns:a="http://schemas.openxmlformats.org/drawingml/2006/main" prst="rect">
            <a:avLst/>
          </a:prstGeom>
          <a:solidFill xmlns:a="http://schemas.openxmlformats.org/drawingml/2006/main">
            <a:srgbClr val="D5ECE7"/>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2025" b="0">
                <a:solidFill>
                  <a:srgbClr val="142B3F"/>
                </a:solidFill>
                <a:latin typeface="Arial"/>
                <a:ea typeface="Arial"/>
                <a:cs typeface="Arial"/>
              </a:defRPr>
            </a:pPr>
            <a:r>
              <a:rPr sz="2025" b="0">
                <a:solidFill>
                  <a:srgbClr val="142B3F"/>
                </a:solidFill>
                <a:latin typeface="Arial"/>
                <a:ea typeface="Arial"/>
                <a:cs typeface="Arial"/>
              </a:rPr>
              <a:t>GPU memory</a:t>
            </a:r>
          </a:p>
          <a:p xmlns:a="http://schemas.openxmlformats.org/drawingml/2006/main">
            <a:pPr algn="ctr">
              <a:defRPr sz="2025" b="0">
                <a:solidFill>
                  <a:srgbClr val="142B3F"/>
                </a:solidFill>
                <a:latin typeface="Arial"/>
                <a:ea typeface="Arial"/>
                <a:cs typeface="Arial"/>
              </a:defRPr>
            </a:pPr>
            <a:r>
              <a:rPr sz="2025" b="0">
                <a:solidFill>
                  <a:srgbClr val="142B3F"/>
                </a:solidFill>
                <a:latin typeface="Arial"/>
                <a:ea typeface="Arial"/>
                <a:cs typeface="Arial"/>
              </a:rPr>
              <a:t>Input and output buffers</a:t>
            </a:r>
          </a:p>
        </p:txBody>
      </p:sp>
      <p:cxnSp>
        <p:nvCxnSpPr>
          <p:cNvPr id="29" name=""/>
          <p:cNvCxnSpPr>
            <a:stCxn xmlns:a="http://schemas.openxmlformats.org/drawingml/2006/main" id="8" idx="3"/>
            <a:endCxn xmlns:a="http://schemas.openxmlformats.org/drawingml/2006/main" id="9" idx="1"/>
          </p:cNvCxnSpPr>
          <p:nvPr/>
        </p:nvCxnSpPr>
        <p:spPr>
          <a:xfrm xmlns:a="http://schemas.openxmlformats.org/drawingml/2006/main">
            <a:off x="2381250" y="4572000"/>
            <a:ext cx="809625" cy="0"/>
          </a:xfrm>
          <a:prstGeom xmlns:a="http://schemas.openxmlformats.org/drawingml/2006/main" prst="straightConnector1">
            <a:avLst/>
          </a:prstGeom>
          <a:ln xmlns:a="http://schemas.openxmlformats.org/drawingml/2006/main" w="22860">
            <a:solidFill>
              <a:srgbClr val="087E8B"/>
            </a:solidFill>
            <a:tailEnd type="triangle" w="med" len="med"/>
          </a:ln>
        </p:spPr>
      </p:cxnSp>
      <p:sp>
        <p:nvSpPr>
          <p:cNvPr id="12" name="text-11">
            <a:extLst xmlns:a="http://schemas.openxmlformats.org/drawingml/2006/main">
              <a:ext uri="{FF2B5EF4-FFF2-40B4-BE49-F238E27FC236}">
                <a16:creationId xmlns:a16="http://schemas.microsoft.com/office/drawing/2014/main" id="{EB718906-AAAB-4F26-844B-1DCFDDADCC3C}"/>
              </a:ext>
            </a:extLst>
          </p:cNvPr>
          <p:cNvSpPr>
            <a:spLocks xmlns:a="http://schemas.openxmlformats.org/drawingml/2006/main" noGrp="1"/>
          </p:cNvSpPr>
          <p:nvPr/>
        </p:nvSpPr>
        <p:spPr>
          <a:xfrm xmlns:a="http://schemas.openxmlformats.org/drawingml/2006/main">
            <a:off x="2457450" y="3686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575" b="0">
                <a:solidFill>
                  <a:srgbClr val="142B3F"/>
                </a:solidFill>
                <a:latin typeface="Arial"/>
                <a:ea typeface="Arial"/>
                <a:cs typeface="Arial"/>
              </a:defRPr>
            </a:pPr>
            <a:r>
              <a:rPr sz="1575" b="0">
                <a:solidFill>
                  <a:srgbClr val="142B3F"/>
                </a:solidFill>
                <a:latin typeface="Arial"/>
                <a:ea typeface="Arial"/>
                <a:cs typeface="Arial"/>
              </a:rPr>
              <a:t>Read</a:t>
            </a:r>
          </a:p>
        </p:txBody>
      </p:sp>
      <p:sp>
        <p:nvSpPr>
          <p:cNvPr id="13" name="flow-12">
            <a:extLst xmlns:a="http://schemas.openxmlformats.org/drawingml/2006/main">
              <a:ext uri="{FF2B5EF4-FFF2-40B4-BE49-F238E27FC236}">
                <a16:creationId xmlns:a16="http://schemas.microsoft.com/office/drawing/2014/main" id="{B3D80250-B0D9-4493-A649-37B3E2A1DF2E}"/>
              </a:ext>
            </a:extLst>
          </p:cNvPr>
          <p:cNvSpPr>
            <a:spLocks xmlns:a="http://schemas.openxmlformats.org/drawingml/2006/main" noGrp="1"/>
          </p:cNvSpPr>
          <p:nvPr/>
        </p:nvSpPr>
        <p:spPr>
          <a:xfrm xmlns:a="http://schemas.openxmlformats.org/drawingml/2006/main">
            <a:off x="5753100" y="4171950"/>
            <a:ext cx="1352550" cy="257175"/>
          </a:xfrm>
          <a:prstGeom xmlns:a="http://schemas.openxmlformats.org/drawingml/2006/main" prst="rightArrow">
            <a:avLst/>
          </a:prstGeom>
          <a:solidFill xmlns:a="http://schemas.openxmlformats.org/drawingml/2006/main">
            <a:srgbClr val="087E8B"/>
          </a:solidFill>
          <a:ln xmlns:a="http://schemas.openxmlformats.org/drawingml/2006/main" w="0">
            <a:noFill/>
          </a:ln>
        </p:spPr>
      </p:sp>
      <p:sp>
        <p:nvSpPr>
          <p:cNvPr id="14" name="flow-13">
            <a:extLst xmlns:a="http://schemas.openxmlformats.org/drawingml/2006/main">
              <a:ext uri="{FF2B5EF4-FFF2-40B4-BE49-F238E27FC236}">
                <a16:creationId xmlns:a16="http://schemas.microsoft.com/office/drawing/2014/main" id="{FC7A2091-CD97-4038-8EDC-48D64D9D78D9}"/>
              </a:ext>
            </a:extLst>
          </p:cNvPr>
          <p:cNvSpPr>
            <a:spLocks xmlns:a="http://schemas.openxmlformats.org/drawingml/2006/main" noGrp="1"/>
          </p:cNvSpPr>
          <p:nvPr/>
        </p:nvSpPr>
        <p:spPr>
          <a:xfrm xmlns:a="http://schemas.openxmlformats.org/drawingml/2006/main">
            <a:off x="5753100" y="4724400"/>
            <a:ext cx="1352550" cy="257175"/>
          </a:xfrm>
          <a:prstGeom xmlns:a="http://schemas.openxmlformats.org/drawingml/2006/main" prst="leftArrow">
            <a:avLst/>
          </a:prstGeom>
          <a:solidFill xmlns:a="http://schemas.openxmlformats.org/drawingml/2006/main">
            <a:srgbClr val="087E8B"/>
          </a:solidFill>
          <a:ln xmlns:a="http://schemas.openxmlformats.org/drawingml/2006/main" w="0">
            <a:noFill/>
          </a:ln>
        </p:spPr>
      </p:sp>
      <p:sp>
        <p:nvSpPr>
          <p:cNvPr id="15" name="text-14">
            <a:extLst xmlns:a="http://schemas.openxmlformats.org/drawingml/2006/main">
              <a:ext uri="{FF2B5EF4-FFF2-40B4-BE49-F238E27FC236}">
                <a16:creationId xmlns:a16="http://schemas.microsoft.com/office/drawing/2014/main" id="{0C0AD6B3-3393-4DF5-BDA5-CA1D0BD2B59A}"/>
              </a:ext>
            </a:extLst>
          </p:cNvPr>
          <p:cNvSpPr>
            <a:spLocks xmlns:a="http://schemas.openxmlformats.org/drawingml/2006/main" noGrp="1"/>
          </p:cNvSpPr>
          <p:nvPr/>
        </p:nvSpPr>
        <p:spPr>
          <a:xfrm xmlns:a="http://schemas.openxmlformats.org/drawingml/2006/main">
            <a:off x="5772150" y="3705225"/>
            <a:ext cx="133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725" b="1">
                <a:solidFill>
                  <a:srgbClr val="142B3F"/>
                </a:solidFill>
                <a:latin typeface="Arial"/>
                <a:ea typeface="Arial"/>
                <a:cs typeface="Arial"/>
              </a:defRPr>
            </a:pPr>
            <a:r>
              <a:rPr sz="1725" b="1">
                <a:solidFill>
                  <a:srgbClr val="142B3F"/>
                </a:solidFill>
                <a:latin typeface="Arial"/>
                <a:ea typeface="Arial"/>
                <a:cs typeface="Arial"/>
              </a:rPr>
              <a:t>H2D</a:t>
            </a:r>
          </a:p>
        </p:txBody>
      </p:sp>
      <p:sp>
        <p:nvSpPr>
          <p:cNvPr id="16" name="text-15">
            <a:extLst xmlns:a="http://schemas.openxmlformats.org/drawingml/2006/main">
              <a:ext uri="{FF2B5EF4-FFF2-40B4-BE49-F238E27FC236}">
                <a16:creationId xmlns:a16="http://schemas.microsoft.com/office/drawing/2014/main" id="{ED84359C-476E-4177-814C-64D56D6C6002}"/>
              </a:ext>
            </a:extLst>
          </p:cNvPr>
          <p:cNvSpPr>
            <a:spLocks xmlns:a="http://schemas.openxmlformats.org/drawingml/2006/main" noGrp="1"/>
          </p:cNvSpPr>
          <p:nvPr/>
        </p:nvSpPr>
        <p:spPr>
          <a:xfrm xmlns:a="http://schemas.openxmlformats.org/drawingml/2006/main">
            <a:off x="5772150" y="5219700"/>
            <a:ext cx="133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725" b="1">
                <a:solidFill>
                  <a:srgbClr val="142B3F"/>
                </a:solidFill>
                <a:latin typeface="Arial"/>
                <a:ea typeface="Arial"/>
                <a:cs typeface="Arial"/>
              </a:defRPr>
            </a:pPr>
            <a:r>
              <a:rPr sz="1725" b="1">
                <a:solidFill>
                  <a:srgbClr val="142B3F"/>
                </a:solidFill>
                <a:latin typeface="Arial"/>
                <a:ea typeface="Arial"/>
                <a:cs typeface="Arial"/>
              </a:rPr>
              <a:t>D2H</a:t>
            </a:r>
          </a:p>
        </p:txBody>
      </p:sp>
      <p:cxnSp>
        <p:nvCxnSpPr>
          <p:cNvPr id="35" name=""/>
          <p:cNvCxnSpPr>
            <a:stCxn xmlns:a="http://schemas.openxmlformats.org/drawingml/2006/main" id="10" idx="0"/>
            <a:endCxn xmlns:a="http://schemas.openxmlformats.org/drawingml/2006/main" id="7" idx="2"/>
          </p:cNvCxnSpPr>
          <p:nvPr/>
        </p:nvCxnSpPr>
        <p:spPr>
          <a:xfrm xmlns:a="http://schemas.openxmlformats.org/drawingml/2006/main" flipV="1">
            <a:off x="9144000" y="3190875"/>
            <a:ext cx="0" cy="847725"/>
          </a:xfrm>
          <a:prstGeom xmlns:a="http://schemas.openxmlformats.org/drawingml/2006/main" prst="straightConnector1">
            <a:avLst/>
          </a:prstGeom>
          <a:ln xmlns:a="http://schemas.openxmlformats.org/drawingml/2006/main" w="22860">
            <a:solidFill>
              <a:srgbClr val="087E8B"/>
            </a:solidFill>
            <a:headEnd type="triangle" w="med" len="med"/>
            <a:tailEnd type="triangle" w="med" len="med"/>
          </a:ln>
        </p:spPr>
      </p:cxnSp>
      <p:sp>
        <p:nvSpPr>
          <p:cNvPr id="18" name="text-16">
            <a:extLst xmlns:a="http://schemas.openxmlformats.org/drawingml/2006/main">
              <a:ext uri="{FF2B5EF4-FFF2-40B4-BE49-F238E27FC236}">
                <a16:creationId xmlns:a16="http://schemas.microsoft.com/office/drawing/2014/main" id="{8A0AFDEA-095B-447A-9C7A-024853E37579}"/>
              </a:ext>
            </a:extLst>
          </p:cNvPr>
          <p:cNvSpPr>
            <a:spLocks xmlns:a="http://schemas.openxmlformats.org/drawingml/2006/main" noGrp="1"/>
          </p:cNvSpPr>
          <p:nvPr/>
        </p:nvSpPr>
        <p:spPr>
          <a:xfrm xmlns:a="http://schemas.openxmlformats.org/drawingml/2006/main">
            <a:off x="571500" y="5715000"/>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087E8B"/>
                </a:solidFill>
                <a:latin typeface="Arial"/>
                <a:ea typeface="Arial"/>
                <a:cs typeface="Arial"/>
              </a:defRPr>
            </a:pPr>
            <a:r>
              <a:rPr sz="2100" b="1">
                <a:solidFill>
                  <a:srgbClr val="087E8B"/>
                </a:solidFill>
                <a:latin typeface="Arial"/>
                <a:ea typeface="Arial"/>
                <a:cs typeface="Arial"/>
              </a:rPr>
              <a:t>PCIe carries copies between RAM and GPU memory</a:t>
            </a:r>
          </a:p>
        </p:txBody>
      </p:sp>
    </p:spTree>
    <p:extLst>
      <p:ext uri="{BB962C8B-B14F-4D97-AF65-F5344CB8AC3E}">
        <p14:creationId xmlns:p14="http://schemas.microsoft.com/office/powerpoint/2010/main" val="225754115"/>
      </p:ext>
    </p:extLst>
  </p:cSld>
</p:sld>
</file>

<file path=ppt/slides/slide2.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64" name="text-17">
            <a:extLst xmlns:a="http://schemas.openxmlformats.org/drawingml/2006/main">
              <a:ext uri="{FF2B5EF4-FFF2-40B4-BE49-F238E27FC236}">
                <a16:creationId xmlns:a16="http://schemas.microsoft.com/office/drawing/2014/main" id="{14CA0A67-3666-452C-90ED-992715E5B4D0}"/>
              </a:ext>
            </a:extLst>
          </p:cNvPr>
          <p:cNvSpPr>
            <a:spLocks xmlns:a="http://schemas.openxmlformats.org/drawingml/2006/main" noGrp="1"/>
          </p:cNvSpPr>
          <p:nvPr/>
        </p:nvSpPr>
        <p:spPr>
          <a:xfrm xmlns:a="http://schemas.openxmlformats.org/drawingml/2006/main">
            <a:off x="571500" y="4572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B3F"/>
                </a:solidFill>
                <a:latin typeface="Arial"/>
                <a:ea typeface="Arial"/>
                <a:cs typeface="Arial"/>
              </a:defRPr>
            </a:pPr>
            <a:r>
              <a:rPr sz="3300" b="1">
                <a:solidFill>
                  <a:srgbClr val="142B3F"/>
                </a:solidFill>
                <a:latin typeface="Arial"/>
                <a:ea typeface="Arial"/>
                <a:cs typeface="Arial"/>
              </a:rPr>
              <a:t>One thread computes one output pixel</a:t>
            </a:r>
          </a:p>
        </p:txBody>
      </p:sp>
      <p:sp>
        <p:nvSpPr>
          <p:cNvPr id="2" name="text-18">
            <a:extLst xmlns:a="http://schemas.openxmlformats.org/drawingml/2006/main">
              <a:ext uri="{FF2B5EF4-FFF2-40B4-BE49-F238E27FC236}">
                <a16:creationId xmlns:a16="http://schemas.microsoft.com/office/drawing/2014/main" id="{AF4A8F57-1F9A-4519-A698-60D697D911B5}"/>
              </a:ext>
            </a:extLst>
          </p:cNvPr>
          <p:cNvSpPr>
            <a:spLocks xmlns:a="http://schemas.openxmlformats.org/drawingml/2006/main" noGrp="1"/>
          </p:cNvSpPr>
          <p:nvPr/>
        </p:nvSpPr>
        <p:spPr>
          <a:xfrm xmlns:a="http://schemas.openxmlformats.org/drawingml/2006/main">
            <a:off x="571500" y="6400800"/>
            <a:ext cx="1038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496274"/>
                </a:solidFill>
                <a:latin typeface="Arial"/>
                <a:ea typeface="Arial"/>
                <a:cs typeface="Arial"/>
              </a:defRPr>
            </a:pPr>
            <a:r>
              <a:rPr sz="1200" b="0">
                <a:solidFill>
                  <a:srgbClr val="496274"/>
                </a:solidFill>
                <a:latin typeface="Arial"/>
                <a:ea typeface="Arial"/>
                <a:cs typeface="Arial"/>
              </a:rPr>
              <a:t>Sources: [1] [4] [5]. Full references in appendix and companion PDF.</a:t>
            </a:r>
          </a:p>
        </p:txBody>
      </p:sp>
      <p:sp>
        <p:nvSpPr>
          <p:cNvPr id="3" name="text-19">
            <a:extLst xmlns:a="http://schemas.openxmlformats.org/drawingml/2006/main">
              <a:ext uri="{FF2B5EF4-FFF2-40B4-BE49-F238E27FC236}">
                <a16:creationId xmlns:a16="http://schemas.microsoft.com/office/drawing/2014/main" id="{E4AD47D9-E1C4-47B4-BB82-A59CE05F1D14}"/>
              </a:ext>
            </a:extLst>
          </p:cNvPr>
          <p:cNvSpPr>
            <a:spLocks xmlns:a="http://schemas.openxmlformats.org/drawingml/2006/main" noGrp="1"/>
          </p:cNvSpPr>
          <p:nvPr/>
        </p:nvSpPr>
        <p:spPr>
          <a:xfrm xmlns:a="http://schemas.openxmlformats.org/drawingml/2006/main">
            <a:off x="11144250" y="64008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496274"/>
                </a:solidFill>
                <a:latin typeface="Arial"/>
                <a:ea typeface="Arial"/>
                <a:cs typeface="Arial"/>
              </a:defRPr>
            </a:pPr>
            <a:r>
              <a:rPr sz="1200" b="0">
                <a:solidFill>
                  <a:srgbClr val="496274"/>
                </a:solidFill>
                <a:latin typeface="Arial"/>
                <a:ea typeface="Arial"/>
                <a:cs typeface="Arial"/>
              </a:rPr>
              <a:t>2</a:t>
            </a:r>
          </a:p>
        </p:txBody>
      </p:sp>
      <p:sp>
        <p:nvSpPr>
          <p:cNvPr id="4" name="text-20">
            <a:extLst xmlns:a="http://schemas.openxmlformats.org/drawingml/2006/main">
              <a:ext uri="{FF2B5EF4-FFF2-40B4-BE49-F238E27FC236}">
                <a16:creationId xmlns:a16="http://schemas.microsoft.com/office/drawing/2014/main" id="{ED6D905B-2FFC-4950-8015-DDD3B8F6F1E0}"/>
              </a:ext>
            </a:extLst>
          </p:cNvPr>
          <p:cNvSpPr>
            <a:spLocks xmlns:a="http://schemas.openxmlformats.org/drawingml/2006/main" noGrp="1"/>
          </p:cNvSpPr>
          <p:nvPr/>
        </p:nvSpPr>
        <p:spPr>
          <a:xfrm xmlns:a="http://schemas.openxmlformats.org/drawingml/2006/main">
            <a:off x="571500" y="1714500"/>
            <a:ext cx="4286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42B3F"/>
                </a:solidFill>
                <a:latin typeface="Arial"/>
                <a:ea typeface="Arial"/>
                <a:cs typeface="Arial"/>
              </a:defRPr>
            </a:pPr>
            <a:r>
              <a:rPr sz="2325" b="1">
                <a:solidFill>
                  <a:srgbClr val="142B3F"/>
                </a:solidFill>
                <a:latin typeface="Arial"/>
                <a:ea typeface="Arial"/>
                <a:cs typeface="Arial"/>
              </a:rPr>
              <a:t>Brightness</a:t>
            </a:r>
          </a:p>
        </p:txBody>
      </p:sp>
      <p:sp>
        <p:nvSpPr>
          <p:cNvPr id="5" name="text-21">
            <a:extLst xmlns:a="http://schemas.openxmlformats.org/drawingml/2006/main">
              <a:ext uri="{FF2B5EF4-FFF2-40B4-BE49-F238E27FC236}">
                <a16:creationId xmlns:a16="http://schemas.microsoft.com/office/drawing/2014/main" id="{6CC196EA-E6FA-4D02-A372-F21378B39481}"/>
              </a:ext>
            </a:extLst>
          </p:cNvPr>
          <p:cNvSpPr>
            <a:spLocks xmlns:a="http://schemas.openxmlformats.org/drawingml/2006/main" noGrp="1"/>
          </p:cNvSpPr>
          <p:nvPr/>
        </p:nvSpPr>
        <p:spPr>
          <a:xfrm xmlns:a="http://schemas.openxmlformats.org/drawingml/2006/main">
            <a:off x="571500" y="2209800"/>
            <a:ext cx="4476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42B3F"/>
                </a:solidFill>
                <a:latin typeface="Arial"/>
                <a:ea typeface="Arial"/>
                <a:cs typeface="Arial"/>
              </a:defRPr>
            </a:pPr>
            <a:r>
              <a:rPr sz="2100" b="0">
                <a:solidFill>
                  <a:srgbClr val="142B3F"/>
                </a:solidFill>
                <a:latin typeface="Arial"/>
                <a:ea typeface="Arial"/>
                <a:cs typeface="Arial"/>
              </a:rPr>
              <a:t>Same independent operation</a:t>
            </a:r>
          </a:p>
          <a:p xmlns:a="http://schemas.openxmlformats.org/drawingml/2006/main">
            <a:pPr algn="l">
              <a:defRPr sz="2100" b="0">
                <a:solidFill>
                  <a:srgbClr val="142B3F"/>
                </a:solidFill>
                <a:latin typeface="Arial"/>
                <a:ea typeface="Arial"/>
                <a:cs typeface="Arial"/>
              </a:defRPr>
            </a:pPr>
            <a:r>
              <a:rPr sz="2100" b="0">
                <a:solidFill>
                  <a:srgbClr val="142B3F"/>
                </a:solidFill>
                <a:latin typeface="Arial"/>
                <a:ea typeface="Arial"/>
                <a:cs typeface="Arial"/>
              </a:rPr>
              <a:t>on every pixel</a:t>
            </a:r>
          </a:p>
        </p:txBody>
      </p:sp>
      <p:sp>
        <p:nvSpPr>
          <p:cNvPr id="6" name="text-22">
            <a:extLst xmlns:a="http://schemas.openxmlformats.org/drawingml/2006/main">
              <a:ext uri="{FF2B5EF4-FFF2-40B4-BE49-F238E27FC236}">
                <a16:creationId xmlns:a16="http://schemas.microsoft.com/office/drawing/2014/main" id="{BEEB3BBF-9A9C-4080-A92E-16C3DF3441CF}"/>
              </a:ext>
            </a:extLst>
          </p:cNvPr>
          <p:cNvSpPr>
            <a:spLocks xmlns:a="http://schemas.openxmlformats.org/drawingml/2006/main" noGrp="1"/>
          </p:cNvSpPr>
          <p:nvPr/>
        </p:nvSpPr>
        <p:spPr>
          <a:xfrm xmlns:a="http://schemas.openxmlformats.org/drawingml/2006/main">
            <a:off x="571500" y="3171825"/>
            <a:ext cx="4667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087E8B"/>
                </a:solidFill>
                <a:latin typeface="Arial"/>
                <a:ea typeface="Arial"/>
                <a:cs typeface="Arial"/>
              </a:defRPr>
            </a:pPr>
            <a:r>
              <a:rPr sz="1875" b="0">
                <a:solidFill>
                  <a:srgbClr val="087E8B"/>
                </a:solidFill>
                <a:latin typeface="Arial"/>
                <a:ea typeface="Arial"/>
                <a:cs typeface="Arial"/>
              </a:rPr>
              <a:t>out = clamp(in + value, 0, 255)</a:t>
            </a:r>
          </a:p>
        </p:txBody>
      </p:sp>
      <p:sp>
        <p:nvSpPr>
          <p:cNvPr id="7" name="text-23">
            <a:extLst xmlns:a="http://schemas.openxmlformats.org/drawingml/2006/main">
              <a:ext uri="{FF2B5EF4-FFF2-40B4-BE49-F238E27FC236}">
                <a16:creationId xmlns:a16="http://schemas.microsoft.com/office/drawing/2014/main" id="{482F6645-EF70-4632-9D6F-178DBF907EF5}"/>
              </a:ext>
            </a:extLst>
          </p:cNvPr>
          <p:cNvSpPr>
            <a:spLocks xmlns:a="http://schemas.openxmlformats.org/drawingml/2006/main" noGrp="1"/>
          </p:cNvSpPr>
          <p:nvPr/>
        </p:nvSpPr>
        <p:spPr>
          <a:xfrm xmlns:a="http://schemas.openxmlformats.org/drawingml/2006/main">
            <a:off x="571500" y="4171950"/>
            <a:ext cx="4286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42B3F"/>
                </a:solidFill>
                <a:latin typeface="Arial"/>
                <a:ea typeface="Arial"/>
                <a:cs typeface="Arial"/>
              </a:defRPr>
            </a:pPr>
            <a:r>
              <a:rPr sz="2325" b="1">
                <a:solidFill>
                  <a:srgbClr val="142B3F"/>
                </a:solidFill>
                <a:latin typeface="Arial"/>
                <a:ea typeface="Arial"/>
                <a:cs typeface="Arial"/>
              </a:rPr>
              <a:t>Rotation</a:t>
            </a:r>
          </a:p>
        </p:txBody>
      </p:sp>
      <p:sp>
        <p:nvSpPr>
          <p:cNvPr id="8" name="text-24">
            <a:extLst xmlns:a="http://schemas.openxmlformats.org/drawingml/2006/main">
              <a:ext uri="{FF2B5EF4-FFF2-40B4-BE49-F238E27FC236}">
                <a16:creationId xmlns:a16="http://schemas.microsoft.com/office/drawing/2014/main" id="{52C8D0FE-7FAC-4359-BB47-7BD117202151}"/>
              </a:ext>
            </a:extLst>
          </p:cNvPr>
          <p:cNvSpPr>
            <a:spLocks xmlns:a="http://schemas.openxmlformats.org/drawingml/2006/main" noGrp="1"/>
          </p:cNvSpPr>
          <p:nvPr/>
        </p:nvSpPr>
        <p:spPr>
          <a:xfrm xmlns:a="http://schemas.openxmlformats.org/drawingml/2006/main">
            <a:off x="571500" y="4676775"/>
            <a:ext cx="4667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42B3F"/>
                </a:solidFill>
                <a:latin typeface="Arial"/>
                <a:ea typeface="Arial"/>
                <a:cs typeface="Arial"/>
              </a:defRPr>
            </a:pPr>
            <a:r>
              <a:rPr sz="2100" b="0">
                <a:solidFill>
                  <a:srgbClr val="142B3F"/>
                </a:solidFill>
                <a:latin typeface="Arial"/>
                <a:ea typeface="Arial"/>
                <a:cs typeface="Arial"/>
              </a:rPr>
              <a:t>Each output pixel independently</a:t>
            </a:r>
          </a:p>
          <a:p xmlns:a="http://schemas.openxmlformats.org/drawingml/2006/main">
            <a:pPr algn="l">
              <a:defRPr sz="2100" b="0">
                <a:solidFill>
                  <a:srgbClr val="142B3F"/>
                </a:solidFill>
                <a:latin typeface="Arial"/>
                <a:ea typeface="Arial"/>
                <a:cs typeface="Arial"/>
              </a:defRPr>
            </a:pPr>
            <a:r>
              <a:rPr sz="2100" b="0">
                <a:solidFill>
                  <a:srgbClr val="142B3F"/>
                </a:solidFill>
                <a:latin typeface="Arial"/>
                <a:ea typeface="Arial"/>
                <a:cs typeface="Arial"/>
              </a:rPr>
              <a:t>finds and samples its source</a:t>
            </a:r>
          </a:p>
        </p:txBody>
      </p:sp>
      <p:sp>
        <p:nvSpPr>
          <p:cNvPr id="9" name="text-25">
            <a:extLst xmlns:a="http://schemas.openxmlformats.org/drawingml/2006/main">
              <a:ext uri="{FF2B5EF4-FFF2-40B4-BE49-F238E27FC236}">
                <a16:creationId xmlns:a16="http://schemas.microsoft.com/office/drawing/2014/main" id="{990A5D61-B0D0-4FE4-BF30-9F9CB063BA53}"/>
              </a:ext>
            </a:extLst>
          </p:cNvPr>
          <p:cNvSpPr>
            <a:spLocks xmlns:a="http://schemas.openxmlformats.org/drawingml/2006/main" noGrp="1"/>
          </p:cNvSpPr>
          <p:nvPr/>
        </p:nvSpPr>
        <p:spPr>
          <a:xfrm xmlns:a="http://schemas.openxmlformats.org/drawingml/2006/main">
            <a:off x="5667375" y="1762125"/>
            <a:ext cx="200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42B3F"/>
                </a:solidFill>
                <a:latin typeface="Arial"/>
                <a:ea typeface="Arial"/>
                <a:cs typeface="Arial"/>
              </a:defRPr>
            </a:pPr>
            <a:r>
              <a:rPr sz="1800" b="1">
                <a:solidFill>
                  <a:srgbClr val="142B3F"/>
                </a:solidFill>
                <a:latin typeface="Arial"/>
                <a:ea typeface="Arial"/>
                <a:cs typeface="Arial"/>
              </a:rPr>
              <a:t>Input pixels</a:t>
            </a:r>
          </a:p>
        </p:txBody>
      </p:sp>
      <p:sp>
        <p:nvSpPr>
          <p:cNvPr id="10" name="text-26">
            <a:extLst xmlns:a="http://schemas.openxmlformats.org/drawingml/2006/main">
              <a:ext uri="{FF2B5EF4-FFF2-40B4-BE49-F238E27FC236}">
                <a16:creationId xmlns:a16="http://schemas.microsoft.com/office/drawing/2014/main" id="{13232E73-858E-42D6-AD91-980B2E27EFF0}"/>
              </a:ext>
            </a:extLst>
          </p:cNvPr>
          <p:cNvSpPr>
            <a:spLocks xmlns:a="http://schemas.openxmlformats.org/drawingml/2006/main" noGrp="1"/>
          </p:cNvSpPr>
          <p:nvPr/>
        </p:nvSpPr>
        <p:spPr>
          <a:xfrm xmlns:a="http://schemas.openxmlformats.org/drawingml/2006/main">
            <a:off x="8467725" y="17621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42B3F"/>
                </a:solidFill>
                <a:latin typeface="Arial"/>
                <a:ea typeface="Arial"/>
                <a:cs typeface="Arial"/>
              </a:defRPr>
            </a:pPr>
            <a:r>
              <a:rPr sz="1800" b="1">
                <a:solidFill>
                  <a:srgbClr val="142B3F"/>
                </a:solidFill>
                <a:latin typeface="Arial"/>
                <a:ea typeface="Arial"/>
                <a:cs typeface="Arial"/>
              </a:rPr>
              <a:t>90° counterclockwise</a:t>
            </a:r>
          </a:p>
        </p:txBody>
      </p:sp>
      <p:sp>
        <p:nvSpPr>
          <p:cNvPr id="11" name="diagram-27">
            <a:extLst xmlns:a="http://schemas.openxmlformats.org/drawingml/2006/main">
              <a:ext uri="{FF2B5EF4-FFF2-40B4-BE49-F238E27FC236}">
                <a16:creationId xmlns:a16="http://schemas.microsoft.com/office/drawing/2014/main" id="{1B680798-6C9B-42C9-964A-8EC31E05FA0B}"/>
              </a:ext>
            </a:extLst>
          </p:cNvPr>
          <p:cNvSpPr>
            <a:spLocks xmlns:a="http://schemas.openxmlformats.org/drawingml/2006/main" noGrp="1"/>
          </p:cNvSpPr>
          <p:nvPr/>
        </p:nvSpPr>
        <p:spPr>
          <a:xfrm xmlns:a="http://schemas.openxmlformats.org/drawingml/2006/main">
            <a:off x="5667375" y="2600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2" name="diagram-28">
            <a:extLst xmlns:a="http://schemas.openxmlformats.org/drawingml/2006/main">
              <a:ext uri="{FF2B5EF4-FFF2-40B4-BE49-F238E27FC236}">
                <a16:creationId xmlns:a16="http://schemas.microsoft.com/office/drawing/2014/main" id="{9AD68998-6E6D-449E-AA06-3CA0946CDC08}"/>
              </a:ext>
            </a:extLst>
          </p:cNvPr>
          <p:cNvSpPr>
            <a:spLocks xmlns:a="http://schemas.openxmlformats.org/drawingml/2006/main" noGrp="1"/>
          </p:cNvSpPr>
          <p:nvPr/>
        </p:nvSpPr>
        <p:spPr>
          <a:xfrm xmlns:a="http://schemas.openxmlformats.org/drawingml/2006/main">
            <a:off x="6048375" y="2600325"/>
            <a:ext cx="381000" cy="381000"/>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13" name="diagram-29">
            <a:extLst xmlns:a="http://schemas.openxmlformats.org/drawingml/2006/main">
              <a:ext uri="{FF2B5EF4-FFF2-40B4-BE49-F238E27FC236}">
                <a16:creationId xmlns:a16="http://schemas.microsoft.com/office/drawing/2014/main" id="{484ED3AC-00A5-454C-B34F-4347CAB1F8E5}"/>
              </a:ext>
            </a:extLst>
          </p:cNvPr>
          <p:cNvSpPr>
            <a:spLocks xmlns:a="http://schemas.openxmlformats.org/drawingml/2006/main" noGrp="1"/>
          </p:cNvSpPr>
          <p:nvPr/>
        </p:nvSpPr>
        <p:spPr>
          <a:xfrm xmlns:a="http://schemas.openxmlformats.org/drawingml/2006/main">
            <a:off x="6429375" y="2600325"/>
            <a:ext cx="381000" cy="381000"/>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14" name="diagram-30">
            <a:extLst xmlns:a="http://schemas.openxmlformats.org/drawingml/2006/main">
              <a:ext uri="{FF2B5EF4-FFF2-40B4-BE49-F238E27FC236}">
                <a16:creationId xmlns:a16="http://schemas.microsoft.com/office/drawing/2014/main" id="{015F4AC8-D11A-4B03-A4CE-61E8519CCE82}"/>
              </a:ext>
            </a:extLst>
          </p:cNvPr>
          <p:cNvSpPr>
            <a:spLocks xmlns:a="http://schemas.openxmlformats.org/drawingml/2006/main" noGrp="1"/>
          </p:cNvSpPr>
          <p:nvPr/>
        </p:nvSpPr>
        <p:spPr>
          <a:xfrm xmlns:a="http://schemas.openxmlformats.org/drawingml/2006/main">
            <a:off x="6810375" y="2600325"/>
            <a:ext cx="381000" cy="381000"/>
          </a:xfrm>
          <a:prstGeom xmlns:a="http://schemas.openxmlformats.org/drawingml/2006/main" prst="rect">
            <a:avLst/>
          </a:prstGeom>
          <a:solidFill xmlns:a="http://schemas.openxmlformats.org/drawingml/2006/main">
            <a:srgbClr val="F5AE46"/>
          </a:solidFill>
          <a:ln xmlns:a="http://schemas.openxmlformats.org/drawingml/2006/main" w="28575">
            <a:solidFill>
              <a:srgbClr val="8BA7B4"/>
            </a:solidFill>
          </a:ln>
        </p:spPr>
      </p:sp>
      <p:sp>
        <p:nvSpPr>
          <p:cNvPr id="15" name="diagram-31">
            <a:extLst xmlns:a="http://schemas.openxmlformats.org/drawingml/2006/main">
              <a:ext uri="{FF2B5EF4-FFF2-40B4-BE49-F238E27FC236}">
                <a16:creationId xmlns:a16="http://schemas.microsoft.com/office/drawing/2014/main" id="{6A68464A-D26E-4A51-B3DB-0B88B91808D9}"/>
              </a:ext>
            </a:extLst>
          </p:cNvPr>
          <p:cNvSpPr>
            <a:spLocks xmlns:a="http://schemas.openxmlformats.org/drawingml/2006/main" noGrp="1"/>
          </p:cNvSpPr>
          <p:nvPr/>
        </p:nvSpPr>
        <p:spPr>
          <a:xfrm xmlns:a="http://schemas.openxmlformats.org/drawingml/2006/main">
            <a:off x="7191375" y="2600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6" name="diagram-32">
            <a:extLst xmlns:a="http://schemas.openxmlformats.org/drawingml/2006/main">
              <a:ext uri="{FF2B5EF4-FFF2-40B4-BE49-F238E27FC236}">
                <a16:creationId xmlns:a16="http://schemas.microsoft.com/office/drawing/2014/main" id="{C020F307-5D1D-46C1-8973-463F6D11CCB2}"/>
              </a:ext>
            </a:extLst>
          </p:cNvPr>
          <p:cNvSpPr>
            <a:spLocks xmlns:a="http://schemas.openxmlformats.org/drawingml/2006/main" noGrp="1"/>
          </p:cNvSpPr>
          <p:nvPr/>
        </p:nvSpPr>
        <p:spPr>
          <a:xfrm xmlns:a="http://schemas.openxmlformats.org/drawingml/2006/main">
            <a:off x="5667375" y="2981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7" name="diagram-33">
            <a:extLst xmlns:a="http://schemas.openxmlformats.org/drawingml/2006/main">
              <a:ext uri="{FF2B5EF4-FFF2-40B4-BE49-F238E27FC236}">
                <a16:creationId xmlns:a16="http://schemas.microsoft.com/office/drawing/2014/main" id="{5C2EB877-D303-4D42-B198-1B1B53A874FD}"/>
              </a:ext>
            </a:extLst>
          </p:cNvPr>
          <p:cNvSpPr>
            <a:spLocks xmlns:a="http://schemas.openxmlformats.org/drawingml/2006/main" noGrp="1"/>
          </p:cNvSpPr>
          <p:nvPr/>
        </p:nvSpPr>
        <p:spPr>
          <a:xfrm xmlns:a="http://schemas.openxmlformats.org/drawingml/2006/main">
            <a:off x="6048375" y="2981325"/>
            <a:ext cx="381000" cy="381000"/>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18" name="diagram-34">
            <a:extLst xmlns:a="http://schemas.openxmlformats.org/drawingml/2006/main">
              <a:ext uri="{FF2B5EF4-FFF2-40B4-BE49-F238E27FC236}">
                <a16:creationId xmlns:a16="http://schemas.microsoft.com/office/drawing/2014/main" id="{7E90C15C-2098-48E4-BBBE-759731BEBD79}"/>
              </a:ext>
            </a:extLst>
          </p:cNvPr>
          <p:cNvSpPr>
            <a:spLocks xmlns:a="http://schemas.openxmlformats.org/drawingml/2006/main" noGrp="1"/>
          </p:cNvSpPr>
          <p:nvPr/>
        </p:nvSpPr>
        <p:spPr>
          <a:xfrm xmlns:a="http://schemas.openxmlformats.org/drawingml/2006/main">
            <a:off x="6429375" y="2981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9" name="diagram-35">
            <a:extLst xmlns:a="http://schemas.openxmlformats.org/drawingml/2006/main">
              <a:ext uri="{FF2B5EF4-FFF2-40B4-BE49-F238E27FC236}">
                <a16:creationId xmlns:a16="http://schemas.microsoft.com/office/drawing/2014/main" id="{6282C1B6-CB57-43CF-AD91-001FA105533D}"/>
              </a:ext>
            </a:extLst>
          </p:cNvPr>
          <p:cNvSpPr>
            <a:spLocks xmlns:a="http://schemas.openxmlformats.org/drawingml/2006/main" noGrp="1"/>
          </p:cNvSpPr>
          <p:nvPr/>
        </p:nvSpPr>
        <p:spPr>
          <a:xfrm xmlns:a="http://schemas.openxmlformats.org/drawingml/2006/main">
            <a:off x="6810375" y="2981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0" name="diagram-36">
            <a:extLst xmlns:a="http://schemas.openxmlformats.org/drawingml/2006/main">
              <a:ext uri="{FF2B5EF4-FFF2-40B4-BE49-F238E27FC236}">
                <a16:creationId xmlns:a16="http://schemas.microsoft.com/office/drawing/2014/main" id="{B3BB5753-401B-455D-B6C8-0554A485DB90}"/>
              </a:ext>
            </a:extLst>
          </p:cNvPr>
          <p:cNvSpPr>
            <a:spLocks xmlns:a="http://schemas.openxmlformats.org/drawingml/2006/main" noGrp="1"/>
          </p:cNvSpPr>
          <p:nvPr/>
        </p:nvSpPr>
        <p:spPr>
          <a:xfrm xmlns:a="http://schemas.openxmlformats.org/drawingml/2006/main">
            <a:off x="7191375" y="2981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1" name="diagram-37">
            <a:extLst xmlns:a="http://schemas.openxmlformats.org/drawingml/2006/main">
              <a:ext uri="{FF2B5EF4-FFF2-40B4-BE49-F238E27FC236}">
                <a16:creationId xmlns:a16="http://schemas.microsoft.com/office/drawing/2014/main" id="{90C707BB-5F58-46B0-9160-826FC3086D6E}"/>
              </a:ext>
            </a:extLst>
          </p:cNvPr>
          <p:cNvSpPr>
            <a:spLocks xmlns:a="http://schemas.openxmlformats.org/drawingml/2006/main" noGrp="1"/>
          </p:cNvSpPr>
          <p:nvPr/>
        </p:nvSpPr>
        <p:spPr>
          <a:xfrm xmlns:a="http://schemas.openxmlformats.org/drawingml/2006/main">
            <a:off x="5667375" y="3362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2" name="diagram-38">
            <a:extLst xmlns:a="http://schemas.openxmlformats.org/drawingml/2006/main">
              <a:ext uri="{FF2B5EF4-FFF2-40B4-BE49-F238E27FC236}">
                <a16:creationId xmlns:a16="http://schemas.microsoft.com/office/drawing/2014/main" id="{37A6012F-B06A-42FF-9118-C916601F6A09}"/>
              </a:ext>
            </a:extLst>
          </p:cNvPr>
          <p:cNvSpPr>
            <a:spLocks xmlns:a="http://schemas.openxmlformats.org/drawingml/2006/main" noGrp="1"/>
          </p:cNvSpPr>
          <p:nvPr/>
        </p:nvSpPr>
        <p:spPr>
          <a:xfrm xmlns:a="http://schemas.openxmlformats.org/drawingml/2006/main">
            <a:off x="6048375" y="3362325"/>
            <a:ext cx="381000" cy="381000"/>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23" name="diagram-39">
            <a:extLst xmlns:a="http://schemas.openxmlformats.org/drawingml/2006/main">
              <a:ext uri="{FF2B5EF4-FFF2-40B4-BE49-F238E27FC236}">
                <a16:creationId xmlns:a16="http://schemas.microsoft.com/office/drawing/2014/main" id="{FA352146-985E-44B9-A398-8CEDDE071716}"/>
              </a:ext>
            </a:extLst>
          </p:cNvPr>
          <p:cNvSpPr>
            <a:spLocks xmlns:a="http://schemas.openxmlformats.org/drawingml/2006/main" noGrp="1"/>
          </p:cNvSpPr>
          <p:nvPr/>
        </p:nvSpPr>
        <p:spPr>
          <a:xfrm xmlns:a="http://schemas.openxmlformats.org/drawingml/2006/main">
            <a:off x="6429375" y="3362325"/>
            <a:ext cx="381000" cy="381000"/>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24" name="diagram-40">
            <a:extLst xmlns:a="http://schemas.openxmlformats.org/drawingml/2006/main">
              <a:ext uri="{FF2B5EF4-FFF2-40B4-BE49-F238E27FC236}">
                <a16:creationId xmlns:a16="http://schemas.microsoft.com/office/drawing/2014/main" id="{29605494-7305-4122-B30F-46CDCCD781AC}"/>
              </a:ext>
            </a:extLst>
          </p:cNvPr>
          <p:cNvSpPr>
            <a:spLocks xmlns:a="http://schemas.openxmlformats.org/drawingml/2006/main" noGrp="1"/>
          </p:cNvSpPr>
          <p:nvPr/>
        </p:nvSpPr>
        <p:spPr>
          <a:xfrm xmlns:a="http://schemas.openxmlformats.org/drawingml/2006/main">
            <a:off x="6810375" y="3362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5" name="diagram-41">
            <a:extLst xmlns:a="http://schemas.openxmlformats.org/drawingml/2006/main">
              <a:ext uri="{FF2B5EF4-FFF2-40B4-BE49-F238E27FC236}">
                <a16:creationId xmlns:a16="http://schemas.microsoft.com/office/drawing/2014/main" id="{A0B5DBC1-0103-4BAB-AE87-480073ACB4EE}"/>
              </a:ext>
            </a:extLst>
          </p:cNvPr>
          <p:cNvSpPr>
            <a:spLocks xmlns:a="http://schemas.openxmlformats.org/drawingml/2006/main" noGrp="1"/>
          </p:cNvSpPr>
          <p:nvPr/>
        </p:nvSpPr>
        <p:spPr>
          <a:xfrm xmlns:a="http://schemas.openxmlformats.org/drawingml/2006/main">
            <a:off x="7191375" y="3362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6" name="diagram-42">
            <a:extLst xmlns:a="http://schemas.openxmlformats.org/drawingml/2006/main">
              <a:ext uri="{FF2B5EF4-FFF2-40B4-BE49-F238E27FC236}">
                <a16:creationId xmlns:a16="http://schemas.microsoft.com/office/drawing/2014/main" id="{A6D9965D-DAA6-4EB5-8DEE-EA8549BF994A}"/>
              </a:ext>
            </a:extLst>
          </p:cNvPr>
          <p:cNvSpPr>
            <a:spLocks xmlns:a="http://schemas.openxmlformats.org/drawingml/2006/main" noGrp="1"/>
          </p:cNvSpPr>
          <p:nvPr/>
        </p:nvSpPr>
        <p:spPr>
          <a:xfrm xmlns:a="http://schemas.openxmlformats.org/drawingml/2006/main">
            <a:off x="5667375" y="3743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7" name="diagram-43">
            <a:extLst xmlns:a="http://schemas.openxmlformats.org/drawingml/2006/main">
              <a:ext uri="{FF2B5EF4-FFF2-40B4-BE49-F238E27FC236}">
                <a16:creationId xmlns:a16="http://schemas.microsoft.com/office/drawing/2014/main" id="{4C2B4CE3-5A2F-43D9-8F67-5948D1415FA3}"/>
              </a:ext>
            </a:extLst>
          </p:cNvPr>
          <p:cNvSpPr>
            <a:spLocks xmlns:a="http://schemas.openxmlformats.org/drawingml/2006/main" noGrp="1"/>
          </p:cNvSpPr>
          <p:nvPr/>
        </p:nvSpPr>
        <p:spPr>
          <a:xfrm xmlns:a="http://schemas.openxmlformats.org/drawingml/2006/main">
            <a:off x="6048375" y="3743325"/>
            <a:ext cx="381000" cy="381000"/>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28" name="diagram-44">
            <a:extLst xmlns:a="http://schemas.openxmlformats.org/drawingml/2006/main">
              <a:ext uri="{FF2B5EF4-FFF2-40B4-BE49-F238E27FC236}">
                <a16:creationId xmlns:a16="http://schemas.microsoft.com/office/drawing/2014/main" id="{ED1065A5-6B07-414B-9EFE-28274F57EB16}"/>
              </a:ext>
            </a:extLst>
          </p:cNvPr>
          <p:cNvSpPr>
            <a:spLocks xmlns:a="http://schemas.openxmlformats.org/drawingml/2006/main" noGrp="1"/>
          </p:cNvSpPr>
          <p:nvPr/>
        </p:nvSpPr>
        <p:spPr>
          <a:xfrm xmlns:a="http://schemas.openxmlformats.org/drawingml/2006/main">
            <a:off x="6429375" y="3743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9" name="diagram-45">
            <a:extLst xmlns:a="http://schemas.openxmlformats.org/drawingml/2006/main">
              <a:ext uri="{FF2B5EF4-FFF2-40B4-BE49-F238E27FC236}">
                <a16:creationId xmlns:a16="http://schemas.microsoft.com/office/drawing/2014/main" id="{F6CBD09D-B836-4576-AC70-661C89981FAF}"/>
              </a:ext>
            </a:extLst>
          </p:cNvPr>
          <p:cNvSpPr>
            <a:spLocks xmlns:a="http://schemas.openxmlformats.org/drawingml/2006/main" noGrp="1"/>
          </p:cNvSpPr>
          <p:nvPr/>
        </p:nvSpPr>
        <p:spPr>
          <a:xfrm xmlns:a="http://schemas.openxmlformats.org/drawingml/2006/main">
            <a:off x="6810375" y="3743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0" name="diagram-46">
            <a:extLst xmlns:a="http://schemas.openxmlformats.org/drawingml/2006/main">
              <a:ext uri="{FF2B5EF4-FFF2-40B4-BE49-F238E27FC236}">
                <a16:creationId xmlns:a16="http://schemas.microsoft.com/office/drawing/2014/main" id="{8A172EA8-BE3B-4813-985C-EF0014894369}"/>
              </a:ext>
            </a:extLst>
          </p:cNvPr>
          <p:cNvSpPr>
            <a:spLocks xmlns:a="http://schemas.openxmlformats.org/drawingml/2006/main" noGrp="1"/>
          </p:cNvSpPr>
          <p:nvPr/>
        </p:nvSpPr>
        <p:spPr>
          <a:xfrm xmlns:a="http://schemas.openxmlformats.org/drawingml/2006/main">
            <a:off x="7191375" y="3743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1" name="diagram-47">
            <a:extLst xmlns:a="http://schemas.openxmlformats.org/drawingml/2006/main">
              <a:ext uri="{FF2B5EF4-FFF2-40B4-BE49-F238E27FC236}">
                <a16:creationId xmlns:a16="http://schemas.microsoft.com/office/drawing/2014/main" id="{93BFB6E0-4333-44EA-AE07-AAE38C291C45}"/>
              </a:ext>
            </a:extLst>
          </p:cNvPr>
          <p:cNvSpPr>
            <a:spLocks xmlns:a="http://schemas.openxmlformats.org/drawingml/2006/main" noGrp="1"/>
          </p:cNvSpPr>
          <p:nvPr/>
        </p:nvSpPr>
        <p:spPr>
          <a:xfrm xmlns:a="http://schemas.openxmlformats.org/drawingml/2006/main">
            <a:off x="5667375" y="4124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2" name="diagram-48">
            <a:extLst xmlns:a="http://schemas.openxmlformats.org/drawingml/2006/main">
              <a:ext uri="{FF2B5EF4-FFF2-40B4-BE49-F238E27FC236}">
                <a16:creationId xmlns:a16="http://schemas.microsoft.com/office/drawing/2014/main" id="{D2EB64F8-ACD2-4C07-B51D-2AB10C5063D9}"/>
              </a:ext>
            </a:extLst>
          </p:cNvPr>
          <p:cNvSpPr>
            <a:spLocks xmlns:a="http://schemas.openxmlformats.org/drawingml/2006/main" noGrp="1"/>
          </p:cNvSpPr>
          <p:nvPr/>
        </p:nvSpPr>
        <p:spPr>
          <a:xfrm xmlns:a="http://schemas.openxmlformats.org/drawingml/2006/main">
            <a:off x="6048375" y="4124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3" name="diagram-49">
            <a:extLst xmlns:a="http://schemas.openxmlformats.org/drawingml/2006/main">
              <a:ext uri="{FF2B5EF4-FFF2-40B4-BE49-F238E27FC236}">
                <a16:creationId xmlns:a16="http://schemas.microsoft.com/office/drawing/2014/main" id="{F5990E57-C8EF-499C-946A-5B65494566D7}"/>
              </a:ext>
            </a:extLst>
          </p:cNvPr>
          <p:cNvSpPr>
            <a:spLocks xmlns:a="http://schemas.openxmlformats.org/drawingml/2006/main" noGrp="1"/>
          </p:cNvSpPr>
          <p:nvPr/>
        </p:nvSpPr>
        <p:spPr>
          <a:xfrm xmlns:a="http://schemas.openxmlformats.org/drawingml/2006/main">
            <a:off x="6429375" y="4124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4" name="diagram-50">
            <a:extLst xmlns:a="http://schemas.openxmlformats.org/drawingml/2006/main">
              <a:ext uri="{FF2B5EF4-FFF2-40B4-BE49-F238E27FC236}">
                <a16:creationId xmlns:a16="http://schemas.microsoft.com/office/drawing/2014/main" id="{49400B1F-526D-4251-A4BB-EF6FE18CCE14}"/>
              </a:ext>
            </a:extLst>
          </p:cNvPr>
          <p:cNvSpPr>
            <a:spLocks xmlns:a="http://schemas.openxmlformats.org/drawingml/2006/main" noGrp="1"/>
          </p:cNvSpPr>
          <p:nvPr/>
        </p:nvSpPr>
        <p:spPr>
          <a:xfrm xmlns:a="http://schemas.openxmlformats.org/drawingml/2006/main">
            <a:off x="6810375" y="4124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5" name="diagram-51">
            <a:extLst xmlns:a="http://schemas.openxmlformats.org/drawingml/2006/main">
              <a:ext uri="{FF2B5EF4-FFF2-40B4-BE49-F238E27FC236}">
                <a16:creationId xmlns:a16="http://schemas.microsoft.com/office/drawing/2014/main" id="{EBF1E7D7-7C05-4623-A37B-EBA17FA72994}"/>
              </a:ext>
            </a:extLst>
          </p:cNvPr>
          <p:cNvSpPr>
            <a:spLocks xmlns:a="http://schemas.openxmlformats.org/drawingml/2006/main" noGrp="1"/>
          </p:cNvSpPr>
          <p:nvPr/>
        </p:nvSpPr>
        <p:spPr>
          <a:xfrm xmlns:a="http://schemas.openxmlformats.org/drawingml/2006/main">
            <a:off x="7191375" y="4124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6" name="diagram-52">
            <a:extLst xmlns:a="http://schemas.openxmlformats.org/drawingml/2006/main">
              <a:ext uri="{FF2B5EF4-FFF2-40B4-BE49-F238E27FC236}">
                <a16:creationId xmlns:a16="http://schemas.microsoft.com/office/drawing/2014/main" id="{E8DBBA2B-C287-4737-A88C-70AD379888FC}"/>
              </a:ext>
            </a:extLst>
          </p:cNvPr>
          <p:cNvSpPr>
            <a:spLocks xmlns:a="http://schemas.openxmlformats.org/drawingml/2006/main" noGrp="1"/>
          </p:cNvSpPr>
          <p:nvPr/>
        </p:nvSpPr>
        <p:spPr>
          <a:xfrm xmlns:a="http://schemas.openxmlformats.org/drawingml/2006/main">
            <a:off x="8572500" y="2600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7" name="diagram-53">
            <a:extLst xmlns:a="http://schemas.openxmlformats.org/drawingml/2006/main">
              <a:ext uri="{FF2B5EF4-FFF2-40B4-BE49-F238E27FC236}">
                <a16:creationId xmlns:a16="http://schemas.microsoft.com/office/drawing/2014/main" id="{80105A92-6A29-400D-A617-27463E5341BB}"/>
              </a:ext>
            </a:extLst>
          </p:cNvPr>
          <p:cNvSpPr>
            <a:spLocks xmlns:a="http://schemas.openxmlformats.org/drawingml/2006/main" noGrp="1"/>
          </p:cNvSpPr>
          <p:nvPr/>
        </p:nvSpPr>
        <p:spPr>
          <a:xfrm xmlns:a="http://schemas.openxmlformats.org/drawingml/2006/main">
            <a:off x="8953500" y="2600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8" name="diagram-54">
            <a:extLst xmlns:a="http://schemas.openxmlformats.org/drawingml/2006/main">
              <a:ext uri="{FF2B5EF4-FFF2-40B4-BE49-F238E27FC236}">
                <a16:creationId xmlns:a16="http://schemas.microsoft.com/office/drawing/2014/main" id="{4F48FADD-39FF-4A0A-8819-D72414D13857}"/>
              </a:ext>
            </a:extLst>
          </p:cNvPr>
          <p:cNvSpPr>
            <a:spLocks xmlns:a="http://schemas.openxmlformats.org/drawingml/2006/main" noGrp="1"/>
          </p:cNvSpPr>
          <p:nvPr/>
        </p:nvSpPr>
        <p:spPr>
          <a:xfrm xmlns:a="http://schemas.openxmlformats.org/drawingml/2006/main">
            <a:off x="9334500" y="2600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9" name="diagram-55">
            <a:extLst xmlns:a="http://schemas.openxmlformats.org/drawingml/2006/main">
              <a:ext uri="{FF2B5EF4-FFF2-40B4-BE49-F238E27FC236}">
                <a16:creationId xmlns:a16="http://schemas.microsoft.com/office/drawing/2014/main" id="{2A8B00FF-F520-4620-9F78-53BF61867641}"/>
              </a:ext>
            </a:extLst>
          </p:cNvPr>
          <p:cNvSpPr>
            <a:spLocks xmlns:a="http://schemas.openxmlformats.org/drawingml/2006/main" noGrp="1"/>
          </p:cNvSpPr>
          <p:nvPr/>
        </p:nvSpPr>
        <p:spPr>
          <a:xfrm xmlns:a="http://schemas.openxmlformats.org/drawingml/2006/main">
            <a:off x="9715500" y="2600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40" name="diagram-56">
            <a:extLst xmlns:a="http://schemas.openxmlformats.org/drawingml/2006/main">
              <a:ext uri="{FF2B5EF4-FFF2-40B4-BE49-F238E27FC236}">
                <a16:creationId xmlns:a16="http://schemas.microsoft.com/office/drawing/2014/main" id="{CB1DC41A-CB37-43E4-BF89-951C1D718C10}"/>
              </a:ext>
            </a:extLst>
          </p:cNvPr>
          <p:cNvSpPr>
            <a:spLocks xmlns:a="http://schemas.openxmlformats.org/drawingml/2006/main" noGrp="1"/>
          </p:cNvSpPr>
          <p:nvPr/>
        </p:nvSpPr>
        <p:spPr>
          <a:xfrm xmlns:a="http://schemas.openxmlformats.org/drawingml/2006/main">
            <a:off x="10096500" y="2600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41" name="diagram-57">
            <a:extLst xmlns:a="http://schemas.openxmlformats.org/drawingml/2006/main">
              <a:ext uri="{FF2B5EF4-FFF2-40B4-BE49-F238E27FC236}">
                <a16:creationId xmlns:a16="http://schemas.microsoft.com/office/drawing/2014/main" id="{DF8346D2-04B1-45AB-BD22-8B3572A3022D}"/>
              </a:ext>
            </a:extLst>
          </p:cNvPr>
          <p:cNvSpPr>
            <a:spLocks xmlns:a="http://schemas.openxmlformats.org/drawingml/2006/main" noGrp="1"/>
          </p:cNvSpPr>
          <p:nvPr/>
        </p:nvSpPr>
        <p:spPr>
          <a:xfrm xmlns:a="http://schemas.openxmlformats.org/drawingml/2006/main">
            <a:off x="8572500" y="2981325"/>
            <a:ext cx="381000" cy="381000"/>
          </a:xfrm>
          <a:prstGeom xmlns:a="http://schemas.openxmlformats.org/drawingml/2006/main" prst="rect">
            <a:avLst/>
          </a:prstGeom>
          <a:solidFill xmlns:a="http://schemas.openxmlformats.org/drawingml/2006/main">
            <a:srgbClr val="F5AE46"/>
          </a:solidFill>
          <a:ln xmlns:a="http://schemas.openxmlformats.org/drawingml/2006/main" w="28575">
            <a:solidFill>
              <a:srgbClr val="8BA7B4"/>
            </a:solidFill>
          </a:ln>
        </p:spPr>
      </p:sp>
      <p:sp>
        <p:nvSpPr>
          <p:cNvPr id="42" name="diagram-58">
            <a:extLst xmlns:a="http://schemas.openxmlformats.org/drawingml/2006/main">
              <a:ext uri="{FF2B5EF4-FFF2-40B4-BE49-F238E27FC236}">
                <a16:creationId xmlns:a16="http://schemas.microsoft.com/office/drawing/2014/main" id="{92DAB821-3FC8-4A91-BEC4-4E0D538F8BCA}"/>
              </a:ext>
            </a:extLst>
          </p:cNvPr>
          <p:cNvSpPr>
            <a:spLocks xmlns:a="http://schemas.openxmlformats.org/drawingml/2006/main" noGrp="1"/>
          </p:cNvSpPr>
          <p:nvPr/>
        </p:nvSpPr>
        <p:spPr>
          <a:xfrm xmlns:a="http://schemas.openxmlformats.org/drawingml/2006/main">
            <a:off x="8953500" y="2981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43" name="diagram-59">
            <a:extLst xmlns:a="http://schemas.openxmlformats.org/drawingml/2006/main">
              <a:ext uri="{FF2B5EF4-FFF2-40B4-BE49-F238E27FC236}">
                <a16:creationId xmlns:a16="http://schemas.microsoft.com/office/drawing/2014/main" id="{6145EEF5-4790-4F86-BCBF-8094C6819067}"/>
              </a:ext>
            </a:extLst>
          </p:cNvPr>
          <p:cNvSpPr>
            <a:spLocks xmlns:a="http://schemas.openxmlformats.org/drawingml/2006/main" noGrp="1"/>
          </p:cNvSpPr>
          <p:nvPr/>
        </p:nvSpPr>
        <p:spPr>
          <a:xfrm xmlns:a="http://schemas.openxmlformats.org/drawingml/2006/main">
            <a:off x="9334500" y="2981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44" name="diagram-60">
            <a:extLst xmlns:a="http://schemas.openxmlformats.org/drawingml/2006/main">
              <a:ext uri="{FF2B5EF4-FFF2-40B4-BE49-F238E27FC236}">
                <a16:creationId xmlns:a16="http://schemas.microsoft.com/office/drawing/2014/main" id="{F9ED0869-9A04-47AC-9395-F2206EB05C76}"/>
              </a:ext>
            </a:extLst>
          </p:cNvPr>
          <p:cNvSpPr>
            <a:spLocks xmlns:a="http://schemas.openxmlformats.org/drawingml/2006/main" noGrp="1"/>
          </p:cNvSpPr>
          <p:nvPr/>
        </p:nvSpPr>
        <p:spPr>
          <a:xfrm xmlns:a="http://schemas.openxmlformats.org/drawingml/2006/main">
            <a:off x="9715500" y="2981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45" name="diagram-61">
            <a:extLst xmlns:a="http://schemas.openxmlformats.org/drawingml/2006/main">
              <a:ext uri="{FF2B5EF4-FFF2-40B4-BE49-F238E27FC236}">
                <a16:creationId xmlns:a16="http://schemas.microsoft.com/office/drawing/2014/main" id="{CE4C5DA9-022E-4C44-93E5-FA6A0BB8BC7E}"/>
              </a:ext>
            </a:extLst>
          </p:cNvPr>
          <p:cNvSpPr>
            <a:spLocks xmlns:a="http://schemas.openxmlformats.org/drawingml/2006/main" noGrp="1"/>
          </p:cNvSpPr>
          <p:nvPr/>
        </p:nvSpPr>
        <p:spPr>
          <a:xfrm xmlns:a="http://schemas.openxmlformats.org/drawingml/2006/main">
            <a:off x="10096500" y="2981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46" name="diagram-62">
            <a:extLst xmlns:a="http://schemas.openxmlformats.org/drawingml/2006/main">
              <a:ext uri="{FF2B5EF4-FFF2-40B4-BE49-F238E27FC236}">
                <a16:creationId xmlns:a16="http://schemas.microsoft.com/office/drawing/2014/main" id="{35CD91E4-66EC-469E-8FC4-1ECF04F164CE}"/>
              </a:ext>
            </a:extLst>
          </p:cNvPr>
          <p:cNvSpPr>
            <a:spLocks xmlns:a="http://schemas.openxmlformats.org/drawingml/2006/main" noGrp="1"/>
          </p:cNvSpPr>
          <p:nvPr/>
        </p:nvSpPr>
        <p:spPr>
          <a:xfrm xmlns:a="http://schemas.openxmlformats.org/drawingml/2006/main">
            <a:off x="8572500" y="3362325"/>
            <a:ext cx="381000" cy="381000"/>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47" name="diagram-63">
            <a:extLst xmlns:a="http://schemas.openxmlformats.org/drawingml/2006/main">
              <a:ext uri="{FF2B5EF4-FFF2-40B4-BE49-F238E27FC236}">
                <a16:creationId xmlns:a16="http://schemas.microsoft.com/office/drawing/2014/main" id="{8BC0302D-0EB5-4196-8163-B7906F989D52}"/>
              </a:ext>
            </a:extLst>
          </p:cNvPr>
          <p:cNvSpPr>
            <a:spLocks xmlns:a="http://schemas.openxmlformats.org/drawingml/2006/main" noGrp="1"/>
          </p:cNvSpPr>
          <p:nvPr/>
        </p:nvSpPr>
        <p:spPr>
          <a:xfrm xmlns:a="http://schemas.openxmlformats.org/drawingml/2006/main">
            <a:off x="8953500" y="3362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48" name="diagram-64">
            <a:extLst xmlns:a="http://schemas.openxmlformats.org/drawingml/2006/main">
              <a:ext uri="{FF2B5EF4-FFF2-40B4-BE49-F238E27FC236}">
                <a16:creationId xmlns:a16="http://schemas.microsoft.com/office/drawing/2014/main" id="{34BBFDC4-395B-4DE2-B280-7EB04DB1408C}"/>
              </a:ext>
            </a:extLst>
          </p:cNvPr>
          <p:cNvSpPr>
            <a:spLocks xmlns:a="http://schemas.openxmlformats.org/drawingml/2006/main" noGrp="1"/>
          </p:cNvSpPr>
          <p:nvPr/>
        </p:nvSpPr>
        <p:spPr>
          <a:xfrm xmlns:a="http://schemas.openxmlformats.org/drawingml/2006/main">
            <a:off x="9334500" y="3362325"/>
            <a:ext cx="381000" cy="381000"/>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49" name="diagram-65">
            <a:extLst xmlns:a="http://schemas.openxmlformats.org/drawingml/2006/main">
              <a:ext uri="{FF2B5EF4-FFF2-40B4-BE49-F238E27FC236}">
                <a16:creationId xmlns:a16="http://schemas.microsoft.com/office/drawing/2014/main" id="{B7E913A1-1ECF-4833-B183-C7588E3A9959}"/>
              </a:ext>
            </a:extLst>
          </p:cNvPr>
          <p:cNvSpPr>
            <a:spLocks xmlns:a="http://schemas.openxmlformats.org/drawingml/2006/main" noGrp="1"/>
          </p:cNvSpPr>
          <p:nvPr/>
        </p:nvSpPr>
        <p:spPr>
          <a:xfrm xmlns:a="http://schemas.openxmlformats.org/drawingml/2006/main">
            <a:off x="9715500" y="3362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50" name="diagram-66">
            <a:extLst xmlns:a="http://schemas.openxmlformats.org/drawingml/2006/main">
              <a:ext uri="{FF2B5EF4-FFF2-40B4-BE49-F238E27FC236}">
                <a16:creationId xmlns:a16="http://schemas.microsoft.com/office/drawing/2014/main" id="{D724C093-EF60-42A1-89E4-1914F0468527}"/>
              </a:ext>
            </a:extLst>
          </p:cNvPr>
          <p:cNvSpPr>
            <a:spLocks xmlns:a="http://schemas.openxmlformats.org/drawingml/2006/main" noGrp="1"/>
          </p:cNvSpPr>
          <p:nvPr/>
        </p:nvSpPr>
        <p:spPr>
          <a:xfrm xmlns:a="http://schemas.openxmlformats.org/drawingml/2006/main">
            <a:off x="10096500" y="3362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51" name="diagram-67">
            <a:extLst xmlns:a="http://schemas.openxmlformats.org/drawingml/2006/main">
              <a:ext uri="{FF2B5EF4-FFF2-40B4-BE49-F238E27FC236}">
                <a16:creationId xmlns:a16="http://schemas.microsoft.com/office/drawing/2014/main" id="{10857C2C-A064-4BC3-82CF-D6DC43CAE1EA}"/>
              </a:ext>
            </a:extLst>
          </p:cNvPr>
          <p:cNvSpPr>
            <a:spLocks xmlns:a="http://schemas.openxmlformats.org/drawingml/2006/main" noGrp="1"/>
          </p:cNvSpPr>
          <p:nvPr/>
        </p:nvSpPr>
        <p:spPr>
          <a:xfrm xmlns:a="http://schemas.openxmlformats.org/drawingml/2006/main">
            <a:off x="8572500" y="3743325"/>
            <a:ext cx="381000" cy="381000"/>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52" name="diagram-68">
            <a:extLst xmlns:a="http://schemas.openxmlformats.org/drawingml/2006/main">
              <a:ext uri="{FF2B5EF4-FFF2-40B4-BE49-F238E27FC236}">
                <a16:creationId xmlns:a16="http://schemas.microsoft.com/office/drawing/2014/main" id="{0B344CC3-48CD-4ED3-8F32-3789192BB39B}"/>
              </a:ext>
            </a:extLst>
          </p:cNvPr>
          <p:cNvSpPr>
            <a:spLocks xmlns:a="http://schemas.openxmlformats.org/drawingml/2006/main" noGrp="1"/>
          </p:cNvSpPr>
          <p:nvPr/>
        </p:nvSpPr>
        <p:spPr>
          <a:xfrm xmlns:a="http://schemas.openxmlformats.org/drawingml/2006/main">
            <a:off x="8953500" y="3743325"/>
            <a:ext cx="381000" cy="381000"/>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53" name="diagram-69">
            <a:extLst xmlns:a="http://schemas.openxmlformats.org/drawingml/2006/main">
              <a:ext uri="{FF2B5EF4-FFF2-40B4-BE49-F238E27FC236}">
                <a16:creationId xmlns:a16="http://schemas.microsoft.com/office/drawing/2014/main" id="{60391135-6D80-4188-B7E2-6F759BEEF95F}"/>
              </a:ext>
            </a:extLst>
          </p:cNvPr>
          <p:cNvSpPr>
            <a:spLocks xmlns:a="http://schemas.openxmlformats.org/drawingml/2006/main" noGrp="1"/>
          </p:cNvSpPr>
          <p:nvPr/>
        </p:nvSpPr>
        <p:spPr>
          <a:xfrm xmlns:a="http://schemas.openxmlformats.org/drawingml/2006/main">
            <a:off x="9334500" y="3743325"/>
            <a:ext cx="381000" cy="381000"/>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54" name="diagram-70">
            <a:extLst xmlns:a="http://schemas.openxmlformats.org/drawingml/2006/main">
              <a:ext uri="{FF2B5EF4-FFF2-40B4-BE49-F238E27FC236}">
                <a16:creationId xmlns:a16="http://schemas.microsoft.com/office/drawing/2014/main" id="{08F0F2AB-985C-4627-9F33-A9FB4AF8E7AC}"/>
              </a:ext>
            </a:extLst>
          </p:cNvPr>
          <p:cNvSpPr>
            <a:spLocks xmlns:a="http://schemas.openxmlformats.org/drawingml/2006/main" noGrp="1"/>
          </p:cNvSpPr>
          <p:nvPr/>
        </p:nvSpPr>
        <p:spPr>
          <a:xfrm xmlns:a="http://schemas.openxmlformats.org/drawingml/2006/main">
            <a:off x="9715500" y="3743325"/>
            <a:ext cx="381000" cy="381000"/>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55" name="diagram-71">
            <a:extLst xmlns:a="http://schemas.openxmlformats.org/drawingml/2006/main">
              <a:ext uri="{FF2B5EF4-FFF2-40B4-BE49-F238E27FC236}">
                <a16:creationId xmlns:a16="http://schemas.microsoft.com/office/drawing/2014/main" id="{E32DAD9A-E4A4-42C8-8F4C-C7BFEF5B1497}"/>
              </a:ext>
            </a:extLst>
          </p:cNvPr>
          <p:cNvSpPr>
            <a:spLocks xmlns:a="http://schemas.openxmlformats.org/drawingml/2006/main" noGrp="1"/>
          </p:cNvSpPr>
          <p:nvPr/>
        </p:nvSpPr>
        <p:spPr>
          <a:xfrm xmlns:a="http://schemas.openxmlformats.org/drawingml/2006/main">
            <a:off x="10096500" y="3743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56" name="diagram-72">
            <a:extLst xmlns:a="http://schemas.openxmlformats.org/drawingml/2006/main">
              <a:ext uri="{FF2B5EF4-FFF2-40B4-BE49-F238E27FC236}">
                <a16:creationId xmlns:a16="http://schemas.microsoft.com/office/drawing/2014/main" id="{467DC351-7BD7-43F0-94C1-DDA5169D355C}"/>
              </a:ext>
            </a:extLst>
          </p:cNvPr>
          <p:cNvSpPr>
            <a:spLocks xmlns:a="http://schemas.openxmlformats.org/drawingml/2006/main" noGrp="1"/>
          </p:cNvSpPr>
          <p:nvPr/>
        </p:nvSpPr>
        <p:spPr>
          <a:xfrm xmlns:a="http://schemas.openxmlformats.org/drawingml/2006/main">
            <a:off x="8572500" y="4124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57" name="diagram-73">
            <a:extLst xmlns:a="http://schemas.openxmlformats.org/drawingml/2006/main">
              <a:ext uri="{FF2B5EF4-FFF2-40B4-BE49-F238E27FC236}">
                <a16:creationId xmlns:a16="http://schemas.microsoft.com/office/drawing/2014/main" id="{7D19AA66-A3F1-4BA3-8414-598A533C64A1}"/>
              </a:ext>
            </a:extLst>
          </p:cNvPr>
          <p:cNvSpPr>
            <a:spLocks xmlns:a="http://schemas.openxmlformats.org/drawingml/2006/main" noGrp="1"/>
          </p:cNvSpPr>
          <p:nvPr/>
        </p:nvSpPr>
        <p:spPr>
          <a:xfrm xmlns:a="http://schemas.openxmlformats.org/drawingml/2006/main">
            <a:off x="8953500" y="4124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58" name="diagram-74">
            <a:extLst xmlns:a="http://schemas.openxmlformats.org/drawingml/2006/main">
              <a:ext uri="{FF2B5EF4-FFF2-40B4-BE49-F238E27FC236}">
                <a16:creationId xmlns:a16="http://schemas.microsoft.com/office/drawing/2014/main" id="{908FE7BA-09CC-4281-8423-863D7E4113B6}"/>
              </a:ext>
            </a:extLst>
          </p:cNvPr>
          <p:cNvSpPr>
            <a:spLocks xmlns:a="http://schemas.openxmlformats.org/drawingml/2006/main" noGrp="1"/>
          </p:cNvSpPr>
          <p:nvPr/>
        </p:nvSpPr>
        <p:spPr>
          <a:xfrm xmlns:a="http://schemas.openxmlformats.org/drawingml/2006/main">
            <a:off x="9334500" y="4124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59" name="diagram-75">
            <a:extLst xmlns:a="http://schemas.openxmlformats.org/drawingml/2006/main">
              <a:ext uri="{FF2B5EF4-FFF2-40B4-BE49-F238E27FC236}">
                <a16:creationId xmlns:a16="http://schemas.microsoft.com/office/drawing/2014/main" id="{E431D4E4-B2C0-44C0-9BE6-1F418AAEE2DD}"/>
              </a:ext>
            </a:extLst>
          </p:cNvPr>
          <p:cNvSpPr>
            <a:spLocks xmlns:a="http://schemas.openxmlformats.org/drawingml/2006/main" noGrp="1"/>
          </p:cNvSpPr>
          <p:nvPr/>
        </p:nvSpPr>
        <p:spPr>
          <a:xfrm xmlns:a="http://schemas.openxmlformats.org/drawingml/2006/main">
            <a:off x="9715500" y="4124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60" name="diagram-76">
            <a:extLst xmlns:a="http://schemas.openxmlformats.org/drawingml/2006/main">
              <a:ext uri="{FF2B5EF4-FFF2-40B4-BE49-F238E27FC236}">
                <a16:creationId xmlns:a16="http://schemas.microsoft.com/office/drawing/2014/main" id="{CBC5279A-B601-42CC-AE18-37EE33A15E41}"/>
              </a:ext>
            </a:extLst>
          </p:cNvPr>
          <p:cNvSpPr>
            <a:spLocks xmlns:a="http://schemas.openxmlformats.org/drawingml/2006/main" noGrp="1"/>
          </p:cNvSpPr>
          <p:nvPr/>
        </p:nvSpPr>
        <p:spPr>
          <a:xfrm xmlns:a="http://schemas.openxmlformats.org/drawingml/2006/main">
            <a:off x="10096500" y="4124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61" name="flow-77">
            <a:extLst xmlns:a="http://schemas.openxmlformats.org/drawingml/2006/main">
              <a:ext uri="{FF2B5EF4-FFF2-40B4-BE49-F238E27FC236}">
                <a16:creationId xmlns:a16="http://schemas.microsoft.com/office/drawing/2014/main" id="{60619431-9020-4818-8A57-047ACF6B6937}"/>
              </a:ext>
            </a:extLst>
          </p:cNvPr>
          <p:cNvSpPr>
            <a:spLocks xmlns:a="http://schemas.openxmlformats.org/drawingml/2006/main" noGrp="1"/>
          </p:cNvSpPr>
          <p:nvPr/>
        </p:nvSpPr>
        <p:spPr>
          <a:xfrm xmlns:a="http://schemas.openxmlformats.org/drawingml/2006/main">
            <a:off x="7781925" y="3352800"/>
            <a:ext cx="571500" cy="266700"/>
          </a:xfrm>
          <a:prstGeom xmlns:a="http://schemas.openxmlformats.org/drawingml/2006/main" prst="rightArrow">
            <a:avLst/>
          </a:prstGeom>
          <a:solidFill xmlns:a="http://schemas.openxmlformats.org/drawingml/2006/main">
            <a:srgbClr val="087E8B"/>
          </a:solidFill>
          <a:ln xmlns:a="http://schemas.openxmlformats.org/drawingml/2006/main" w="0">
            <a:noFill/>
          </a:ln>
        </p:spPr>
      </p:sp>
      <p:sp>
        <p:nvSpPr>
          <p:cNvPr id="62" name="text-78">
            <a:extLst xmlns:a="http://schemas.openxmlformats.org/drawingml/2006/main">
              <a:ext uri="{FF2B5EF4-FFF2-40B4-BE49-F238E27FC236}">
                <a16:creationId xmlns:a16="http://schemas.microsoft.com/office/drawing/2014/main" id="{1B7C7B67-6B62-4D95-9781-FAF31549CC21}"/>
              </a:ext>
            </a:extLst>
          </p:cNvPr>
          <p:cNvSpPr>
            <a:spLocks xmlns:a="http://schemas.openxmlformats.org/drawingml/2006/main" noGrp="1"/>
          </p:cNvSpPr>
          <p:nvPr/>
        </p:nvSpPr>
        <p:spPr>
          <a:xfrm xmlns:a="http://schemas.openxmlformats.org/drawingml/2006/main">
            <a:off x="5505450" y="4695825"/>
            <a:ext cx="5905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950" b="0">
                <a:solidFill>
                  <a:srgbClr val="087E8B"/>
                </a:solidFill>
                <a:latin typeface="Arial"/>
                <a:ea typeface="Arial"/>
                <a:cs typeface="Arial"/>
              </a:defRPr>
            </a:pPr>
            <a:r>
              <a:rPr sz="1950" b="0">
                <a:solidFill>
                  <a:srgbClr val="087E8B"/>
                </a:solidFill>
                <a:latin typeface="Arial"/>
                <a:ea typeface="Arial"/>
                <a:cs typeface="Arial"/>
              </a:rPr>
              <a:t>Output (0, 1) samples input (3, 0)</a:t>
            </a:r>
          </a:p>
        </p:txBody>
      </p:sp>
      <p:sp>
        <p:nvSpPr>
          <p:cNvPr id="63" name="text-79">
            <a:extLst xmlns:a="http://schemas.openxmlformats.org/drawingml/2006/main">
              <a:ext uri="{FF2B5EF4-FFF2-40B4-BE49-F238E27FC236}">
                <a16:creationId xmlns:a16="http://schemas.microsoft.com/office/drawing/2014/main" id="{283111AB-15C3-4705-87AE-6A6E21A4C64A}"/>
              </a:ext>
            </a:extLst>
          </p:cNvPr>
          <p:cNvSpPr>
            <a:spLocks xmlns:a="http://schemas.openxmlformats.org/drawingml/2006/main" noGrp="1"/>
          </p:cNvSpPr>
          <p:nvPr/>
        </p:nvSpPr>
        <p:spPr>
          <a:xfrm xmlns:a="http://schemas.openxmlformats.org/drawingml/2006/main">
            <a:off x="571500" y="5743575"/>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142B3F"/>
                </a:solidFill>
                <a:latin typeface="Arial"/>
                <a:ea typeface="Arial"/>
                <a:cs typeface="Arial"/>
              </a:defRPr>
            </a:pPr>
            <a:r>
              <a:rPr sz="1800" b="0">
                <a:solidFill>
                  <a:srgbClr val="142B3F"/>
                </a:solidFill>
                <a:latin typeface="Arial"/>
                <a:ea typeface="Arial"/>
                <a:cs typeface="Arial"/>
              </a:rPr>
              <a:t>Inverse mapping about the centre. Nearest neighbour. Fixed canvas. Black outside.</a:t>
            </a:r>
          </a:p>
        </p:txBody>
      </p:sp>
    </p:spTree>
    <p:extLst>
      <p:ext uri="{BB962C8B-B14F-4D97-AF65-F5344CB8AC3E}">
        <p14:creationId xmlns:p14="http://schemas.microsoft.com/office/powerpoint/2010/main" val="440950421"/>
      </p:ext>
    </p:extLst>
  </p:cSld>
</p:sld>
</file>

<file path=ppt/slides/slide3.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308" name="text-80">
            <a:extLst xmlns:a="http://schemas.openxmlformats.org/drawingml/2006/main">
              <a:ext uri="{FF2B5EF4-FFF2-40B4-BE49-F238E27FC236}">
                <a16:creationId xmlns:a16="http://schemas.microsoft.com/office/drawing/2014/main" id="{BA4A567B-ECEE-4EDE-AF09-5FD4CC4033B4}"/>
              </a:ext>
            </a:extLst>
          </p:cNvPr>
          <p:cNvSpPr>
            <a:spLocks xmlns:a="http://schemas.openxmlformats.org/drawingml/2006/main" noGrp="1"/>
          </p:cNvSpPr>
          <p:nvPr/>
        </p:nvSpPr>
        <p:spPr>
          <a:xfrm xmlns:a="http://schemas.openxmlformats.org/drawingml/2006/main">
            <a:off x="571500" y="4572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B3F"/>
                </a:solidFill>
                <a:latin typeface="Arial"/>
                <a:ea typeface="Arial"/>
                <a:cs typeface="Arial"/>
              </a:defRPr>
            </a:pPr>
            <a:r>
              <a:rPr sz="3300" b="1">
                <a:solidFill>
                  <a:srgbClr val="142B3F"/>
                </a:solidFill>
                <a:latin typeface="Arial"/>
                <a:ea typeface="Arial"/>
                <a:cs typeface="Arial"/>
              </a:rPr>
              <a:t>Threads, blocks and the image grid</a:t>
            </a:r>
          </a:p>
        </p:txBody>
      </p:sp>
      <p:sp>
        <p:nvSpPr>
          <p:cNvPr id="2" name="text-81">
            <a:extLst xmlns:a="http://schemas.openxmlformats.org/drawingml/2006/main">
              <a:ext uri="{FF2B5EF4-FFF2-40B4-BE49-F238E27FC236}">
                <a16:creationId xmlns:a16="http://schemas.microsoft.com/office/drawing/2014/main" id="{D131B1DF-4C38-4ADB-A187-B07A39D3ECD5}"/>
              </a:ext>
            </a:extLst>
          </p:cNvPr>
          <p:cNvSpPr>
            <a:spLocks xmlns:a="http://schemas.openxmlformats.org/drawingml/2006/main" noGrp="1"/>
          </p:cNvSpPr>
          <p:nvPr/>
        </p:nvSpPr>
        <p:spPr>
          <a:xfrm xmlns:a="http://schemas.openxmlformats.org/drawingml/2006/main">
            <a:off x="571500" y="6400800"/>
            <a:ext cx="1038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496274"/>
                </a:solidFill>
                <a:latin typeface="Arial"/>
                <a:ea typeface="Arial"/>
                <a:cs typeface="Arial"/>
              </a:defRPr>
            </a:pPr>
            <a:r>
              <a:rPr sz="1200" b="0">
                <a:solidFill>
                  <a:srgbClr val="496274"/>
                </a:solidFill>
                <a:latin typeface="Arial"/>
                <a:ea typeface="Arial"/>
                <a:cs typeface="Arial"/>
              </a:rPr>
              <a:t>Sources: [1] [2]. Full references in appendix and companion PDF.</a:t>
            </a:r>
          </a:p>
        </p:txBody>
      </p:sp>
      <p:sp>
        <p:nvSpPr>
          <p:cNvPr id="3" name="text-82">
            <a:extLst xmlns:a="http://schemas.openxmlformats.org/drawingml/2006/main">
              <a:ext uri="{FF2B5EF4-FFF2-40B4-BE49-F238E27FC236}">
                <a16:creationId xmlns:a16="http://schemas.microsoft.com/office/drawing/2014/main" id="{26E5B825-BCED-4E2E-B7C6-6FF0786ED61F}"/>
              </a:ext>
            </a:extLst>
          </p:cNvPr>
          <p:cNvSpPr>
            <a:spLocks xmlns:a="http://schemas.openxmlformats.org/drawingml/2006/main" noGrp="1"/>
          </p:cNvSpPr>
          <p:nvPr/>
        </p:nvSpPr>
        <p:spPr>
          <a:xfrm xmlns:a="http://schemas.openxmlformats.org/drawingml/2006/main">
            <a:off x="11144250" y="64008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496274"/>
                </a:solidFill>
                <a:latin typeface="Arial"/>
                <a:ea typeface="Arial"/>
                <a:cs typeface="Arial"/>
              </a:defRPr>
            </a:pPr>
            <a:r>
              <a:rPr sz="1200" b="0">
                <a:solidFill>
                  <a:srgbClr val="496274"/>
                </a:solidFill>
                <a:latin typeface="Arial"/>
                <a:ea typeface="Arial"/>
                <a:cs typeface="Arial"/>
              </a:rPr>
              <a:t>3</a:t>
            </a:r>
          </a:p>
        </p:txBody>
      </p:sp>
      <p:sp>
        <p:nvSpPr>
          <p:cNvPr id="4" name="text-83">
            <a:extLst xmlns:a="http://schemas.openxmlformats.org/drawingml/2006/main">
              <a:ext uri="{FF2B5EF4-FFF2-40B4-BE49-F238E27FC236}">
                <a16:creationId xmlns:a16="http://schemas.microsoft.com/office/drawing/2014/main" id="{807211D6-999D-425D-B0ED-050472048AE2}"/>
              </a:ext>
            </a:extLst>
          </p:cNvPr>
          <p:cNvSpPr>
            <a:spLocks xmlns:a="http://schemas.openxmlformats.org/drawingml/2006/main" noGrp="1"/>
          </p:cNvSpPr>
          <p:nvPr/>
        </p:nvSpPr>
        <p:spPr>
          <a:xfrm xmlns:a="http://schemas.openxmlformats.org/drawingml/2006/main">
            <a:off x="571500" y="1666875"/>
            <a:ext cx="333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42B3F"/>
                </a:solidFill>
                <a:latin typeface="Arial"/>
                <a:ea typeface="Arial"/>
                <a:cs typeface="Arial"/>
              </a:defRPr>
            </a:pPr>
            <a:r>
              <a:rPr sz="2250" b="1">
                <a:solidFill>
                  <a:srgbClr val="142B3F"/>
                </a:solidFill>
                <a:latin typeface="Arial"/>
                <a:ea typeface="Arial"/>
                <a:cs typeface="Arial"/>
              </a:rPr>
              <a:t>64 × 64 blocks</a:t>
            </a:r>
          </a:p>
        </p:txBody>
      </p:sp>
      <p:sp>
        <p:nvSpPr>
          <p:cNvPr id="5" name="text-84">
            <a:extLst xmlns:a="http://schemas.openxmlformats.org/drawingml/2006/main">
              <a:ext uri="{FF2B5EF4-FFF2-40B4-BE49-F238E27FC236}">
                <a16:creationId xmlns:a16="http://schemas.microsoft.com/office/drawing/2014/main" id="{290345A0-B609-4528-B69F-04A170C1B454}"/>
              </a:ext>
            </a:extLst>
          </p:cNvPr>
          <p:cNvSpPr>
            <a:spLocks xmlns:a="http://schemas.openxmlformats.org/drawingml/2006/main" noGrp="1"/>
          </p:cNvSpPr>
          <p:nvPr/>
        </p:nvSpPr>
        <p:spPr>
          <a:xfrm xmlns:a="http://schemas.openxmlformats.org/drawingml/2006/main">
            <a:off x="571500" y="2095500"/>
            <a:ext cx="3143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496274"/>
                </a:solidFill>
                <a:latin typeface="Arial"/>
                <a:ea typeface="Arial"/>
                <a:cs typeface="Arial"/>
              </a:defRPr>
            </a:pPr>
            <a:r>
              <a:rPr sz="1650" b="0">
                <a:solidFill>
                  <a:srgbClr val="496274"/>
                </a:solidFill>
                <a:latin typeface="Arial"/>
                <a:ea typeface="Arial"/>
                <a:cs typeface="Arial"/>
              </a:rPr>
              <a:t>Grid view is schematic</a:t>
            </a:r>
          </a:p>
        </p:txBody>
      </p:sp>
      <p:sp>
        <p:nvSpPr>
          <p:cNvPr id="6" name="diagram-85">
            <a:extLst xmlns:a="http://schemas.openxmlformats.org/drawingml/2006/main">
              <a:ext uri="{FF2B5EF4-FFF2-40B4-BE49-F238E27FC236}">
                <a16:creationId xmlns:a16="http://schemas.microsoft.com/office/drawing/2014/main" id="{7A346B6E-E976-46C3-A2E3-B870660F5289}"/>
              </a:ext>
            </a:extLst>
          </p:cNvPr>
          <p:cNvSpPr>
            <a:spLocks xmlns:a="http://schemas.openxmlformats.org/drawingml/2006/main" noGrp="1"/>
          </p:cNvSpPr>
          <p:nvPr/>
        </p:nvSpPr>
        <p:spPr>
          <a:xfrm xmlns:a="http://schemas.openxmlformats.org/drawingml/2006/main">
            <a:off x="619125" y="2695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7" name="diagram-86">
            <a:extLst xmlns:a="http://schemas.openxmlformats.org/drawingml/2006/main">
              <a:ext uri="{FF2B5EF4-FFF2-40B4-BE49-F238E27FC236}">
                <a16:creationId xmlns:a16="http://schemas.microsoft.com/office/drawing/2014/main" id="{6B5595DF-C14D-4EEB-9FBF-825AA6195B18}"/>
              </a:ext>
            </a:extLst>
          </p:cNvPr>
          <p:cNvSpPr>
            <a:spLocks xmlns:a="http://schemas.openxmlformats.org/drawingml/2006/main" noGrp="1"/>
          </p:cNvSpPr>
          <p:nvPr/>
        </p:nvSpPr>
        <p:spPr>
          <a:xfrm xmlns:a="http://schemas.openxmlformats.org/drawingml/2006/main">
            <a:off x="1000125" y="2695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8" name="diagram-87">
            <a:extLst xmlns:a="http://schemas.openxmlformats.org/drawingml/2006/main">
              <a:ext uri="{FF2B5EF4-FFF2-40B4-BE49-F238E27FC236}">
                <a16:creationId xmlns:a16="http://schemas.microsoft.com/office/drawing/2014/main" id="{E9D38E12-80A4-4359-82CB-75036B54CDCA}"/>
              </a:ext>
            </a:extLst>
          </p:cNvPr>
          <p:cNvSpPr>
            <a:spLocks xmlns:a="http://schemas.openxmlformats.org/drawingml/2006/main" noGrp="1"/>
          </p:cNvSpPr>
          <p:nvPr/>
        </p:nvSpPr>
        <p:spPr>
          <a:xfrm xmlns:a="http://schemas.openxmlformats.org/drawingml/2006/main">
            <a:off x="1381125" y="2695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9" name="diagram-88">
            <a:extLst xmlns:a="http://schemas.openxmlformats.org/drawingml/2006/main">
              <a:ext uri="{FF2B5EF4-FFF2-40B4-BE49-F238E27FC236}">
                <a16:creationId xmlns:a16="http://schemas.microsoft.com/office/drawing/2014/main" id="{B0550C2D-D5FB-4DAA-82E4-00F8EA15AE91}"/>
              </a:ext>
            </a:extLst>
          </p:cNvPr>
          <p:cNvSpPr>
            <a:spLocks xmlns:a="http://schemas.openxmlformats.org/drawingml/2006/main" noGrp="1"/>
          </p:cNvSpPr>
          <p:nvPr/>
        </p:nvSpPr>
        <p:spPr>
          <a:xfrm xmlns:a="http://schemas.openxmlformats.org/drawingml/2006/main">
            <a:off x="1762125" y="2695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0" name="diagram-89">
            <a:extLst xmlns:a="http://schemas.openxmlformats.org/drawingml/2006/main">
              <a:ext uri="{FF2B5EF4-FFF2-40B4-BE49-F238E27FC236}">
                <a16:creationId xmlns:a16="http://schemas.microsoft.com/office/drawing/2014/main" id="{89AE6D5D-FE9B-4CC6-957C-EBAD5AE44602}"/>
              </a:ext>
            </a:extLst>
          </p:cNvPr>
          <p:cNvSpPr>
            <a:spLocks xmlns:a="http://schemas.openxmlformats.org/drawingml/2006/main" noGrp="1"/>
          </p:cNvSpPr>
          <p:nvPr/>
        </p:nvSpPr>
        <p:spPr>
          <a:xfrm xmlns:a="http://schemas.openxmlformats.org/drawingml/2006/main">
            <a:off x="2143125" y="2695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1" name="diagram-90">
            <a:extLst xmlns:a="http://schemas.openxmlformats.org/drawingml/2006/main">
              <a:ext uri="{FF2B5EF4-FFF2-40B4-BE49-F238E27FC236}">
                <a16:creationId xmlns:a16="http://schemas.microsoft.com/office/drawing/2014/main" id="{5A11969E-33C7-424B-9E07-18208D94BA23}"/>
              </a:ext>
            </a:extLst>
          </p:cNvPr>
          <p:cNvSpPr>
            <a:spLocks xmlns:a="http://schemas.openxmlformats.org/drawingml/2006/main" noGrp="1"/>
          </p:cNvSpPr>
          <p:nvPr/>
        </p:nvSpPr>
        <p:spPr>
          <a:xfrm xmlns:a="http://schemas.openxmlformats.org/drawingml/2006/main">
            <a:off x="2524125" y="2695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2" name="diagram-91">
            <a:extLst xmlns:a="http://schemas.openxmlformats.org/drawingml/2006/main">
              <a:ext uri="{FF2B5EF4-FFF2-40B4-BE49-F238E27FC236}">
                <a16:creationId xmlns:a16="http://schemas.microsoft.com/office/drawing/2014/main" id="{10754F99-3FA4-4B12-8FAD-B436245113C2}"/>
              </a:ext>
            </a:extLst>
          </p:cNvPr>
          <p:cNvSpPr>
            <a:spLocks xmlns:a="http://schemas.openxmlformats.org/drawingml/2006/main" noGrp="1"/>
          </p:cNvSpPr>
          <p:nvPr/>
        </p:nvSpPr>
        <p:spPr>
          <a:xfrm xmlns:a="http://schemas.openxmlformats.org/drawingml/2006/main">
            <a:off x="619125" y="3076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3" name="diagram-92">
            <a:extLst xmlns:a="http://schemas.openxmlformats.org/drawingml/2006/main">
              <a:ext uri="{FF2B5EF4-FFF2-40B4-BE49-F238E27FC236}">
                <a16:creationId xmlns:a16="http://schemas.microsoft.com/office/drawing/2014/main" id="{07BA1649-16A4-4DC9-86A5-E49868A37E24}"/>
              </a:ext>
            </a:extLst>
          </p:cNvPr>
          <p:cNvSpPr>
            <a:spLocks xmlns:a="http://schemas.openxmlformats.org/drawingml/2006/main" noGrp="1"/>
          </p:cNvSpPr>
          <p:nvPr/>
        </p:nvSpPr>
        <p:spPr>
          <a:xfrm xmlns:a="http://schemas.openxmlformats.org/drawingml/2006/main">
            <a:off x="1000125" y="3076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4" name="diagram-93">
            <a:extLst xmlns:a="http://schemas.openxmlformats.org/drawingml/2006/main">
              <a:ext uri="{FF2B5EF4-FFF2-40B4-BE49-F238E27FC236}">
                <a16:creationId xmlns:a16="http://schemas.microsoft.com/office/drawing/2014/main" id="{C9F96799-362E-4608-AF3F-942F51DD6116}"/>
              </a:ext>
            </a:extLst>
          </p:cNvPr>
          <p:cNvSpPr>
            <a:spLocks xmlns:a="http://schemas.openxmlformats.org/drawingml/2006/main" noGrp="1"/>
          </p:cNvSpPr>
          <p:nvPr/>
        </p:nvSpPr>
        <p:spPr>
          <a:xfrm xmlns:a="http://schemas.openxmlformats.org/drawingml/2006/main">
            <a:off x="1381125" y="3076575"/>
            <a:ext cx="381000" cy="381000"/>
          </a:xfrm>
          <a:prstGeom xmlns:a="http://schemas.openxmlformats.org/drawingml/2006/main" prst="rect">
            <a:avLst/>
          </a:prstGeom>
          <a:solidFill xmlns:a="http://schemas.openxmlformats.org/drawingml/2006/main">
            <a:srgbClr val="F5AE46"/>
          </a:solidFill>
          <a:ln xmlns:a="http://schemas.openxmlformats.org/drawingml/2006/main" w="28575">
            <a:solidFill>
              <a:srgbClr val="8BA7B4"/>
            </a:solidFill>
          </a:ln>
        </p:spPr>
      </p:sp>
      <p:sp>
        <p:nvSpPr>
          <p:cNvPr id="15" name="diagram-94">
            <a:extLst xmlns:a="http://schemas.openxmlformats.org/drawingml/2006/main">
              <a:ext uri="{FF2B5EF4-FFF2-40B4-BE49-F238E27FC236}">
                <a16:creationId xmlns:a16="http://schemas.microsoft.com/office/drawing/2014/main" id="{1FC06836-A21D-48C6-9CA1-4811F86CA326}"/>
              </a:ext>
            </a:extLst>
          </p:cNvPr>
          <p:cNvSpPr>
            <a:spLocks xmlns:a="http://schemas.openxmlformats.org/drawingml/2006/main" noGrp="1"/>
          </p:cNvSpPr>
          <p:nvPr/>
        </p:nvSpPr>
        <p:spPr>
          <a:xfrm xmlns:a="http://schemas.openxmlformats.org/drawingml/2006/main">
            <a:off x="1762125" y="3076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6" name="diagram-95">
            <a:extLst xmlns:a="http://schemas.openxmlformats.org/drawingml/2006/main">
              <a:ext uri="{FF2B5EF4-FFF2-40B4-BE49-F238E27FC236}">
                <a16:creationId xmlns:a16="http://schemas.microsoft.com/office/drawing/2014/main" id="{3E59CB32-085E-4EBC-B1CA-2B0E1FA71245}"/>
              </a:ext>
            </a:extLst>
          </p:cNvPr>
          <p:cNvSpPr>
            <a:spLocks xmlns:a="http://schemas.openxmlformats.org/drawingml/2006/main" noGrp="1"/>
          </p:cNvSpPr>
          <p:nvPr/>
        </p:nvSpPr>
        <p:spPr>
          <a:xfrm xmlns:a="http://schemas.openxmlformats.org/drawingml/2006/main">
            <a:off x="2143125" y="3076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7" name="diagram-96">
            <a:extLst xmlns:a="http://schemas.openxmlformats.org/drawingml/2006/main">
              <a:ext uri="{FF2B5EF4-FFF2-40B4-BE49-F238E27FC236}">
                <a16:creationId xmlns:a16="http://schemas.microsoft.com/office/drawing/2014/main" id="{C201D0F7-8556-413C-8F17-51BBA9CABE9D}"/>
              </a:ext>
            </a:extLst>
          </p:cNvPr>
          <p:cNvSpPr>
            <a:spLocks xmlns:a="http://schemas.openxmlformats.org/drawingml/2006/main" noGrp="1"/>
          </p:cNvSpPr>
          <p:nvPr/>
        </p:nvSpPr>
        <p:spPr>
          <a:xfrm xmlns:a="http://schemas.openxmlformats.org/drawingml/2006/main">
            <a:off x="2524125" y="3076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8" name="diagram-97">
            <a:extLst xmlns:a="http://schemas.openxmlformats.org/drawingml/2006/main">
              <a:ext uri="{FF2B5EF4-FFF2-40B4-BE49-F238E27FC236}">
                <a16:creationId xmlns:a16="http://schemas.microsoft.com/office/drawing/2014/main" id="{4DF76148-1F9B-4421-9292-93376135F077}"/>
              </a:ext>
            </a:extLst>
          </p:cNvPr>
          <p:cNvSpPr>
            <a:spLocks xmlns:a="http://schemas.openxmlformats.org/drawingml/2006/main" noGrp="1"/>
          </p:cNvSpPr>
          <p:nvPr/>
        </p:nvSpPr>
        <p:spPr>
          <a:xfrm xmlns:a="http://schemas.openxmlformats.org/drawingml/2006/main">
            <a:off x="619125" y="3457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9" name="diagram-98">
            <a:extLst xmlns:a="http://schemas.openxmlformats.org/drawingml/2006/main">
              <a:ext uri="{FF2B5EF4-FFF2-40B4-BE49-F238E27FC236}">
                <a16:creationId xmlns:a16="http://schemas.microsoft.com/office/drawing/2014/main" id="{CB102D66-EE7D-4E89-B2E9-719A0DEC7666}"/>
              </a:ext>
            </a:extLst>
          </p:cNvPr>
          <p:cNvSpPr>
            <a:spLocks xmlns:a="http://schemas.openxmlformats.org/drawingml/2006/main" noGrp="1"/>
          </p:cNvSpPr>
          <p:nvPr/>
        </p:nvSpPr>
        <p:spPr>
          <a:xfrm xmlns:a="http://schemas.openxmlformats.org/drawingml/2006/main">
            <a:off x="1000125" y="3457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0" name="diagram-99">
            <a:extLst xmlns:a="http://schemas.openxmlformats.org/drawingml/2006/main">
              <a:ext uri="{FF2B5EF4-FFF2-40B4-BE49-F238E27FC236}">
                <a16:creationId xmlns:a16="http://schemas.microsoft.com/office/drawing/2014/main" id="{4875103A-50A3-4F6D-8151-3C9F0C56EE10}"/>
              </a:ext>
            </a:extLst>
          </p:cNvPr>
          <p:cNvSpPr>
            <a:spLocks xmlns:a="http://schemas.openxmlformats.org/drawingml/2006/main" noGrp="1"/>
          </p:cNvSpPr>
          <p:nvPr/>
        </p:nvSpPr>
        <p:spPr>
          <a:xfrm xmlns:a="http://schemas.openxmlformats.org/drawingml/2006/main">
            <a:off x="1381125" y="3457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1" name="diagram-100">
            <a:extLst xmlns:a="http://schemas.openxmlformats.org/drawingml/2006/main">
              <a:ext uri="{FF2B5EF4-FFF2-40B4-BE49-F238E27FC236}">
                <a16:creationId xmlns:a16="http://schemas.microsoft.com/office/drawing/2014/main" id="{0646FE85-1B1D-4309-B565-2C36511C3E65}"/>
              </a:ext>
            </a:extLst>
          </p:cNvPr>
          <p:cNvSpPr>
            <a:spLocks xmlns:a="http://schemas.openxmlformats.org/drawingml/2006/main" noGrp="1"/>
          </p:cNvSpPr>
          <p:nvPr/>
        </p:nvSpPr>
        <p:spPr>
          <a:xfrm xmlns:a="http://schemas.openxmlformats.org/drawingml/2006/main">
            <a:off x="1762125" y="3457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2" name="diagram-101">
            <a:extLst xmlns:a="http://schemas.openxmlformats.org/drawingml/2006/main">
              <a:ext uri="{FF2B5EF4-FFF2-40B4-BE49-F238E27FC236}">
                <a16:creationId xmlns:a16="http://schemas.microsoft.com/office/drawing/2014/main" id="{079B27C1-FADC-41E0-AB9D-2451FA1AEF84}"/>
              </a:ext>
            </a:extLst>
          </p:cNvPr>
          <p:cNvSpPr>
            <a:spLocks xmlns:a="http://schemas.openxmlformats.org/drawingml/2006/main" noGrp="1"/>
          </p:cNvSpPr>
          <p:nvPr/>
        </p:nvSpPr>
        <p:spPr>
          <a:xfrm xmlns:a="http://schemas.openxmlformats.org/drawingml/2006/main">
            <a:off x="2143125" y="3457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3" name="diagram-102">
            <a:extLst xmlns:a="http://schemas.openxmlformats.org/drawingml/2006/main">
              <a:ext uri="{FF2B5EF4-FFF2-40B4-BE49-F238E27FC236}">
                <a16:creationId xmlns:a16="http://schemas.microsoft.com/office/drawing/2014/main" id="{17810184-413F-4451-ABD3-279C734B16EC}"/>
              </a:ext>
            </a:extLst>
          </p:cNvPr>
          <p:cNvSpPr>
            <a:spLocks xmlns:a="http://schemas.openxmlformats.org/drawingml/2006/main" noGrp="1"/>
          </p:cNvSpPr>
          <p:nvPr/>
        </p:nvSpPr>
        <p:spPr>
          <a:xfrm xmlns:a="http://schemas.openxmlformats.org/drawingml/2006/main">
            <a:off x="2524125" y="3457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4" name="diagram-103">
            <a:extLst xmlns:a="http://schemas.openxmlformats.org/drawingml/2006/main">
              <a:ext uri="{FF2B5EF4-FFF2-40B4-BE49-F238E27FC236}">
                <a16:creationId xmlns:a16="http://schemas.microsoft.com/office/drawing/2014/main" id="{1F55EACA-8C38-4A74-A72C-F2AB7BA3C887}"/>
              </a:ext>
            </a:extLst>
          </p:cNvPr>
          <p:cNvSpPr>
            <a:spLocks xmlns:a="http://schemas.openxmlformats.org/drawingml/2006/main" noGrp="1"/>
          </p:cNvSpPr>
          <p:nvPr/>
        </p:nvSpPr>
        <p:spPr>
          <a:xfrm xmlns:a="http://schemas.openxmlformats.org/drawingml/2006/main">
            <a:off x="619125" y="3838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5" name="diagram-104">
            <a:extLst xmlns:a="http://schemas.openxmlformats.org/drawingml/2006/main">
              <a:ext uri="{FF2B5EF4-FFF2-40B4-BE49-F238E27FC236}">
                <a16:creationId xmlns:a16="http://schemas.microsoft.com/office/drawing/2014/main" id="{FF5692D7-38B5-426E-B027-61C876009C75}"/>
              </a:ext>
            </a:extLst>
          </p:cNvPr>
          <p:cNvSpPr>
            <a:spLocks xmlns:a="http://schemas.openxmlformats.org/drawingml/2006/main" noGrp="1"/>
          </p:cNvSpPr>
          <p:nvPr/>
        </p:nvSpPr>
        <p:spPr>
          <a:xfrm xmlns:a="http://schemas.openxmlformats.org/drawingml/2006/main">
            <a:off x="1000125" y="3838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6" name="diagram-105">
            <a:extLst xmlns:a="http://schemas.openxmlformats.org/drawingml/2006/main">
              <a:ext uri="{FF2B5EF4-FFF2-40B4-BE49-F238E27FC236}">
                <a16:creationId xmlns:a16="http://schemas.microsoft.com/office/drawing/2014/main" id="{C8778524-74CE-4120-BF9D-6CA078C74F85}"/>
              </a:ext>
            </a:extLst>
          </p:cNvPr>
          <p:cNvSpPr>
            <a:spLocks xmlns:a="http://schemas.openxmlformats.org/drawingml/2006/main" noGrp="1"/>
          </p:cNvSpPr>
          <p:nvPr/>
        </p:nvSpPr>
        <p:spPr>
          <a:xfrm xmlns:a="http://schemas.openxmlformats.org/drawingml/2006/main">
            <a:off x="1381125" y="3838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7" name="diagram-106">
            <a:extLst xmlns:a="http://schemas.openxmlformats.org/drawingml/2006/main">
              <a:ext uri="{FF2B5EF4-FFF2-40B4-BE49-F238E27FC236}">
                <a16:creationId xmlns:a16="http://schemas.microsoft.com/office/drawing/2014/main" id="{5BD6A3D1-D78D-44CD-B9EC-907A125FEA89}"/>
              </a:ext>
            </a:extLst>
          </p:cNvPr>
          <p:cNvSpPr>
            <a:spLocks xmlns:a="http://schemas.openxmlformats.org/drawingml/2006/main" noGrp="1"/>
          </p:cNvSpPr>
          <p:nvPr/>
        </p:nvSpPr>
        <p:spPr>
          <a:xfrm xmlns:a="http://schemas.openxmlformats.org/drawingml/2006/main">
            <a:off x="1762125" y="3838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8" name="diagram-107">
            <a:extLst xmlns:a="http://schemas.openxmlformats.org/drawingml/2006/main">
              <a:ext uri="{FF2B5EF4-FFF2-40B4-BE49-F238E27FC236}">
                <a16:creationId xmlns:a16="http://schemas.microsoft.com/office/drawing/2014/main" id="{8D31BAEC-1FE3-4786-B9C4-FB59BECEBC50}"/>
              </a:ext>
            </a:extLst>
          </p:cNvPr>
          <p:cNvSpPr>
            <a:spLocks xmlns:a="http://schemas.openxmlformats.org/drawingml/2006/main" noGrp="1"/>
          </p:cNvSpPr>
          <p:nvPr/>
        </p:nvSpPr>
        <p:spPr>
          <a:xfrm xmlns:a="http://schemas.openxmlformats.org/drawingml/2006/main">
            <a:off x="2143125" y="3838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9" name="diagram-108">
            <a:extLst xmlns:a="http://schemas.openxmlformats.org/drawingml/2006/main">
              <a:ext uri="{FF2B5EF4-FFF2-40B4-BE49-F238E27FC236}">
                <a16:creationId xmlns:a16="http://schemas.microsoft.com/office/drawing/2014/main" id="{8CDF4D2A-693B-4168-87BA-C76DF9359F94}"/>
              </a:ext>
            </a:extLst>
          </p:cNvPr>
          <p:cNvSpPr>
            <a:spLocks xmlns:a="http://schemas.openxmlformats.org/drawingml/2006/main" noGrp="1"/>
          </p:cNvSpPr>
          <p:nvPr/>
        </p:nvSpPr>
        <p:spPr>
          <a:xfrm xmlns:a="http://schemas.openxmlformats.org/drawingml/2006/main">
            <a:off x="2524125" y="3838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0" name="diagram-109">
            <a:extLst xmlns:a="http://schemas.openxmlformats.org/drawingml/2006/main">
              <a:ext uri="{FF2B5EF4-FFF2-40B4-BE49-F238E27FC236}">
                <a16:creationId xmlns:a16="http://schemas.microsoft.com/office/drawing/2014/main" id="{67A5FCDD-B63C-45A8-A4D7-A5407484AE73}"/>
              </a:ext>
            </a:extLst>
          </p:cNvPr>
          <p:cNvSpPr>
            <a:spLocks xmlns:a="http://schemas.openxmlformats.org/drawingml/2006/main" noGrp="1"/>
          </p:cNvSpPr>
          <p:nvPr/>
        </p:nvSpPr>
        <p:spPr>
          <a:xfrm xmlns:a="http://schemas.openxmlformats.org/drawingml/2006/main">
            <a:off x="619125" y="4219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1" name="diagram-110">
            <a:extLst xmlns:a="http://schemas.openxmlformats.org/drawingml/2006/main">
              <a:ext uri="{FF2B5EF4-FFF2-40B4-BE49-F238E27FC236}">
                <a16:creationId xmlns:a16="http://schemas.microsoft.com/office/drawing/2014/main" id="{19F04AB0-6142-4352-9F54-33FE247A53CF}"/>
              </a:ext>
            </a:extLst>
          </p:cNvPr>
          <p:cNvSpPr>
            <a:spLocks xmlns:a="http://schemas.openxmlformats.org/drawingml/2006/main" noGrp="1"/>
          </p:cNvSpPr>
          <p:nvPr/>
        </p:nvSpPr>
        <p:spPr>
          <a:xfrm xmlns:a="http://schemas.openxmlformats.org/drawingml/2006/main">
            <a:off x="1000125" y="4219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2" name="diagram-111">
            <a:extLst xmlns:a="http://schemas.openxmlformats.org/drawingml/2006/main">
              <a:ext uri="{FF2B5EF4-FFF2-40B4-BE49-F238E27FC236}">
                <a16:creationId xmlns:a16="http://schemas.microsoft.com/office/drawing/2014/main" id="{E5F1DE6A-81F9-41F0-B9F6-F8BE6285A4C6}"/>
              </a:ext>
            </a:extLst>
          </p:cNvPr>
          <p:cNvSpPr>
            <a:spLocks xmlns:a="http://schemas.openxmlformats.org/drawingml/2006/main" noGrp="1"/>
          </p:cNvSpPr>
          <p:nvPr/>
        </p:nvSpPr>
        <p:spPr>
          <a:xfrm xmlns:a="http://schemas.openxmlformats.org/drawingml/2006/main">
            <a:off x="1381125" y="4219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3" name="diagram-112">
            <a:extLst xmlns:a="http://schemas.openxmlformats.org/drawingml/2006/main">
              <a:ext uri="{FF2B5EF4-FFF2-40B4-BE49-F238E27FC236}">
                <a16:creationId xmlns:a16="http://schemas.microsoft.com/office/drawing/2014/main" id="{C3E9F9AA-8327-4198-BF31-1C3784533EAB}"/>
              </a:ext>
            </a:extLst>
          </p:cNvPr>
          <p:cNvSpPr>
            <a:spLocks xmlns:a="http://schemas.openxmlformats.org/drawingml/2006/main" noGrp="1"/>
          </p:cNvSpPr>
          <p:nvPr/>
        </p:nvSpPr>
        <p:spPr>
          <a:xfrm xmlns:a="http://schemas.openxmlformats.org/drawingml/2006/main">
            <a:off x="1762125" y="4219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4" name="diagram-113">
            <a:extLst xmlns:a="http://schemas.openxmlformats.org/drawingml/2006/main">
              <a:ext uri="{FF2B5EF4-FFF2-40B4-BE49-F238E27FC236}">
                <a16:creationId xmlns:a16="http://schemas.microsoft.com/office/drawing/2014/main" id="{88371710-78F9-4BA4-B421-80CD0D1B69E6}"/>
              </a:ext>
            </a:extLst>
          </p:cNvPr>
          <p:cNvSpPr>
            <a:spLocks xmlns:a="http://schemas.openxmlformats.org/drawingml/2006/main" noGrp="1"/>
          </p:cNvSpPr>
          <p:nvPr/>
        </p:nvSpPr>
        <p:spPr>
          <a:xfrm xmlns:a="http://schemas.openxmlformats.org/drawingml/2006/main">
            <a:off x="2143125" y="4219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5" name="diagram-114">
            <a:extLst xmlns:a="http://schemas.openxmlformats.org/drawingml/2006/main">
              <a:ext uri="{FF2B5EF4-FFF2-40B4-BE49-F238E27FC236}">
                <a16:creationId xmlns:a16="http://schemas.microsoft.com/office/drawing/2014/main" id="{2AFB6536-404C-411E-9EFE-634C3E2190AC}"/>
              </a:ext>
            </a:extLst>
          </p:cNvPr>
          <p:cNvSpPr>
            <a:spLocks xmlns:a="http://schemas.openxmlformats.org/drawingml/2006/main" noGrp="1"/>
          </p:cNvSpPr>
          <p:nvPr/>
        </p:nvSpPr>
        <p:spPr>
          <a:xfrm xmlns:a="http://schemas.openxmlformats.org/drawingml/2006/main">
            <a:off x="2524125" y="4219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6" name="diagram-115">
            <a:extLst xmlns:a="http://schemas.openxmlformats.org/drawingml/2006/main">
              <a:ext uri="{FF2B5EF4-FFF2-40B4-BE49-F238E27FC236}">
                <a16:creationId xmlns:a16="http://schemas.microsoft.com/office/drawing/2014/main" id="{0CD396AB-264E-4C66-9924-EF5C1BA74D3E}"/>
              </a:ext>
            </a:extLst>
          </p:cNvPr>
          <p:cNvSpPr>
            <a:spLocks xmlns:a="http://schemas.openxmlformats.org/drawingml/2006/main" noGrp="1"/>
          </p:cNvSpPr>
          <p:nvPr/>
        </p:nvSpPr>
        <p:spPr>
          <a:xfrm xmlns:a="http://schemas.openxmlformats.org/drawingml/2006/main">
            <a:off x="619125" y="4600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7" name="diagram-116">
            <a:extLst xmlns:a="http://schemas.openxmlformats.org/drawingml/2006/main">
              <a:ext uri="{FF2B5EF4-FFF2-40B4-BE49-F238E27FC236}">
                <a16:creationId xmlns:a16="http://schemas.microsoft.com/office/drawing/2014/main" id="{A06ADA21-A87E-411D-926F-B24A298F72B9}"/>
              </a:ext>
            </a:extLst>
          </p:cNvPr>
          <p:cNvSpPr>
            <a:spLocks xmlns:a="http://schemas.openxmlformats.org/drawingml/2006/main" noGrp="1"/>
          </p:cNvSpPr>
          <p:nvPr/>
        </p:nvSpPr>
        <p:spPr>
          <a:xfrm xmlns:a="http://schemas.openxmlformats.org/drawingml/2006/main">
            <a:off x="1000125" y="4600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8" name="diagram-117">
            <a:extLst xmlns:a="http://schemas.openxmlformats.org/drawingml/2006/main">
              <a:ext uri="{FF2B5EF4-FFF2-40B4-BE49-F238E27FC236}">
                <a16:creationId xmlns:a16="http://schemas.microsoft.com/office/drawing/2014/main" id="{ACA9E58F-093D-4F9A-852C-B32A2A73DD81}"/>
              </a:ext>
            </a:extLst>
          </p:cNvPr>
          <p:cNvSpPr>
            <a:spLocks xmlns:a="http://schemas.openxmlformats.org/drawingml/2006/main" noGrp="1"/>
          </p:cNvSpPr>
          <p:nvPr/>
        </p:nvSpPr>
        <p:spPr>
          <a:xfrm xmlns:a="http://schemas.openxmlformats.org/drawingml/2006/main">
            <a:off x="1381125" y="4600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9" name="diagram-118">
            <a:extLst xmlns:a="http://schemas.openxmlformats.org/drawingml/2006/main">
              <a:ext uri="{FF2B5EF4-FFF2-40B4-BE49-F238E27FC236}">
                <a16:creationId xmlns:a16="http://schemas.microsoft.com/office/drawing/2014/main" id="{B73C5A44-AFBB-479C-97FB-4F9CC0924B2D}"/>
              </a:ext>
            </a:extLst>
          </p:cNvPr>
          <p:cNvSpPr>
            <a:spLocks xmlns:a="http://schemas.openxmlformats.org/drawingml/2006/main" noGrp="1"/>
          </p:cNvSpPr>
          <p:nvPr/>
        </p:nvSpPr>
        <p:spPr>
          <a:xfrm xmlns:a="http://schemas.openxmlformats.org/drawingml/2006/main">
            <a:off x="1762125" y="4600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40" name="diagram-119">
            <a:extLst xmlns:a="http://schemas.openxmlformats.org/drawingml/2006/main">
              <a:ext uri="{FF2B5EF4-FFF2-40B4-BE49-F238E27FC236}">
                <a16:creationId xmlns:a16="http://schemas.microsoft.com/office/drawing/2014/main" id="{0DBDF96D-6605-42F9-B186-E089E6FD799F}"/>
              </a:ext>
            </a:extLst>
          </p:cNvPr>
          <p:cNvSpPr>
            <a:spLocks xmlns:a="http://schemas.openxmlformats.org/drawingml/2006/main" noGrp="1"/>
          </p:cNvSpPr>
          <p:nvPr/>
        </p:nvSpPr>
        <p:spPr>
          <a:xfrm xmlns:a="http://schemas.openxmlformats.org/drawingml/2006/main">
            <a:off x="2143125" y="4600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41" name="diagram-120">
            <a:extLst xmlns:a="http://schemas.openxmlformats.org/drawingml/2006/main">
              <a:ext uri="{FF2B5EF4-FFF2-40B4-BE49-F238E27FC236}">
                <a16:creationId xmlns:a16="http://schemas.microsoft.com/office/drawing/2014/main" id="{3225BFAD-31DD-4582-A0A4-D23781D66ECD}"/>
              </a:ext>
            </a:extLst>
          </p:cNvPr>
          <p:cNvSpPr>
            <a:spLocks xmlns:a="http://schemas.openxmlformats.org/drawingml/2006/main" noGrp="1"/>
          </p:cNvSpPr>
          <p:nvPr/>
        </p:nvSpPr>
        <p:spPr>
          <a:xfrm xmlns:a="http://schemas.openxmlformats.org/drawingml/2006/main">
            <a:off x="2524125" y="4600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42" name="text-121">
            <a:extLst xmlns:a="http://schemas.openxmlformats.org/drawingml/2006/main">
              <a:ext uri="{FF2B5EF4-FFF2-40B4-BE49-F238E27FC236}">
                <a16:creationId xmlns:a16="http://schemas.microsoft.com/office/drawing/2014/main" id="{422A2224-AD96-497E-8E0D-C397D2FB17A5}"/>
              </a:ext>
            </a:extLst>
          </p:cNvPr>
          <p:cNvSpPr>
            <a:spLocks xmlns:a="http://schemas.openxmlformats.org/drawingml/2006/main" noGrp="1"/>
          </p:cNvSpPr>
          <p:nvPr/>
        </p:nvSpPr>
        <p:spPr>
          <a:xfrm xmlns:a="http://schemas.openxmlformats.org/drawingml/2006/main">
            <a:off x="4143375" y="1666875"/>
            <a:ext cx="333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42B3F"/>
                </a:solidFill>
                <a:latin typeface="Arial"/>
                <a:ea typeface="Arial"/>
                <a:cs typeface="Arial"/>
              </a:defRPr>
            </a:pPr>
            <a:r>
              <a:rPr sz="2250" b="1">
                <a:solidFill>
                  <a:srgbClr val="142B3F"/>
                </a:solidFill>
                <a:latin typeface="Arial"/>
                <a:ea typeface="Arial"/>
                <a:cs typeface="Arial"/>
              </a:rPr>
              <a:t>16 × 16 threads</a:t>
            </a:r>
          </a:p>
        </p:txBody>
      </p:sp>
      <p:sp>
        <p:nvSpPr>
          <p:cNvPr id="43" name="text-122">
            <a:extLst xmlns:a="http://schemas.openxmlformats.org/drawingml/2006/main">
              <a:ext uri="{FF2B5EF4-FFF2-40B4-BE49-F238E27FC236}">
                <a16:creationId xmlns:a16="http://schemas.microsoft.com/office/drawing/2014/main" id="{75F02ADF-BD30-46B7-8647-B2ADF3D75792}"/>
              </a:ext>
            </a:extLst>
          </p:cNvPr>
          <p:cNvSpPr>
            <a:spLocks xmlns:a="http://schemas.openxmlformats.org/drawingml/2006/main" noGrp="1"/>
          </p:cNvSpPr>
          <p:nvPr/>
        </p:nvSpPr>
        <p:spPr>
          <a:xfrm xmlns:a="http://schemas.openxmlformats.org/drawingml/2006/main">
            <a:off x="4143375" y="2095500"/>
            <a:ext cx="333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496274"/>
                </a:solidFill>
                <a:latin typeface="Arial"/>
                <a:ea typeface="Arial"/>
                <a:cs typeface="Arial"/>
              </a:defRPr>
            </a:pPr>
            <a:r>
              <a:rPr sz="1725" b="0">
                <a:solidFill>
                  <a:srgbClr val="496274"/>
                </a:solidFill>
                <a:latin typeface="Arial"/>
                <a:ea typeface="Arial"/>
                <a:cs typeface="Arial"/>
              </a:rPr>
              <a:t>One block = 256 threads</a:t>
            </a:r>
          </a:p>
        </p:txBody>
      </p:sp>
      <p:sp>
        <p:nvSpPr>
          <p:cNvPr id="44" name="diagram-123">
            <a:extLst xmlns:a="http://schemas.openxmlformats.org/drawingml/2006/main">
              <a:ext uri="{FF2B5EF4-FFF2-40B4-BE49-F238E27FC236}">
                <a16:creationId xmlns:a16="http://schemas.microsoft.com/office/drawing/2014/main" id="{95AE19AC-6F63-4587-92AC-728D4A33393A}"/>
              </a:ext>
            </a:extLst>
          </p:cNvPr>
          <p:cNvSpPr>
            <a:spLocks xmlns:a="http://schemas.openxmlformats.org/drawingml/2006/main" noGrp="1"/>
          </p:cNvSpPr>
          <p:nvPr/>
        </p:nvSpPr>
        <p:spPr>
          <a:xfrm xmlns:a="http://schemas.openxmlformats.org/drawingml/2006/main">
            <a:off x="4229100"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45" name="diagram-124">
            <a:extLst xmlns:a="http://schemas.openxmlformats.org/drawingml/2006/main">
              <a:ext uri="{FF2B5EF4-FFF2-40B4-BE49-F238E27FC236}">
                <a16:creationId xmlns:a16="http://schemas.microsoft.com/office/drawing/2014/main" id="{8E2062C3-8AE8-4574-B449-31D8DA29ABF5}"/>
              </a:ext>
            </a:extLst>
          </p:cNvPr>
          <p:cNvSpPr>
            <a:spLocks xmlns:a="http://schemas.openxmlformats.org/drawingml/2006/main" noGrp="1"/>
          </p:cNvSpPr>
          <p:nvPr/>
        </p:nvSpPr>
        <p:spPr>
          <a:xfrm xmlns:a="http://schemas.openxmlformats.org/drawingml/2006/main">
            <a:off x="4371975"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46" name="diagram-125">
            <a:extLst xmlns:a="http://schemas.openxmlformats.org/drawingml/2006/main">
              <a:ext uri="{FF2B5EF4-FFF2-40B4-BE49-F238E27FC236}">
                <a16:creationId xmlns:a16="http://schemas.microsoft.com/office/drawing/2014/main" id="{F83B9D5F-CCBD-4EB6-8FE5-F44A3ED9645B}"/>
              </a:ext>
            </a:extLst>
          </p:cNvPr>
          <p:cNvSpPr>
            <a:spLocks xmlns:a="http://schemas.openxmlformats.org/drawingml/2006/main" noGrp="1"/>
          </p:cNvSpPr>
          <p:nvPr/>
        </p:nvSpPr>
        <p:spPr>
          <a:xfrm xmlns:a="http://schemas.openxmlformats.org/drawingml/2006/main">
            <a:off x="4514850"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47" name="diagram-126">
            <a:extLst xmlns:a="http://schemas.openxmlformats.org/drawingml/2006/main">
              <a:ext uri="{FF2B5EF4-FFF2-40B4-BE49-F238E27FC236}">
                <a16:creationId xmlns:a16="http://schemas.microsoft.com/office/drawing/2014/main" id="{A2F2FDB7-F408-42EF-A439-E51BC1B04D08}"/>
              </a:ext>
            </a:extLst>
          </p:cNvPr>
          <p:cNvSpPr>
            <a:spLocks xmlns:a="http://schemas.openxmlformats.org/drawingml/2006/main" noGrp="1"/>
          </p:cNvSpPr>
          <p:nvPr/>
        </p:nvSpPr>
        <p:spPr>
          <a:xfrm xmlns:a="http://schemas.openxmlformats.org/drawingml/2006/main">
            <a:off x="4657725"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48" name="diagram-127">
            <a:extLst xmlns:a="http://schemas.openxmlformats.org/drawingml/2006/main">
              <a:ext uri="{FF2B5EF4-FFF2-40B4-BE49-F238E27FC236}">
                <a16:creationId xmlns:a16="http://schemas.microsoft.com/office/drawing/2014/main" id="{C2D8DBEE-EFDF-4921-8DAE-52AF4EFD5131}"/>
              </a:ext>
            </a:extLst>
          </p:cNvPr>
          <p:cNvSpPr>
            <a:spLocks xmlns:a="http://schemas.openxmlformats.org/drawingml/2006/main" noGrp="1"/>
          </p:cNvSpPr>
          <p:nvPr/>
        </p:nvSpPr>
        <p:spPr>
          <a:xfrm xmlns:a="http://schemas.openxmlformats.org/drawingml/2006/main">
            <a:off x="4800600"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49" name="diagram-128">
            <a:extLst xmlns:a="http://schemas.openxmlformats.org/drawingml/2006/main">
              <a:ext uri="{FF2B5EF4-FFF2-40B4-BE49-F238E27FC236}">
                <a16:creationId xmlns:a16="http://schemas.microsoft.com/office/drawing/2014/main" id="{9896CCD0-4202-47F0-A5FA-4073E595317E}"/>
              </a:ext>
            </a:extLst>
          </p:cNvPr>
          <p:cNvSpPr>
            <a:spLocks xmlns:a="http://schemas.openxmlformats.org/drawingml/2006/main" noGrp="1"/>
          </p:cNvSpPr>
          <p:nvPr/>
        </p:nvSpPr>
        <p:spPr>
          <a:xfrm xmlns:a="http://schemas.openxmlformats.org/drawingml/2006/main">
            <a:off x="4943475"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50" name="diagram-129">
            <a:extLst xmlns:a="http://schemas.openxmlformats.org/drawingml/2006/main">
              <a:ext uri="{FF2B5EF4-FFF2-40B4-BE49-F238E27FC236}">
                <a16:creationId xmlns:a16="http://schemas.microsoft.com/office/drawing/2014/main" id="{BC8CE754-C74E-4E59-A672-015D411426A6}"/>
              </a:ext>
            </a:extLst>
          </p:cNvPr>
          <p:cNvSpPr>
            <a:spLocks xmlns:a="http://schemas.openxmlformats.org/drawingml/2006/main" noGrp="1"/>
          </p:cNvSpPr>
          <p:nvPr/>
        </p:nvSpPr>
        <p:spPr>
          <a:xfrm xmlns:a="http://schemas.openxmlformats.org/drawingml/2006/main">
            <a:off x="5086350"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51" name="diagram-130">
            <a:extLst xmlns:a="http://schemas.openxmlformats.org/drawingml/2006/main">
              <a:ext uri="{FF2B5EF4-FFF2-40B4-BE49-F238E27FC236}">
                <a16:creationId xmlns:a16="http://schemas.microsoft.com/office/drawing/2014/main" id="{C901F530-F683-445C-BE32-A3347E25369F}"/>
              </a:ext>
            </a:extLst>
          </p:cNvPr>
          <p:cNvSpPr>
            <a:spLocks xmlns:a="http://schemas.openxmlformats.org/drawingml/2006/main" noGrp="1"/>
          </p:cNvSpPr>
          <p:nvPr/>
        </p:nvSpPr>
        <p:spPr>
          <a:xfrm xmlns:a="http://schemas.openxmlformats.org/drawingml/2006/main">
            <a:off x="5229225"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52" name="diagram-131">
            <a:extLst xmlns:a="http://schemas.openxmlformats.org/drawingml/2006/main">
              <a:ext uri="{FF2B5EF4-FFF2-40B4-BE49-F238E27FC236}">
                <a16:creationId xmlns:a16="http://schemas.microsoft.com/office/drawing/2014/main" id="{88268C28-E6B8-4156-8611-9A0685432101}"/>
              </a:ext>
            </a:extLst>
          </p:cNvPr>
          <p:cNvSpPr>
            <a:spLocks xmlns:a="http://schemas.openxmlformats.org/drawingml/2006/main" noGrp="1"/>
          </p:cNvSpPr>
          <p:nvPr/>
        </p:nvSpPr>
        <p:spPr>
          <a:xfrm xmlns:a="http://schemas.openxmlformats.org/drawingml/2006/main">
            <a:off x="5372100"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53" name="diagram-132">
            <a:extLst xmlns:a="http://schemas.openxmlformats.org/drawingml/2006/main">
              <a:ext uri="{FF2B5EF4-FFF2-40B4-BE49-F238E27FC236}">
                <a16:creationId xmlns:a16="http://schemas.microsoft.com/office/drawing/2014/main" id="{E59679A3-A885-4629-9DDF-A4C6528B32FF}"/>
              </a:ext>
            </a:extLst>
          </p:cNvPr>
          <p:cNvSpPr>
            <a:spLocks xmlns:a="http://schemas.openxmlformats.org/drawingml/2006/main" noGrp="1"/>
          </p:cNvSpPr>
          <p:nvPr/>
        </p:nvSpPr>
        <p:spPr>
          <a:xfrm xmlns:a="http://schemas.openxmlformats.org/drawingml/2006/main">
            <a:off x="5514975"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54" name="diagram-133">
            <a:extLst xmlns:a="http://schemas.openxmlformats.org/drawingml/2006/main">
              <a:ext uri="{FF2B5EF4-FFF2-40B4-BE49-F238E27FC236}">
                <a16:creationId xmlns:a16="http://schemas.microsoft.com/office/drawing/2014/main" id="{2F6E45D5-FC3D-4BA5-AD94-0293B56F0361}"/>
              </a:ext>
            </a:extLst>
          </p:cNvPr>
          <p:cNvSpPr>
            <a:spLocks xmlns:a="http://schemas.openxmlformats.org/drawingml/2006/main" noGrp="1"/>
          </p:cNvSpPr>
          <p:nvPr/>
        </p:nvSpPr>
        <p:spPr>
          <a:xfrm xmlns:a="http://schemas.openxmlformats.org/drawingml/2006/main">
            <a:off x="5657850"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55" name="diagram-134">
            <a:extLst xmlns:a="http://schemas.openxmlformats.org/drawingml/2006/main">
              <a:ext uri="{FF2B5EF4-FFF2-40B4-BE49-F238E27FC236}">
                <a16:creationId xmlns:a16="http://schemas.microsoft.com/office/drawing/2014/main" id="{08AB4CB3-D942-4F2E-B87D-1C460C2D492F}"/>
              </a:ext>
            </a:extLst>
          </p:cNvPr>
          <p:cNvSpPr>
            <a:spLocks xmlns:a="http://schemas.openxmlformats.org/drawingml/2006/main" noGrp="1"/>
          </p:cNvSpPr>
          <p:nvPr/>
        </p:nvSpPr>
        <p:spPr>
          <a:xfrm xmlns:a="http://schemas.openxmlformats.org/drawingml/2006/main">
            <a:off x="5800725"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56" name="diagram-135">
            <a:extLst xmlns:a="http://schemas.openxmlformats.org/drawingml/2006/main">
              <a:ext uri="{FF2B5EF4-FFF2-40B4-BE49-F238E27FC236}">
                <a16:creationId xmlns:a16="http://schemas.microsoft.com/office/drawing/2014/main" id="{62393CCE-98A1-4506-8750-7F03EE1192BB}"/>
              </a:ext>
            </a:extLst>
          </p:cNvPr>
          <p:cNvSpPr>
            <a:spLocks xmlns:a="http://schemas.openxmlformats.org/drawingml/2006/main" noGrp="1"/>
          </p:cNvSpPr>
          <p:nvPr/>
        </p:nvSpPr>
        <p:spPr>
          <a:xfrm xmlns:a="http://schemas.openxmlformats.org/drawingml/2006/main">
            <a:off x="5943600"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57" name="diagram-136">
            <a:extLst xmlns:a="http://schemas.openxmlformats.org/drawingml/2006/main">
              <a:ext uri="{FF2B5EF4-FFF2-40B4-BE49-F238E27FC236}">
                <a16:creationId xmlns:a16="http://schemas.microsoft.com/office/drawing/2014/main" id="{B73CC200-B7B4-462E-9646-AE890E06B404}"/>
              </a:ext>
            </a:extLst>
          </p:cNvPr>
          <p:cNvSpPr>
            <a:spLocks xmlns:a="http://schemas.openxmlformats.org/drawingml/2006/main" noGrp="1"/>
          </p:cNvSpPr>
          <p:nvPr/>
        </p:nvSpPr>
        <p:spPr>
          <a:xfrm xmlns:a="http://schemas.openxmlformats.org/drawingml/2006/main">
            <a:off x="6086475"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58" name="diagram-137">
            <a:extLst xmlns:a="http://schemas.openxmlformats.org/drawingml/2006/main">
              <a:ext uri="{FF2B5EF4-FFF2-40B4-BE49-F238E27FC236}">
                <a16:creationId xmlns:a16="http://schemas.microsoft.com/office/drawing/2014/main" id="{053BE230-F1D2-4596-8438-9E74ED512A72}"/>
              </a:ext>
            </a:extLst>
          </p:cNvPr>
          <p:cNvSpPr>
            <a:spLocks xmlns:a="http://schemas.openxmlformats.org/drawingml/2006/main" noGrp="1"/>
          </p:cNvSpPr>
          <p:nvPr/>
        </p:nvSpPr>
        <p:spPr>
          <a:xfrm xmlns:a="http://schemas.openxmlformats.org/drawingml/2006/main">
            <a:off x="6229350"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59" name="diagram-138">
            <a:extLst xmlns:a="http://schemas.openxmlformats.org/drawingml/2006/main">
              <a:ext uri="{FF2B5EF4-FFF2-40B4-BE49-F238E27FC236}">
                <a16:creationId xmlns:a16="http://schemas.microsoft.com/office/drawing/2014/main" id="{D98EDE75-A3DC-4576-B9B3-087C599F51FB}"/>
              </a:ext>
            </a:extLst>
          </p:cNvPr>
          <p:cNvSpPr>
            <a:spLocks xmlns:a="http://schemas.openxmlformats.org/drawingml/2006/main" noGrp="1"/>
          </p:cNvSpPr>
          <p:nvPr/>
        </p:nvSpPr>
        <p:spPr>
          <a:xfrm xmlns:a="http://schemas.openxmlformats.org/drawingml/2006/main">
            <a:off x="6372225"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60" name="diagram-139">
            <a:extLst xmlns:a="http://schemas.openxmlformats.org/drawingml/2006/main">
              <a:ext uri="{FF2B5EF4-FFF2-40B4-BE49-F238E27FC236}">
                <a16:creationId xmlns:a16="http://schemas.microsoft.com/office/drawing/2014/main" id="{2DA84331-0765-4BBE-91A1-49657C29C18B}"/>
              </a:ext>
            </a:extLst>
          </p:cNvPr>
          <p:cNvSpPr>
            <a:spLocks xmlns:a="http://schemas.openxmlformats.org/drawingml/2006/main" noGrp="1"/>
          </p:cNvSpPr>
          <p:nvPr/>
        </p:nvSpPr>
        <p:spPr>
          <a:xfrm xmlns:a="http://schemas.openxmlformats.org/drawingml/2006/main">
            <a:off x="4229100"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61" name="diagram-140">
            <a:extLst xmlns:a="http://schemas.openxmlformats.org/drawingml/2006/main">
              <a:ext uri="{FF2B5EF4-FFF2-40B4-BE49-F238E27FC236}">
                <a16:creationId xmlns:a16="http://schemas.microsoft.com/office/drawing/2014/main" id="{A6229BE4-00FF-4E63-849C-0F026707C6BC}"/>
              </a:ext>
            </a:extLst>
          </p:cNvPr>
          <p:cNvSpPr>
            <a:spLocks xmlns:a="http://schemas.openxmlformats.org/drawingml/2006/main" noGrp="1"/>
          </p:cNvSpPr>
          <p:nvPr/>
        </p:nvSpPr>
        <p:spPr>
          <a:xfrm xmlns:a="http://schemas.openxmlformats.org/drawingml/2006/main">
            <a:off x="4371975"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62" name="diagram-141">
            <a:extLst xmlns:a="http://schemas.openxmlformats.org/drawingml/2006/main">
              <a:ext uri="{FF2B5EF4-FFF2-40B4-BE49-F238E27FC236}">
                <a16:creationId xmlns:a16="http://schemas.microsoft.com/office/drawing/2014/main" id="{C0B00F17-B910-423D-81F5-F1461B23B643}"/>
              </a:ext>
            </a:extLst>
          </p:cNvPr>
          <p:cNvSpPr>
            <a:spLocks xmlns:a="http://schemas.openxmlformats.org/drawingml/2006/main" noGrp="1"/>
          </p:cNvSpPr>
          <p:nvPr/>
        </p:nvSpPr>
        <p:spPr>
          <a:xfrm xmlns:a="http://schemas.openxmlformats.org/drawingml/2006/main">
            <a:off x="4514850"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63" name="diagram-142">
            <a:extLst xmlns:a="http://schemas.openxmlformats.org/drawingml/2006/main">
              <a:ext uri="{FF2B5EF4-FFF2-40B4-BE49-F238E27FC236}">
                <a16:creationId xmlns:a16="http://schemas.microsoft.com/office/drawing/2014/main" id="{C2EAF385-C1DC-47A7-9634-CE7715F96690}"/>
              </a:ext>
            </a:extLst>
          </p:cNvPr>
          <p:cNvSpPr>
            <a:spLocks xmlns:a="http://schemas.openxmlformats.org/drawingml/2006/main" noGrp="1"/>
          </p:cNvSpPr>
          <p:nvPr/>
        </p:nvSpPr>
        <p:spPr>
          <a:xfrm xmlns:a="http://schemas.openxmlformats.org/drawingml/2006/main">
            <a:off x="4657725"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64" name="diagram-143">
            <a:extLst xmlns:a="http://schemas.openxmlformats.org/drawingml/2006/main">
              <a:ext uri="{FF2B5EF4-FFF2-40B4-BE49-F238E27FC236}">
                <a16:creationId xmlns:a16="http://schemas.microsoft.com/office/drawing/2014/main" id="{3575F701-96AD-4258-98AC-F25045E86699}"/>
              </a:ext>
            </a:extLst>
          </p:cNvPr>
          <p:cNvSpPr>
            <a:spLocks xmlns:a="http://schemas.openxmlformats.org/drawingml/2006/main" noGrp="1"/>
          </p:cNvSpPr>
          <p:nvPr/>
        </p:nvSpPr>
        <p:spPr>
          <a:xfrm xmlns:a="http://schemas.openxmlformats.org/drawingml/2006/main">
            <a:off x="4800600"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65" name="diagram-144">
            <a:extLst xmlns:a="http://schemas.openxmlformats.org/drawingml/2006/main">
              <a:ext uri="{FF2B5EF4-FFF2-40B4-BE49-F238E27FC236}">
                <a16:creationId xmlns:a16="http://schemas.microsoft.com/office/drawing/2014/main" id="{1A186DB4-2E71-4877-9E55-AFEC7EE5E42A}"/>
              </a:ext>
            </a:extLst>
          </p:cNvPr>
          <p:cNvSpPr>
            <a:spLocks xmlns:a="http://schemas.openxmlformats.org/drawingml/2006/main" noGrp="1"/>
          </p:cNvSpPr>
          <p:nvPr/>
        </p:nvSpPr>
        <p:spPr>
          <a:xfrm xmlns:a="http://schemas.openxmlformats.org/drawingml/2006/main">
            <a:off x="4943475"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66" name="diagram-145">
            <a:extLst xmlns:a="http://schemas.openxmlformats.org/drawingml/2006/main">
              <a:ext uri="{FF2B5EF4-FFF2-40B4-BE49-F238E27FC236}">
                <a16:creationId xmlns:a16="http://schemas.microsoft.com/office/drawing/2014/main" id="{850881B8-5DAF-4845-8261-A7170E35033A}"/>
              </a:ext>
            </a:extLst>
          </p:cNvPr>
          <p:cNvSpPr>
            <a:spLocks xmlns:a="http://schemas.openxmlformats.org/drawingml/2006/main" noGrp="1"/>
          </p:cNvSpPr>
          <p:nvPr/>
        </p:nvSpPr>
        <p:spPr>
          <a:xfrm xmlns:a="http://schemas.openxmlformats.org/drawingml/2006/main">
            <a:off x="5086350"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67" name="diagram-146">
            <a:extLst xmlns:a="http://schemas.openxmlformats.org/drawingml/2006/main">
              <a:ext uri="{FF2B5EF4-FFF2-40B4-BE49-F238E27FC236}">
                <a16:creationId xmlns:a16="http://schemas.microsoft.com/office/drawing/2014/main" id="{74F2F301-C618-40FB-A0E5-D9EA9635800C}"/>
              </a:ext>
            </a:extLst>
          </p:cNvPr>
          <p:cNvSpPr>
            <a:spLocks xmlns:a="http://schemas.openxmlformats.org/drawingml/2006/main" noGrp="1"/>
          </p:cNvSpPr>
          <p:nvPr/>
        </p:nvSpPr>
        <p:spPr>
          <a:xfrm xmlns:a="http://schemas.openxmlformats.org/drawingml/2006/main">
            <a:off x="5229225"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68" name="diagram-147">
            <a:extLst xmlns:a="http://schemas.openxmlformats.org/drawingml/2006/main">
              <a:ext uri="{FF2B5EF4-FFF2-40B4-BE49-F238E27FC236}">
                <a16:creationId xmlns:a16="http://schemas.microsoft.com/office/drawing/2014/main" id="{B4150D0B-5597-45EE-9AD4-A260151C13E7}"/>
              </a:ext>
            </a:extLst>
          </p:cNvPr>
          <p:cNvSpPr>
            <a:spLocks xmlns:a="http://schemas.openxmlformats.org/drawingml/2006/main" noGrp="1"/>
          </p:cNvSpPr>
          <p:nvPr/>
        </p:nvSpPr>
        <p:spPr>
          <a:xfrm xmlns:a="http://schemas.openxmlformats.org/drawingml/2006/main">
            <a:off x="5372100"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69" name="diagram-148">
            <a:extLst xmlns:a="http://schemas.openxmlformats.org/drawingml/2006/main">
              <a:ext uri="{FF2B5EF4-FFF2-40B4-BE49-F238E27FC236}">
                <a16:creationId xmlns:a16="http://schemas.microsoft.com/office/drawing/2014/main" id="{3C373DBE-4EB8-414D-8C7E-73B43B1E8382}"/>
              </a:ext>
            </a:extLst>
          </p:cNvPr>
          <p:cNvSpPr>
            <a:spLocks xmlns:a="http://schemas.openxmlformats.org/drawingml/2006/main" noGrp="1"/>
          </p:cNvSpPr>
          <p:nvPr/>
        </p:nvSpPr>
        <p:spPr>
          <a:xfrm xmlns:a="http://schemas.openxmlformats.org/drawingml/2006/main">
            <a:off x="5514975"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70" name="diagram-149">
            <a:extLst xmlns:a="http://schemas.openxmlformats.org/drawingml/2006/main">
              <a:ext uri="{FF2B5EF4-FFF2-40B4-BE49-F238E27FC236}">
                <a16:creationId xmlns:a16="http://schemas.microsoft.com/office/drawing/2014/main" id="{F04C4754-88D0-48B4-9E0F-1ED63AB7EBE1}"/>
              </a:ext>
            </a:extLst>
          </p:cNvPr>
          <p:cNvSpPr>
            <a:spLocks xmlns:a="http://schemas.openxmlformats.org/drawingml/2006/main" noGrp="1"/>
          </p:cNvSpPr>
          <p:nvPr/>
        </p:nvSpPr>
        <p:spPr>
          <a:xfrm xmlns:a="http://schemas.openxmlformats.org/drawingml/2006/main">
            <a:off x="5657850"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71" name="diagram-150">
            <a:extLst xmlns:a="http://schemas.openxmlformats.org/drawingml/2006/main">
              <a:ext uri="{FF2B5EF4-FFF2-40B4-BE49-F238E27FC236}">
                <a16:creationId xmlns:a16="http://schemas.microsoft.com/office/drawing/2014/main" id="{14ED1EED-C236-4581-A95F-226199B233F4}"/>
              </a:ext>
            </a:extLst>
          </p:cNvPr>
          <p:cNvSpPr>
            <a:spLocks xmlns:a="http://schemas.openxmlformats.org/drawingml/2006/main" noGrp="1"/>
          </p:cNvSpPr>
          <p:nvPr/>
        </p:nvSpPr>
        <p:spPr>
          <a:xfrm xmlns:a="http://schemas.openxmlformats.org/drawingml/2006/main">
            <a:off x="5800725"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72" name="diagram-151">
            <a:extLst xmlns:a="http://schemas.openxmlformats.org/drawingml/2006/main">
              <a:ext uri="{FF2B5EF4-FFF2-40B4-BE49-F238E27FC236}">
                <a16:creationId xmlns:a16="http://schemas.microsoft.com/office/drawing/2014/main" id="{95EE3994-98C5-4A67-B955-953CEBD3C285}"/>
              </a:ext>
            </a:extLst>
          </p:cNvPr>
          <p:cNvSpPr>
            <a:spLocks xmlns:a="http://schemas.openxmlformats.org/drawingml/2006/main" noGrp="1"/>
          </p:cNvSpPr>
          <p:nvPr/>
        </p:nvSpPr>
        <p:spPr>
          <a:xfrm xmlns:a="http://schemas.openxmlformats.org/drawingml/2006/main">
            <a:off x="5943600"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73" name="diagram-152">
            <a:extLst xmlns:a="http://schemas.openxmlformats.org/drawingml/2006/main">
              <a:ext uri="{FF2B5EF4-FFF2-40B4-BE49-F238E27FC236}">
                <a16:creationId xmlns:a16="http://schemas.microsoft.com/office/drawing/2014/main" id="{2023C497-C125-4F15-9B83-3A68960D6C6D}"/>
              </a:ext>
            </a:extLst>
          </p:cNvPr>
          <p:cNvSpPr>
            <a:spLocks xmlns:a="http://schemas.openxmlformats.org/drawingml/2006/main" noGrp="1"/>
          </p:cNvSpPr>
          <p:nvPr/>
        </p:nvSpPr>
        <p:spPr>
          <a:xfrm xmlns:a="http://schemas.openxmlformats.org/drawingml/2006/main">
            <a:off x="6086475"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74" name="diagram-153">
            <a:extLst xmlns:a="http://schemas.openxmlformats.org/drawingml/2006/main">
              <a:ext uri="{FF2B5EF4-FFF2-40B4-BE49-F238E27FC236}">
                <a16:creationId xmlns:a16="http://schemas.microsoft.com/office/drawing/2014/main" id="{75A89089-921F-45D2-97F7-D791745EDB8D}"/>
              </a:ext>
            </a:extLst>
          </p:cNvPr>
          <p:cNvSpPr>
            <a:spLocks xmlns:a="http://schemas.openxmlformats.org/drawingml/2006/main" noGrp="1"/>
          </p:cNvSpPr>
          <p:nvPr/>
        </p:nvSpPr>
        <p:spPr>
          <a:xfrm xmlns:a="http://schemas.openxmlformats.org/drawingml/2006/main">
            <a:off x="6229350"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75" name="diagram-154">
            <a:extLst xmlns:a="http://schemas.openxmlformats.org/drawingml/2006/main">
              <a:ext uri="{FF2B5EF4-FFF2-40B4-BE49-F238E27FC236}">
                <a16:creationId xmlns:a16="http://schemas.microsoft.com/office/drawing/2014/main" id="{697467A2-118F-47E2-9952-BE8F09850380}"/>
              </a:ext>
            </a:extLst>
          </p:cNvPr>
          <p:cNvSpPr>
            <a:spLocks xmlns:a="http://schemas.openxmlformats.org/drawingml/2006/main" noGrp="1"/>
          </p:cNvSpPr>
          <p:nvPr/>
        </p:nvSpPr>
        <p:spPr>
          <a:xfrm xmlns:a="http://schemas.openxmlformats.org/drawingml/2006/main">
            <a:off x="6372225"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76" name="diagram-155">
            <a:extLst xmlns:a="http://schemas.openxmlformats.org/drawingml/2006/main">
              <a:ext uri="{FF2B5EF4-FFF2-40B4-BE49-F238E27FC236}">
                <a16:creationId xmlns:a16="http://schemas.microsoft.com/office/drawing/2014/main" id="{3B921C2A-5F95-4B12-9F93-D628D415865A}"/>
              </a:ext>
            </a:extLst>
          </p:cNvPr>
          <p:cNvSpPr>
            <a:spLocks xmlns:a="http://schemas.openxmlformats.org/drawingml/2006/main" noGrp="1"/>
          </p:cNvSpPr>
          <p:nvPr/>
        </p:nvSpPr>
        <p:spPr>
          <a:xfrm xmlns:a="http://schemas.openxmlformats.org/drawingml/2006/main">
            <a:off x="4229100"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77" name="diagram-156">
            <a:extLst xmlns:a="http://schemas.openxmlformats.org/drawingml/2006/main">
              <a:ext uri="{FF2B5EF4-FFF2-40B4-BE49-F238E27FC236}">
                <a16:creationId xmlns:a16="http://schemas.microsoft.com/office/drawing/2014/main" id="{91B57919-F895-49FC-B832-2B4E5BD1377D}"/>
              </a:ext>
            </a:extLst>
          </p:cNvPr>
          <p:cNvSpPr>
            <a:spLocks xmlns:a="http://schemas.openxmlformats.org/drawingml/2006/main" noGrp="1"/>
          </p:cNvSpPr>
          <p:nvPr/>
        </p:nvSpPr>
        <p:spPr>
          <a:xfrm xmlns:a="http://schemas.openxmlformats.org/drawingml/2006/main">
            <a:off x="4371975"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78" name="diagram-157">
            <a:extLst xmlns:a="http://schemas.openxmlformats.org/drawingml/2006/main">
              <a:ext uri="{FF2B5EF4-FFF2-40B4-BE49-F238E27FC236}">
                <a16:creationId xmlns:a16="http://schemas.microsoft.com/office/drawing/2014/main" id="{C253B9E9-C7E0-4479-9B93-2E061CA33E05}"/>
              </a:ext>
            </a:extLst>
          </p:cNvPr>
          <p:cNvSpPr>
            <a:spLocks xmlns:a="http://schemas.openxmlformats.org/drawingml/2006/main" noGrp="1"/>
          </p:cNvSpPr>
          <p:nvPr/>
        </p:nvSpPr>
        <p:spPr>
          <a:xfrm xmlns:a="http://schemas.openxmlformats.org/drawingml/2006/main">
            <a:off x="4514850"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79" name="diagram-158">
            <a:extLst xmlns:a="http://schemas.openxmlformats.org/drawingml/2006/main">
              <a:ext uri="{FF2B5EF4-FFF2-40B4-BE49-F238E27FC236}">
                <a16:creationId xmlns:a16="http://schemas.microsoft.com/office/drawing/2014/main" id="{51476EEF-67DC-4E36-9D68-33CE8508B2BF}"/>
              </a:ext>
            </a:extLst>
          </p:cNvPr>
          <p:cNvSpPr>
            <a:spLocks xmlns:a="http://schemas.openxmlformats.org/drawingml/2006/main" noGrp="1"/>
          </p:cNvSpPr>
          <p:nvPr/>
        </p:nvSpPr>
        <p:spPr>
          <a:xfrm xmlns:a="http://schemas.openxmlformats.org/drawingml/2006/main">
            <a:off x="4657725"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80" name="diagram-159">
            <a:extLst xmlns:a="http://schemas.openxmlformats.org/drawingml/2006/main">
              <a:ext uri="{FF2B5EF4-FFF2-40B4-BE49-F238E27FC236}">
                <a16:creationId xmlns:a16="http://schemas.microsoft.com/office/drawing/2014/main" id="{43CA3552-8BC9-47E1-8D98-0A4723C0792F}"/>
              </a:ext>
            </a:extLst>
          </p:cNvPr>
          <p:cNvSpPr>
            <a:spLocks xmlns:a="http://schemas.openxmlformats.org/drawingml/2006/main" noGrp="1"/>
          </p:cNvSpPr>
          <p:nvPr/>
        </p:nvSpPr>
        <p:spPr>
          <a:xfrm xmlns:a="http://schemas.openxmlformats.org/drawingml/2006/main">
            <a:off x="4800600"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81" name="diagram-160">
            <a:extLst xmlns:a="http://schemas.openxmlformats.org/drawingml/2006/main">
              <a:ext uri="{FF2B5EF4-FFF2-40B4-BE49-F238E27FC236}">
                <a16:creationId xmlns:a16="http://schemas.microsoft.com/office/drawing/2014/main" id="{C3ECA693-B75B-4014-B0DC-B7C594630D8B}"/>
              </a:ext>
            </a:extLst>
          </p:cNvPr>
          <p:cNvSpPr>
            <a:spLocks xmlns:a="http://schemas.openxmlformats.org/drawingml/2006/main" noGrp="1"/>
          </p:cNvSpPr>
          <p:nvPr/>
        </p:nvSpPr>
        <p:spPr>
          <a:xfrm xmlns:a="http://schemas.openxmlformats.org/drawingml/2006/main">
            <a:off x="4943475"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82" name="diagram-161">
            <a:extLst xmlns:a="http://schemas.openxmlformats.org/drawingml/2006/main">
              <a:ext uri="{FF2B5EF4-FFF2-40B4-BE49-F238E27FC236}">
                <a16:creationId xmlns:a16="http://schemas.microsoft.com/office/drawing/2014/main" id="{37ECC3B6-2BD6-4F19-ACCB-52078A7B082C}"/>
              </a:ext>
            </a:extLst>
          </p:cNvPr>
          <p:cNvSpPr>
            <a:spLocks xmlns:a="http://schemas.openxmlformats.org/drawingml/2006/main" noGrp="1"/>
          </p:cNvSpPr>
          <p:nvPr/>
        </p:nvSpPr>
        <p:spPr>
          <a:xfrm xmlns:a="http://schemas.openxmlformats.org/drawingml/2006/main">
            <a:off x="5086350"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83" name="diagram-162">
            <a:extLst xmlns:a="http://schemas.openxmlformats.org/drawingml/2006/main">
              <a:ext uri="{FF2B5EF4-FFF2-40B4-BE49-F238E27FC236}">
                <a16:creationId xmlns:a16="http://schemas.microsoft.com/office/drawing/2014/main" id="{10A9A3BC-1AD1-442E-97B4-40883D7C0A4D}"/>
              </a:ext>
            </a:extLst>
          </p:cNvPr>
          <p:cNvSpPr>
            <a:spLocks xmlns:a="http://schemas.openxmlformats.org/drawingml/2006/main" noGrp="1"/>
          </p:cNvSpPr>
          <p:nvPr/>
        </p:nvSpPr>
        <p:spPr>
          <a:xfrm xmlns:a="http://schemas.openxmlformats.org/drawingml/2006/main">
            <a:off x="5229225"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84" name="diagram-163">
            <a:extLst xmlns:a="http://schemas.openxmlformats.org/drawingml/2006/main">
              <a:ext uri="{FF2B5EF4-FFF2-40B4-BE49-F238E27FC236}">
                <a16:creationId xmlns:a16="http://schemas.microsoft.com/office/drawing/2014/main" id="{896EF50A-BA72-458A-AE75-557A2B082CD3}"/>
              </a:ext>
            </a:extLst>
          </p:cNvPr>
          <p:cNvSpPr>
            <a:spLocks xmlns:a="http://schemas.openxmlformats.org/drawingml/2006/main" noGrp="1"/>
          </p:cNvSpPr>
          <p:nvPr/>
        </p:nvSpPr>
        <p:spPr>
          <a:xfrm xmlns:a="http://schemas.openxmlformats.org/drawingml/2006/main">
            <a:off x="5372100"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85" name="diagram-164">
            <a:extLst xmlns:a="http://schemas.openxmlformats.org/drawingml/2006/main">
              <a:ext uri="{FF2B5EF4-FFF2-40B4-BE49-F238E27FC236}">
                <a16:creationId xmlns:a16="http://schemas.microsoft.com/office/drawing/2014/main" id="{CA4C6A7F-DDA7-4687-B34B-7A10D9E9A5CC}"/>
              </a:ext>
            </a:extLst>
          </p:cNvPr>
          <p:cNvSpPr>
            <a:spLocks xmlns:a="http://schemas.openxmlformats.org/drawingml/2006/main" noGrp="1"/>
          </p:cNvSpPr>
          <p:nvPr/>
        </p:nvSpPr>
        <p:spPr>
          <a:xfrm xmlns:a="http://schemas.openxmlformats.org/drawingml/2006/main">
            <a:off x="5514975"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86" name="diagram-165">
            <a:extLst xmlns:a="http://schemas.openxmlformats.org/drawingml/2006/main">
              <a:ext uri="{FF2B5EF4-FFF2-40B4-BE49-F238E27FC236}">
                <a16:creationId xmlns:a16="http://schemas.microsoft.com/office/drawing/2014/main" id="{9B58F12D-C3E8-4473-ABA2-A68ABC2C8D2F}"/>
              </a:ext>
            </a:extLst>
          </p:cNvPr>
          <p:cNvSpPr>
            <a:spLocks xmlns:a="http://schemas.openxmlformats.org/drawingml/2006/main" noGrp="1"/>
          </p:cNvSpPr>
          <p:nvPr/>
        </p:nvSpPr>
        <p:spPr>
          <a:xfrm xmlns:a="http://schemas.openxmlformats.org/drawingml/2006/main">
            <a:off x="5657850"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87" name="diagram-166">
            <a:extLst xmlns:a="http://schemas.openxmlformats.org/drawingml/2006/main">
              <a:ext uri="{FF2B5EF4-FFF2-40B4-BE49-F238E27FC236}">
                <a16:creationId xmlns:a16="http://schemas.microsoft.com/office/drawing/2014/main" id="{8E949026-1F78-4B70-B03E-A81289B93522}"/>
              </a:ext>
            </a:extLst>
          </p:cNvPr>
          <p:cNvSpPr>
            <a:spLocks xmlns:a="http://schemas.openxmlformats.org/drawingml/2006/main" noGrp="1"/>
          </p:cNvSpPr>
          <p:nvPr/>
        </p:nvSpPr>
        <p:spPr>
          <a:xfrm xmlns:a="http://schemas.openxmlformats.org/drawingml/2006/main">
            <a:off x="5800725"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88" name="diagram-167">
            <a:extLst xmlns:a="http://schemas.openxmlformats.org/drawingml/2006/main">
              <a:ext uri="{FF2B5EF4-FFF2-40B4-BE49-F238E27FC236}">
                <a16:creationId xmlns:a16="http://schemas.microsoft.com/office/drawing/2014/main" id="{1CD90A8D-4918-4E53-A29C-0D245EEB0FEC}"/>
              </a:ext>
            </a:extLst>
          </p:cNvPr>
          <p:cNvSpPr>
            <a:spLocks xmlns:a="http://schemas.openxmlformats.org/drawingml/2006/main" noGrp="1"/>
          </p:cNvSpPr>
          <p:nvPr/>
        </p:nvSpPr>
        <p:spPr>
          <a:xfrm xmlns:a="http://schemas.openxmlformats.org/drawingml/2006/main">
            <a:off x="5943600"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89" name="diagram-168">
            <a:extLst xmlns:a="http://schemas.openxmlformats.org/drawingml/2006/main">
              <a:ext uri="{FF2B5EF4-FFF2-40B4-BE49-F238E27FC236}">
                <a16:creationId xmlns:a16="http://schemas.microsoft.com/office/drawing/2014/main" id="{08E9E570-7E26-45A2-B3B3-DEA339294BE4}"/>
              </a:ext>
            </a:extLst>
          </p:cNvPr>
          <p:cNvSpPr>
            <a:spLocks xmlns:a="http://schemas.openxmlformats.org/drawingml/2006/main" noGrp="1"/>
          </p:cNvSpPr>
          <p:nvPr/>
        </p:nvSpPr>
        <p:spPr>
          <a:xfrm xmlns:a="http://schemas.openxmlformats.org/drawingml/2006/main">
            <a:off x="6086475"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90" name="diagram-169">
            <a:extLst xmlns:a="http://schemas.openxmlformats.org/drawingml/2006/main">
              <a:ext uri="{FF2B5EF4-FFF2-40B4-BE49-F238E27FC236}">
                <a16:creationId xmlns:a16="http://schemas.microsoft.com/office/drawing/2014/main" id="{3EC39128-F463-46B4-8868-457DA3251F36}"/>
              </a:ext>
            </a:extLst>
          </p:cNvPr>
          <p:cNvSpPr>
            <a:spLocks xmlns:a="http://schemas.openxmlformats.org/drawingml/2006/main" noGrp="1"/>
          </p:cNvSpPr>
          <p:nvPr/>
        </p:nvSpPr>
        <p:spPr>
          <a:xfrm xmlns:a="http://schemas.openxmlformats.org/drawingml/2006/main">
            <a:off x="6229350"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91" name="diagram-170">
            <a:extLst xmlns:a="http://schemas.openxmlformats.org/drawingml/2006/main">
              <a:ext uri="{FF2B5EF4-FFF2-40B4-BE49-F238E27FC236}">
                <a16:creationId xmlns:a16="http://schemas.microsoft.com/office/drawing/2014/main" id="{0F757FA7-4773-46F3-9675-B51CB28A290E}"/>
              </a:ext>
            </a:extLst>
          </p:cNvPr>
          <p:cNvSpPr>
            <a:spLocks xmlns:a="http://schemas.openxmlformats.org/drawingml/2006/main" noGrp="1"/>
          </p:cNvSpPr>
          <p:nvPr/>
        </p:nvSpPr>
        <p:spPr>
          <a:xfrm xmlns:a="http://schemas.openxmlformats.org/drawingml/2006/main">
            <a:off x="6372225"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92" name="diagram-171">
            <a:extLst xmlns:a="http://schemas.openxmlformats.org/drawingml/2006/main">
              <a:ext uri="{FF2B5EF4-FFF2-40B4-BE49-F238E27FC236}">
                <a16:creationId xmlns:a16="http://schemas.microsoft.com/office/drawing/2014/main" id="{8ACA568C-5502-4260-AA90-104CF163BC1A}"/>
              </a:ext>
            </a:extLst>
          </p:cNvPr>
          <p:cNvSpPr>
            <a:spLocks xmlns:a="http://schemas.openxmlformats.org/drawingml/2006/main" noGrp="1"/>
          </p:cNvSpPr>
          <p:nvPr/>
        </p:nvSpPr>
        <p:spPr>
          <a:xfrm xmlns:a="http://schemas.openxmlformats.org/drawingml/2006/main">
            <a:off x="4229100"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93" name="diagram-172">
            <a:extLst xmlns:a="http://schemas.openxmlformats.org/drawingml/2006/main">
              <a:ext uri="{FF2B5EF4-FFF2-40B4-BE49-F238E27FC236}">
                <a16:creationId xmlns:a16="http://schemas.microsoft.com/office/drawing/2014/main" id="{3B0A1143-D022-4163-8A12-E2B373C89368}"/>
              </a:ext>
            </a:extLst>
          </p:cNvPr>
          <p:cNvSpPr>
            <a:spLocks xmlns:a="http://schemas.openxmlformats.org/drawingml/2006/main" noGrp="1"/>
          </p:cNvSpPr>
          <p:nvPr/>
        </p:nvSpPr>
        <p:spPr>
          <a:xfrm xmlns:a="http://schemas.openxmlformats.org/drawingml/2006/main">
            <a:off x="4371975"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94" name="diagram-173">
            <a:extLst xmlns:a="http://schemas.openxmlformats.org/drawingml/2006/main">
              <a:ext uri="{FF2B5EF4-FFF2-40B4-BE49-F238E27FC236}">
                <a16:creationId xmlns:a16="http://schemas.microsoft.com/office/drawing/2014/main" id="{7451696A-522C-407A-B14A-A4E2E463569A}"/>
              </a:ext>
            </a:extLst>
          </p:cNvPr>
          <p:cNvSpPr>
            <a:spLocks xmlns:a="http://schemas.openxmlformats.org/drawingml/2006/main" noGrp="1"/>
          </p:cNvSpPr>
          <p:nvPr/>
        </p:nvSpPr>
        <p:spPr>
          <a:xfrm xmlns:a="http://schemas.openxmlformats.org/drawingml/2006/main">
            <a:off x="4514850"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95" name="diagram-174">
            <a:extLst xmlns:a="http://schemas.openxmlformats.org/drawingml/2006/main">
              <a:ext uri="{FF2B5EF4-FFF2-40B4-BE49-F238E27FC236}">
                <a16:creationId xmlns:a16="http://schemas.microsoft.com/office/drawing/2014/main" id="{F1FA9AAF-E371-4260-B523-2E297A27A77C}"/>
              </a:ext>
            </a:extLst>
          </p:cNvPr>
          <p:cNvSpPr>
            <a:spLocks xmlns:a="http://schemas.openxmlformats.org/drawingml/2006/main" noGrp="1"/>
          </p:cNvSpPr>
          <p:nvPr/>
        </p:nvSpPr>
        <p:spPr>
          <a:xfrm xmlns:a="http://schemas.openxmlformats.org/drawingml/2006/main">
            <a:off x="4657725"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96" name="diagram-175">
            <a:extLst xmlns:a="http://schemas.openxmlformats.org/drawingml/2006/main">
              <a:ext uri="{FF2B5EF4-FFF2-40B4-BE49-F238E27FC236}">
                <a16:creationId xmlns:a16="http://schemas.microsoft.com/office/drawing/2014/main" id="{67D22EF5-DB0B-4F71-B5FD-2D57FC96F3B7}"/>
              </a:ext>
            </a:extLst>
          </p:cNvPr>
          <p:cNvSpPr>
            <a:spLocks xmlns:a="http://schemas.openxmlformats.org/drawingml/2006/main" noGrp="1"/>
          </p:cNvSpPr>
          <p:nvPr/>
        </p:nvSpPr>
        <p:spPr>
          <a:xfrm xmlns:a="http://schemas.openxmlformats.org/drawingml/2006/main">
            <a:off x="4800600"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97" name="diagram-176">
            <a:extLst xmlns:a="http://schemas.openxmlformats.org/drawingml/2006/main">
              <a:ext uri="{FF2B5EF4-FFF2-40B4-BE49-F238E27FC236}">
                <a16:creationId xmlns:a16="http://schemas.microsoft.com/office/drawing/2014/main" id="{DDA75BEF-4DBF-4A41-970A-2340F981D38B}"/>
              </a:ext>
            </a:extLst>
          </p:cNvPr>
          <p:cNvSpPr>
            <a:spLocks xmlns:a="http://schemas.openxmlformats.org/drawingml/2006/main" noGrp="1"/>
          </p:cNvSpPr>
          <p:nvPr/>
        </p:nvSpPr>
        <p:spPr>
          <a:xfrm xmlns:a="http://schemas.openxmlformats.org/drawingml/2006/main">
            <a:off x="4943475"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98" name="diagram-177">
            <a:extLst xmlns:a="http://schemas.openxmlformats.org/drawingml/2006/main">
              <a:ext uri="{FF2B5EF4-FFF2-40B4-BE49-F238E27FC236}">
                <a16:creationId xmlns:a16="http://schemas.microsoft.com/office/drawing/2014/main" id="{BA623996-936D-40A5-8BF4-A3E7C186B933}"/>
              </a:ext>
            </a:extLst>
          </p:cNvPr>
          <p:cNvSpPr>
            <a:spLocks xmlns:a="http://schemas.openxmlformats.org/drawingml/2006/main" noGrp="1"/>
          </p:cNvSpPr>
          <p:nvPr/>
        </p:nvSpPr>
        <p:spPr>
          <a:xfrm xmlns:a="http://schemas.openxmlformats.org/drawingml/2006/main">
            <a:off x="5086350"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99" name="diagram-178">
            <a:extLst xmlns:a="http://schemas.openxmlformats.org/drawingml/2006/main">
              <a:ext uri="{FF2B5EF4-FFF2-40B4-BE49-F238E27FC236}">
                <a16:creationId xmlns:a16="http://schemas.microsoft.com/office/drawing/2014/main" id="{200767B9-3EF0-4331-BCC2-1C65892FDE97}"/>
              </a:ext>
            </a:extLst>
          </p:cNvPr>
          <p:cNvSpPr>
            <a:spLocks xmlns:a="http://schemas.openxmlformats.org/drawingml/2006/main" noGrp="1"/>
          </p:cNvSpPr>
          <p:nvPr/>
        </p:nvSpPr>
        <p:spPr>
          <a:xfrm xmlns:a="http://schemas.openxmlformats.org/drawingml/2006/main">
            <a:off x="5229225"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00" name="diagram-179">
            <a:extLst xmlns:a="http://schemas.openxmlformats.org/drawingml/2006/main">
              <a:ext uri="{FF2B5EF4-FFF2-40B4-BE49-F238E27FC236}">
                <a16:creationId xmlns:a16="http://schemas.microsoft.com/office/drawing/2014/main" id="{B8EAF29D-F98B-43EA-8D8C-E309205BF9B7}"/>
              </a:ext>
            </a:extLst>
          </p:cNvPr>
          <p:cNvSpPr>
            <a:spLocks xmlns:a="http://schemas.openxmlformats.org/drawingml/2006/main" noGrp="1"/>
          </p:cNvSpPr>
          <p:nvPr/>
        </p:nvSpPr>
        <p:spPr>
          <a:xfrm xmlns:a="http://schemas.openxmlformats.org/drawingml/2006/main">
            <a:off x="5372100"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01" name="diagram-180">
            <a:extLst xmlns:a="http://schemas.openxmlformats.org/drawingml/2006/main">
              <a:ext uri="{FF2B5EF4-FFF2-40B4-BE49-F238E27FC236}">
                <a16:creationId xmlns:a16="http://schemas.microsoft.com/office/drawing/2014/main" id="{E98241E0-2908-4F09-B819-7CAB5FCF22E4}"/>
              </a:ext>
            </a:extLst>
          </p:cNvPr>
          <p:cNvSpPr>
            <a:spLocks xmlns:a="http://schemas.openxmlformats.org/drawingml/2006/main" noGrp="1"/>
          </p:cNvSpPr>
          <p:nvPr/>
        </p:nvSpPr>
        <p:spPr>
          <a:xfrm xmlns:a="http://schemas.openxmlformats.org/drawingml/2006/main">
            <a:off x="5514975"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02" name="diagram-181">
            <a:extLst xmlns:a="http://schemas.openxmlformats.org/drawingml/2006/main">
              <a:ext uri="{FF2B5EF4-FFF2-40B4-BE49-F238E27FC236}">
                <a16:creationId xmlns:a16="http://schemas.microsoft.com/office/drawing/2014/main" id="{A2BAE2AF-B339-4346-B77A-8E112865D66B}"/>
              </a:ext>
            </a:extLst>
          </p:cNvPr>
          <p:cNvSpPr>
            <a:spLocks xmlns:a="http://schemas.openxmlformats.org/drawingml/2006/main" noGrp="1"/>
          </p:cNvSpPr>
          <p:nvPr/>
        </p:nvSpPr>
        <p:spPr>
          <a:xfrm xmlns:a="http://schemas.openxmlformats.org/drawingml/2006/main">
            <a:off x="5657850"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03" name="diagram-182">
            <a:extLst xmlns:a="http://schemas.openxmlformats.org/drawingml/2006/main">
              <a:ext uri="{FF2B5EF4-FFF2-40B4-BE49-F238E27FC236}">
                <a16:creationId xmlns:a16="http://schemas.microsoft.com/office/drawing/2014/main" id="{B59A1476-6A74-4A7F-985A-079DDC4DFBCC}"/>
              </a:ext>
            </a:extLst>
          </p:cNvPr>
          <p:cNvSpPr>
            <a:spLocks xmlns:a="http://schemas.openxmlformats.org/drawingml/2006/main" noGrp="1"/>
          </p:cNvSpPr>
          <p:nvPr/>
        </p:nvSpPr>
        <p:spPr>
          <a:xfrm xmlns:a="http://schemas.openxmlformats.org/drawingml/2006/main">
            <a:off x="5800725"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04" name="diagram-183">
            <a:extLst xmlns:a="http://schemas.openxmlformats.org/drawingml/2006/main">
              <a:ext uri="{FF2B5EF4-FFF2-40B4-BE49-F238E27FC236}">
                <a16:creationId xmlns:a16="http://schemas.microsoft.com/office/drawing/2014/main" id="{7167BB74-7C3A-453D-88AC-95F031CE01A3}"/>
              </a:ext>
            </a:extLst>
          </p:cNvPr>
          <p:cNvSpPr>
            <a:spLocks xmlns:a="http://schemas.openxmlformats.org/drawingml/2006/main" noGrp="1"/>
          </p:cNvSpPr>
          <p:nvPr/>
        </p:nvSpPr>
        <p:spPr>
          <a:xfrm xmlns:a="http://schemas.openxmlformats.org/drawingml/2006/main">
            <a:off x="5943600"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05" name="diagram-184">
            <a:extLst xmlns:a="http://schemas.openxmlformats.org/drawingml/2006/main">
              <a:ext uri="{FF2B5EF4-FFF2-40B4-BE49-F238E27FC236}">
                <a16:creationId xmlns:a16="http://schemas.microsoft.com/office/drawing/2014/main" id="{A08F37E1-0488-46E2-B3A9-E28BEEF393F8}"/>
              </a:ext>
            </a:extLst>
          </p:cNvPr>
          <p:cNvSpPr>
            <a:spLocks xmlns:a="http://schemas.openxmlformats.org/drawingml/2006/main" noGrp="1"/>
          </p:cNvSpPr>
          <p:nvPr/>
        </p:nvSpPr>
        <p:spPr>
          <a:xfrm xmlns:a="http://schemas.openxmlformats.org/drawingml/2006/main">
            <a:off x="6086475"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06" name="diagram-185">
            <a:extLst xmlns:a="http://schemas.openxmlformats.org/drawingml/2006/main">
              <a:ext uri="{FF2B5EF4-FFF2-40B4-BE49-F238E27FC236}">
                <a16:creationId xmlns:a16="http://schemas.microsoft.com/office/drawing/2014/main" id="{D9569F19-0484-46CA-AC32-7233D7AC3C98}"/>
              </a:ext>
            </a:extLst>
          </p:cNvPr>
          <p:cNvSpPr>
            <a:spLocks xmlns:a="http://schemas.openxmlformats.org/drawingml/2006/main" noGrp="1"/>
          </p:cNvSpPr>
          <p:nvPr/>
        </p:nvSpPr>
        <p:spPr>
          <a:xfrm xmlns:a="http://schemas.openxmlformats.org/drawingml/2006/main">
            <a:off x="6229350"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07" name="diagram-186">
            <a:extLst xmlns:a="http://schemas.openxmlformats.org/drawingml/2006/main">
              <a:ext uri="{FF2B5EF4-FFF2-40B4-BE49-F238E27FC236}">
                <a16:creationId xmlns:a16="http://schemas.microsoft.com/office/drawing/2014/main" id="{873875A0-4D4B-4EC8-A9F6-CBFCAC4FF41A}"/>
              </a:ext>
            </a:extLst>
          </p:cNvPr>
          <p:cNvSpPr>
            <a:spLocks xmlns:a="http://schemas.openxmlformats.org/drawingml/2006/main" noGrp="1"/>
          </p:cNvSpPr>
          <p:nvPr/>
        </p:nvSpPr>
        <p:spPr>
          <a:xfrm xmlns:a="http://schemas.openxmlformats.org/drawingml/2006/main">
            <a:off x="6372225"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08" name="diagram-187">
            <a:extLst xmlns:a="http://schemas.openxmlformats.org/drawingml/2006/main">
              <a:ext uri="{FF2B5EF4-FFF2-40B4-BE49-F238E27FC236}">
                <a16:creationId xmlns:a16="http://schemas.microsoft.com/office/drawing/2014/main" id="{9FBD5116-9B08-4EBA-A618-8A4CDB9E27A6}"/>
              </a:ext>
            </a:extLst>
          </p:cNvPr>
          <p:cNvSpPr>
            <a:spLocks xmlns:a="http://schemas.openxmlformats.org/drawingml/2006/main" noGrp="1"/>
          </p:cNvSpPr>
          <p:nvPr/>
        </p:nvSpPr>
        <p:spPr>
          <a:xfrm xmlns:a="http://schemas.openxmlformats.org/drawingml/2006/main">
            <a:off x="4229100"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09" name="diagram-188">
            <a:extLst xmlns:a="http://schemas.openxmlformats.org/drawingml/2006/main">
              <a:ext uri="{FF2B5EF4-FFF2-40B4-BE49-F238E27FC236}">
                <a16:creationId xmlns:a16="http://schemas.microsoft.com/office/drawing/2014/main" id="{5D1D5E98-EDF1-47D9-89D5-96BB61558D25}"/>
              </a:ext>
            </a:extLst>
          </p:cNvPr>
          <p:cNvSpPr>
            <a:spLocks xmlns:a="http://schemas.openxmlformats.org/drawingml/2006/main" noGrp="1"/>
          </p:cNvSpPr>
          <p:nvPr/>
        </p:nvSpPr>
        <p:spPr>
          <a:xfrm xmlns:a="http://schemas.openxmlformats.org/drawingml/2006/main">
            <a:off x="4371975"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10" name="diagram-189">
            <a:extLst xmlns:a="http://schemas.openxmlformats.org/drawingml/2006/main">
              <a:ext uri="{FF2B5EF4-FFF2-40B4-BE49-F238E27FC236}">
                <a16:creationId xmlns:a16="http://schemas.microsoft.com/office/drawing/2014/main" id="{5E25C6EB-3C1F-46DD-AE4D-6451299C42EF}"/>
              </a:ext>
            </a:extLst>
          </p:cNvPr>
          <p:cNvSpPr>
            <a:spLocks xmlns:a="http://schemas.openxmlformats.org/drawingml/2006/main" noGrp="1"/>
          </p:cNvSpPr>
          <p:nvPr/>
        </p:nvSpPr>
        <p:spPr>
          <a:xfrm xmlns:a="http://schemas.openxmlformats.org/drawingml/2006/main">
            <a:off x="4514850"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11" name="diagram-190">
            <a:extLst xmlns:a="http://schemas.openxmlformats.org/drawingml/2006/main">
              <a:ext uri="{FF2B5EF4-FFF2-40B4-BE49-F238E27FC236}">
                <a16:creationId xmlns:a16="http://schemas.microsoft.com/office/drawing/2014/main" id="{D990A704-D70F-42F7-9AFB-C075D3CBEB14}"/>
              </a:ext>
            </a:extLst>
          </p:cNvPr>
          <p:cNvSpPr>
            <a:spLocks xmlns:a="http://schemas.openxmlformats.org/drawingml/2006/main" noGrp="1"/>
          </p:cNvSpPr>
          <p:nvPr/>
        </p:nvSpPr>
        <p:spPr>
          <a:xfrm xmlns:a="http://schemas.openxmlformats.org/drawingml/2006/main">
            <a:off x="4657725"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12" name="diagram-191">
            <a:extLst xmlns:a="http://schemas.openxmlformats.org/drawingml/2006/main">
              <a:ext uri="{FF2B5EF4-FFF2-40B4-BE49-F238E27FC236}">
                <a16:creationId xmlns:a16="http://schemas.microsoft.com/office/drawing/2014/main" id="{75769980-3B22-4193-BCB1-B6938A5816DC}"/>
              </a:ext>
            </a:extLst>
          </p:cNvPr>
          <p:cNvSpPr>
            <a:spLocks xmlns:a="http://schemas.openxmlformats.org/drawingml/2006/main" noGrp="1"/>
          </p:cNvSpPr>
          <p:nvPr/>
        </p:nvSpPr>
        <p:spPr>
          <a:xfrm xmlns:a="http://schemas.openxmlformats.org/drawingml/2006/main">
            <a:off x="4800600"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13" name="diagram-192">
            <a:extLst xmlns:a="http://schemas.openxmlformats.org/drawingml/2006/main">
              <a:ext uri="{FF2B5EF4-FFF2-40B4-BE49-F238E27FC236}">
                <a16:creationId xmlns:a16="http://schemas.microsoft.com/office/drawing/2014/main" id="{8226D7B9-6C53-4AD4-B1BC-680D0118CD7D}"/>
              </a:ext>
            </a:extLst>
          </p:cNvPr>
          <p:cNvSpPr>
            <a:spLocks xmlns:a="http://schemas.openxmlformats.org/drawingml/2006/main" noGrp="1"/>
          </p:cNvSpPr>
          <p:nvPr/>
        </p:nvSpPr>
        <p:spPr>
          <a:xfrm xmlns:a="http://schemas.openxmlformats.org/drawingml/2006/main">
            <a:off x="4943475"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14" name="diagram-193">
            <a:extLst xmlns:a="http://schemas.openxmlformats.org/drawingml/2006/main">
              <a:ext uri="{FF2B5EF4-FFF2-40B4-BE49-F238E27FC236}">
                <a16:creationId xmlns:a16="http://schemas.microsoft.com/office/drawing/2014/main" id="{A47076CD-D9CE-41D1-AACE-ED4279D54D77}"/>
              </a:ext>
            </a:extLst>
          </p:cNvPr>
          <p:cNvSpPr>
            <a:spLocks xmlns:a="http://schemas.openxmlformats.org/drawingml/2006/main" noGrp="1"/>
          </p:cNvSpPr>
          <p:nvPr/>
        </p:nvSpPr>
        <p:spPr>
          <a:xfrm xmlns:a="http://schemas.openxmlformats.org/drawingml/2006/main">
            <a:off x="5086350"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15" name="diagram-194">
            <a:extLst xmlns:a="http://schemas.openxmlformats.org/drawingml/2006/main">
              <a:ext uri="{FF2B5EF4-FFF2-40B4-BE49-F238E27FC236}">
                <a16:creationId xmlns:a16="http://schemas.microsoft.com/office/drawing/2014/main" id="{050D03CD-9EF7-430E-87E0-9E55B33BE2BC}"/>
              </a:ext>
            </a:extLst>
          </p:cNvPr>
          <p:cNvSpPr>
            <a:spLocks xmlns:a="http://schemas.openxmlformats.org/drawingml/2006/main" noGrp="1"/>
          </p:cNvSpPr>
          <p:nvPr/>
        </p:nvSpPr>
        <p:spPr>
          <a:xfrm xmlns:a="http://schemas.openxmlformats.org/drawingml/2006/main">
            <a:off x="5229225"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16" name="diagram-195">
            <a:extLst xmlns:a="http://schemas.openxmlformats.org/drawingml/2006/main">
              <a:ext uri="{FF2B5EF4-FFF2-40B4-BE49-F238E27FC236}">
                <a16:creationId xmlns:a16="http://schemas.microsoft.com/office/drawing/2014/main" id="{D2E9BCC0-05D5-4660-B4CF-83AC9CB2F584}"/>
              </a:ext>
            </a:extLst>
          </p:cNvPr>
          <p:cNvSpPr>
            <a:spLocks xmlns:a="http://schemas.openxmlformats.org/drawingml/2006/main" noGrp="1"/>
          </p:cNvSpPr>
          <p:nvPr/>
        </p:nvSpPr>
        <p:spPr>
          <a:xfrm xmlns:a="http://schemas.openxmlformats.org/drawingml/2006/main">
            <a:off x="5372100"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17" name="diagram-196">
            <a:extLst xmlns:a="http://schemas.openxmlformats.org/drawingml/2006/main">
              <a:ext uri="{FF2B5EF4-FFF2-40B4-BE49-F238E27FC236}">
                <a16:creationId xmlns:a16="http://schemas.microsoft.com/office/drawing/2014/main" id="{4FE4A2B1-841F-4578-B484-C67B8B7E17D0}"/>
              </a:ext>
            </a:extLst>
          </p:cNvPr>
          <p:cNvSpPr>
            <a:spLocks xmlns:a="http://schemas.openxmlformats.org/drawingml/2006/main" noGrp="1"/>
          </p:cNvSpPr>
          <p:nvPr/>
        </p:nvSpPr>
        <p:spPr>
          <a:xfrm xmlns:a="http://schemas.openxmlformats.org/drawingml/2006/main">
            <a:off x="5514975"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18" name="diagram-197">
            <a:extLst xmlns:a="http://schemas.openxmlformats.org/drawingml/2006/main">
              <a:ext uri="{FF2B5EF4-FFF2-40B4-BE49-F238E27FC236}">
                <a16:creationId xmlns:a16="http://schemas.microsoft.com/office/drawing/2014/main" id="{7B28CA5E-7A2F-4E40-AE89-AA536031C826}"/>
              </a:ext>
            </a:extLst>
          </p:cNvPr>
          <p:cNvSpPr>
            <a:spLocks xmlns:a="http://schemas.openxmlformats.org/drawingml/2006/main" noGrp="1"/>
          </p:cNvSpPr>
          <p:nvPr/>
        </p:nvSpPr>
        <p:spPr>
          <a:xfrm xmlns:a="http://schemas.openxmlformats.org/drawingml/2006/main">
            <a:off x="5657850"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19" name="diagram-198">
            <a:extLst xmlns:a="http://schemas.openxmlformats.org/drawingml/2006/main">
              <a:ext uri="{FF2B5EF4-FFF2-40B4-BE49-F238E27FC236}">
                <a16:creationId xmlns:a16="http://schemas.microsoft.com/office/drawing/2014/main" id="{8F1A784F-ACFF-40D7-B165-25CCDC0B74C9}"/>
              </a:ext>
            </a:extLst>
          </p:cNvPr>
          <p:cNvSpPr>
            <a:spLocks xmlns:a="http://schemas.openxmlformats.org/drawingml/2006/main" noGrp="1"/>
          </p:cNvSpPr>
          <p:nvPr/>
        </p:nvSpPr>
        <p:spPr>
          <a:xfrm xmlns:a="http://schemas.openxmlformats.org/drawingml/2006/main">
            <a:off x="5800725"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20" name="diagram-199">
            <a:extLst xmlns:a="http://schemas.openxmlformats.org/drawingml/2006/main">
              <a:ext uri="{FF2B5EF4-FFF2-40B4-BE49-F238E27FC236}">
                <a16:creationId xmlns:a16="http://schemas.microsoft.com/office/drawing/2014/main" id="{3DA727C2-7C4C-432C-82D9-9E0ED1B8DF7F}"/>
              </a:ext>
            </a:extLst>
          </p:cNvPr>
          <p:cNvSpPr>
            <a:spLocks xmlns:a="http://schemas.openxmlformats.org/drawingml/2006/main" noGrp="1"/>
          </p:cNvSpPr>
          <p:nvPr/>
        </p:nvSpPr>
        <p:spPr>
          <a:xfrm xmlns:a="http://schemas.openxmlformats.org/drawingml/2006/main">
            <a:off x="5943600"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21" name="diagram-200">
            <a:extLst xmlns:a="http://schemas.openxmlformats.org/drawingml/2006/main">
              <a:ext uri="{FF2B5EF4-FFF2-40B4-BE49-F238E27FC236}">
                <a16:creationId xmlns:a16="http://schemas.microsoft.com/office/drawing/2014/main" id="{025FE2B6-F2B4-49A6-A6C8-19CF185BA4B6}"/>
              </a:ext>
            </a:extLst>
          </p:cNvPr>
          <p:cNvSpPr>
            <a:spLocks xmlns:a="http://schemas.openxmlformats.org/drawingml/2006/main" noGrp="1"/>
          </p:cNvSpPr>
          <p:nvPr/>
        </p:nvSpPr>
        <p:spPr>
          <a:xfrm xmlns:a="http://schemas.openxmlformats.org/drawingml/2006/main">
            <a:off x="6086475"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22" name="diagram-201">
            <a:extLst xmlns:a="http://schemas.openxmlformats.org/drawingml/2006/main">
              <a:ext uri="{FF2B5EF4-FFF2-40B4-BE49-F238E27FC236}">
                <a16:creationId xmlns:a16="http://schemas.microsoft.com/office/drawing/2014/main" id="{33409645-80EF-4A22-B790-99DD332F4744}"/>
              </a:ext>
            </a:extLst>
          </p:cNvPr>
          <p:cNvSpPr>
            <a:spLocks xmlns:a="http://schemas.openxmlformats.org/drawingml/2006/main" noGrp="1"/>
          </p:cNvSpPr>
          <p:nvPr/>
        </p:nvSpPr>
        <p:spPr>
          <a:xfrm xmlns:a="http://schemas.openxmlformats.org/drawingml/2006/main">
            <a:off x="6229350"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23" name="diagram-202">
            <a:extLst xmlns:a="http://schemas.openxmlformats.org/drawingml/2006/main">
              <a:ext uri="{FF2B5EF4-FFF2-40B4-BE49-F238E27FC236}">
                <a16:creationId xmlns:a16="http://schemas.microsoft.com/office/drawing/2014/main" id="{16808E62-A3A5-402A-AA22-33660A6C0248}"/>
              </a:ext>
            </a:extLst>
          </p:cNvPr>
          <p:cNvSpPr>
            <a:spLocks xmlns:a="http://schemas.openxmlformats.org/drawingml/2006/main" noGrp="1"/>
          </p:cNvSpPr>
          <p:nvPr/>
        </p:nvSpPr>
        <p:spPr>
          <a:xfrm xmlns:a="http://schemas.openxmlformats.org/drawingml/2006/main">
            <a:off x="6372225"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24" name="diagram-203">
            <a:extLst xmlns:a="http://schemas.openxmlformats.org/drawingml/2006/main">
              <a:ext uri="{FF2B5EF4-FFF2-40B4-BE49-F238E27FC236}">
                <a16:creationId xmlns:a16="http://schemas.microsoft.com/office/drawing/2014/main" id="{DCB50B79-C596-4C6B-B6A2-0370BF33D4B7}"/>
              </a:ext>
            </a:extLst>
          </p:cNvPr>
          <p:cNvSpPr>
            <a:spLocks xmlns:a="http://schemas.openxmlformats.org/drawingml/2006/main" noGrp="1"/>
          </p:cNvSpPr>
          <p:nvPr/>
        </p:nvSpPr>
        <p:spPr>
          <a:xfrm xmlns:a="http://schemas.openxmlformats.org/drawingml/2006/main">
            <a:off x="4229100"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25" name="diagram-204">
            <a:extLst xmlns:a="http://schemas.openxmlformats.org/drawingml/2006/main">
              <a:ext uri="{FF2B5EF4-FFF2-40B4-BE49-F238E27FC236}">
                <a16:creationId xmlns:a16="http://schemas.microsoft.com/office/drawing/2014/main" id="{F14ED397-AD61-46B3-90B4-B7F5F40557B9}"/>
              </a:ext>
            </a:extLst>
          </p:cNvPr>
          <p:cNvSpPr>
            <a:spLocks xmlns:a="http://schemas.openxmlformats.org/drawingml/2006/main" noGrp="1"/>
          </p:cNvSpPr>
          <p:nvPr/>
        </p:nvSpPr>
        <p:spPr>
          <a:xfrm xmlns:a="http://schemas.openxmlformats.org/drawingml/2006/main">
            <a:off x="4371975"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26" name="diagram-205">
            <a:extLst xmlns:a="http://schemas.openxmlformats.org/drawingml/2006/main">
              <a:ext uri="{FF2B5EF4-FFF2-40B4-BE49-F238E27FC236}">
                <a16:creationId xmlns:a16="http://schemas.microsoft.com/office/drawing/2014/main" id="{FA0032D4-4528-4037-BF48-493CFFD7F5D0}"/>
              </a:ext>
            </a:extLst>
          </p:cNvPr>
          <p:cNvSpPr>
            <a:spLocks xmlns:a="http://schemas.openxmlformats.org/drawingml/2006/main" noGrp="1"/>
          </p:cNvSpPr>
          <p:nvPr/>
        </p:nvSpPr>
        <p:spPr>
          <a:xfrm xmlns:a="http://schemas.openxmlformats.org/drawingml/2006/main">
            <a:off x="4514850"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27" name="diagram-206">
            <a:extLst xmlns:a="http://schemas.openxmlformats.org/drawingml/2006/main">
              <a:ext uri="{FF2B5EF4-FFF2-40B4-BE49-F238E27FC236}">
                <a16:creationId xmlns:a16="http://schemas.microsoft.com/office/drawing/2014/main" id="{3CE12FFA-8B76-4C00-B360-000805809DA5}"/>
              </a:ext>
            </a:extLst>
          </p:cNvPr>
          <p:cNvSpPr>
            <a:spLocks xmlns:a="http://schemas.openxmlformats.org/drawingml/2006/main" noGrp="1"/>
          </p:cNvSpPr>
          <p:nvPr/>
        </p:nvSpPr>
        <p:spPr>
          <a:xfrm xmlns:a="http://schemas.openxmlformats.org/drawingml/2006/main">
            <a:off x="4657725"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28" name="diagram-207">
            <a:extLst xmlns:a="http://schemas.openxmlformats.org/drawingml/2006/main">
              <a:ext uri="{FF2B5EF4-FFF2-40B4-BE49-F238E27FC236}">
                <a16:creationId xmlns:a16="http://schemas.microsoft.com/office/drawing/2014/main" id="{68B58142-2C2C-4213-BFB6-7CFAEB6D98F0}"/>
              </a:ext>
            </a:extLst>
          </p:cNvPr>
          <p:cNvSpPr>
            <a:spLocks xmlns:a="http://schemas.openxmlformats.org/drawingml/2006/main" noGrp="1"/>
          </p:cNvSpPr>
          <p:nvPr/>
        </p:nvSpPr>
        <p:spPr>
          <a:xfrm xmlns:a="http://schemas.openxmlformats.org/drawingml/2006/main">
            <a:off x="4800600"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29" name="diagram-208">
            <a:extLst xmlns:a="http://schemas.openxmlformats.org/drawingml/2006/main">
              <a:ext uri="{FF2B5EF4-FFF2-40B4-BE49-F238E27FC236}">
                <a16:creationId xmlns:a16="http://schemas.microsoft.com/office/drawing/2014/main" id="{F589840A-A70D-460E-BCC4-8C174EFB8C31}"/>
              </a:ext>
            </a:extLst>
          </p:cNvPr>
          <p:cNvSpPr>
            <a:spLocks xmlns:a="http://schemas.openxmlformats.org/drawingml/2006/main" noGrp="1"/>
          </p:cNvSpPr>
          <p:nvPr/>
        </p:nvSpPr>
        <p:spPr>
          <a:xfrm xmlns:a="http://schemas.openxmlformats.org/drawingml/2006/main">
            <a:off x="4943475"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30" name="diagram-209">
            <a:extLst xmlns:a="http://schemas.openxmlformats.org/drawingml/2006/main">
              <a:ext uri="{FF2B5EF4-FFF2-40B4-BE49-F238E27FC236}">
                <a16:creationId xmlns:a16="http://schemas.microsoft.com/office/drawing/2014/main" id="{AFD73291-46B9-4AF1-BD54-4822995D6F25}"/>
              </a:ext>
            </a:extLst>
          </p:cNvPr>
          <p:cNvSpPr>
            <a:spLocks xmlns:a="http://schemas.openxmlformats.org/drawingml/2006/main" noGrp="1"/>
          </p:cNvSpPr>
          <p:nvPr/>
        </p:nvSpPr>
        <p:spPr>
          <a:xfrm xmlns:a="http://schemas.openxmlformats.org/drawingml/2006/main">
            <a:off x="5086350"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31" name="diagram-210">
            <a:extLst xmlns:a="http://schemas.openxmlformats.org/drawingml/2006/main">
              <a:ext uri="{FF2B5EF4-FFF2-40B4-BE49-F238E27FC236}">
                <a16:creationId xmlns:a16="http://schemas.microsoft.com/office/drawing/2014/main" id="{16E32842-CBFE-4C6B-AF72-E71564593B19}"/>
              </a:ext>
            </a:extLst>
          </p:cNvPr>
          <p:cNvSpPr>
            <a:spLocks xmlns:a="http://schemas.openxmlformats.org/drawingml/2006/main" noGrp="1"/>
          </p:cNvSpPr>
          <p:nvPr/>
        </p:nvSpPr>
        <p:spPr>
          <a:xfrm xmlns:a="http://schemas.openxmlformats.org/drawingml/2006/main">
            <a:off x="5229225"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32" name="diagram-211">
            <a:extLst xmlns:a="http://schemas.openxmlformats.org/drawingml/2006/main">
              <a:ext uri="{FF2B5EF4-FFF2-40B4-BE49-F238E27FC236}">
                <a16:creationId xmlns:a16="http://schemas.microsoft.com/office/drawing/2014/main" id="{2CD87724-5215-470D-ABFF-C31AFB254B46}"/>
              </a:ext>
            </a:extLst>
          </p:cNvPr>
          <p:cNvSpPr>
            <a:spLocks xmlns:a="http://schemas.openxmlformats.org/drawingml/2006/main" noGrp="1"/>
          </p:cNvSpPr>
          <p:nvPr/>
        </p:nvSpPr>
        <p:spPr>
          <a:xfrm xmlns:a="http://schemas.openxmlformats.org/drawingml/2006/main">
            <a:off x="5372100"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33" name="diagram-212">
            <a:extLst xmlns:a="http://schemas.openxmlformats.org/drawingml/2006/main">
              <a:ext uri="{FF2B5EF4-FFF2-40B4-BE49-F238E27FC236}">
                <a16:creationId xmlns:a16="http://schemas.microsoft.com/office/drawing/2014/main" id="{3006EFB8-DEEF-4A20-AC4C-6AA0F809F67C}"/>
              </a:ext>
            </a:extLst>
          </p:cNvPr>
          <p:cNvSpPr>
            <a:spLocks xmlns:a="http://schemas.openxmlformats.org/drawingml/2006/main" noGrp="1"/>
          </p:cNvSpPr>
          <p:nvPr/>
        </p:nvSpPr>
        <p:spPr>
          <a:xfrm xmlns:a="http://schemas.openxmlformats.org/drawingml/2006/main">
            <a:off x="5514975"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34" name="diagram-213">
            <a:extLst xmlns:a="http://schemas.openxmlformats.org/drawingml/2006/main">
              <a:ext uri="{FF2B5EF4-FFF2-40B4-BE49-F238E27FC236}">
                <a16:creationId xmlns:a16="http://schemas.microsoft.com/office/drawing/2014/main" id="{50D384C0-3461-4B99-BA3B-FA527344B060}"/>
              </a:ext>
            </a:extLst>
          </p:cNvPr>
          <p:cNvSpPr>
            <a:spLocks xmlns:a="http://schemas.openxmlformats.org/drawingml/2006/main" noGrp="1"/>
          </p:cNvSpPr>
          <p:nvPr/>
        </p:nvSpPr>
        <p:spPr>
          <a:xfrm xmlns:a="http://schemas.openxmlformats.org/drawingml/2006/main">
            <a:off x="5657850"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35" name="diagram-214">
            <a:extLst xmlns:a="http://schemas.openxmlformats.org/drawingml/2006/main">
              <a:ext uri="{FF2B5EF4-FFF2-40B4-BE49-F238E27FC236}">
                <a16:creationId xmlns:a16="http://schemas.microsoft.com/office/drawing/2014/main" id="{130400EC-9D23-4989-8101-C8D7B00C3BED}"/>
              </a:ext>
            </a:extLst>
          </p:cNvPr>
          <p:cNvSpPr>
            <a:spLocks xmlns:a="http://schemas.openxmlformats.org/drawingml/2006/main" noGrp="1"/>
          </p:cNvSpPr>
          <p:nvPr/>
        </p:nvSpPr>
        <p:spPr>
          <a:xfrm xmlns:a="http://schemas.openxmlformats.org/drawingml/2006/main">
            <a:off x="5800725"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36" name="diagram-215">
            <a:extLst xmlns:a="http://schemas.openxmlformats.org/drawingml/2006/main">
              <a:ext uri="{FF2B5EF4-FFF2-40B4-BE49-F238E27FC236}">
                <a16:creationId xmlns:a16="http://schemas.microsoft.com/office/drawing/2014/main" id="{5A5FF398-BF54-43E9-B683-37493787E75C}"/>
              </a:ext>
            </a:extLst>
          </p:cNvPr>
          <p:cNvSpPr>
            <a:spLocks xmlns:a="http://schemas.openxmlformats.org/drawingml/2006/main" noGrp="1"/>
          </p:cNvSpPr>
          <p:nvPr/>
        </p:nvSpPr>
        <p:spPr>
          <a:xfrm xmlns:a="http://schemas.openxmlformats.org/drawingml/2006/main">
            <a:off x="5943600"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37" name="diagram-216">
            <a:extLst xmlns:a="http://schemas.openxmlformats.org/drawingml/2006/main">
              <a:ext uri="{FF2B5EF4-FFF2-40B4-BE49-F238E27FC236}">
                <a16:creationId xmlns:a16="http://schemas.microsoft.com/office/drawing/2014/main" id="{09F44E15-F4B0-4120-8F86-9BABA5F9B6BD}"/>
              </a:ext>
            </a:extLst>
          </p:cNvPr>
          <p:cNvSpPr>
            <a:spLocks xmlns:a="http://schemas.openxmlformats.org/drawingml/2006/main" noGrp="1"/>
          </p:cNvSpPr>
          <p:nvPr/>
        </p:nvSpPr>
        <p:spPr>
          <a:xfrm xmlns:a="http://schemas.openxmlformats.org/drawingml/2006/main">
            <a:off x="6086475"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38" name="diagram-217">
            <a:extLst xmlns:a="http://schemas.openxmlformats.org/drawingml/2006/main">
              <a:ext uri="{FF2B5EF4-FFF2-40B4-BE49-F238E27FC236}">
                <a16:creationId xmlns:a16="http://schemas.microsoft.com/office/drawing/2014/main" id="{3A17805E-B116-4FC0-AEF5-8BEF8E935249}"/>
              </a:ext>
            </a:extLst>
          </p:cNvPr>
          <p:cNvSpPr>
            <a:spLocks xmlns:a="http://schemas.openxmlformats.org/drawingml/2006/main" noGrp="1"/>
          </p:cNvSpPr>
          <p:nvPr/>
        </p:nvSpPr>
        <p:spPr>
          <a:xfrm xmlns:a="http://schemas.openxmlformats.org/drawingml/2006/main">
            <a:off x="6229350"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39" name="diagram-218">
            <a:extLst xmlns:a="http://schemas.openxmlformats.org/drawingml/2006/main">
              <a:ext uri="{FF2B5EF4-FFF2-40B4-BE49-F238E27FC236}">
                <a16:creationId xmlns:a16="http://schemas.microsoft.com/office/drawing/2014/main" id="{BF960C93-6AD4-4DA2-9335-092B0B2D986B}"/>
              </a:ext>
            </a:extLst>
          </p:cNvPr>
          <p:cNvSpPr>
            <a:spLocks xmlns:a="http://schemas.openxmlformats.org/drawingml/2006/main" noGrp="1"/>
          </p:cNvSpPr>
          <p:nvPr/>
        </p:nvSpPr>
        <p:spPr>
          <a:xfrm xmlns:a="http://schemas.openxmlformats.org/drawingml/2006/main">
            <a:off x="6372225"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40" name="diagram-219">
            <a:extLst xmlns:a="http://schemas.openxmlformats.org/drawingml/2006/main">
              <a:ext uri="{FF2B5EF4-FFF2-40B4-BE49-F238E27FC236}">
                <a16:creationId xmlns:a16="http://schemas.microsoft.com/office/drawing/2014/main" id="{9FCD4B61-E465-4EF4-9C72-130A0449BF4B}"/>
              </a:ext>
            </a:extLst>
          </p:cNvPr>
          <p:cNvSpPr>
            <a:spLocks xmlns:a="http://schemas.openxmlformats.org/drawingml/2006/main" noGrp="1"/>
          </p:cNvSpPr>
          <p:nvPr/>
        </p:nvSpPr>
        <p:spPr>
          <a:xfrm xmlns:a="http://schemas.openxmlformats.org/drawingml/2006/main">
            <a:off x="4229100"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41" name="diagram-220">
            <a:extLst xmlns:a="http://schemas.openxmlformats.org/drawingml/2006/main">
              <a:ext uri="{FF2B5EF4-FFF2-40B4-BE49-F238E27FC236}">
                <a16:creationId xmlns:a16="http://schemas.microsoft.com/office/drawing/2014/main" id="{E9D3B55C-0A7E-4993-8132-F28C10817318}"/>
              </a:ext>
            </a:extLst>
          </p:cNvPr>
          <p:cNvSpPr>
            <a:spLocks xmlns:a="http://schemas.openxmlformats.org/drawingml/2006/main" noGrp="1"/>
          </p:cNvSpPr>
          <p:nvPr/>
        </p:nvSpPr>
        <p:spPr>
          <a:xfrm xmlns:a="http://schemas.openxmlformats.org/drawingml/2006/main">
            <a:off x="4371975"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42" name="diagram-221">
            <a:extLst xmlns:a="http://schemas.openxmlformats.org/drawingml/2006/main">
              <a:ext uri="{FF2B5EF4-FFF2-40B4-BE49-F238E27FC236}">
                <a16:creationId xmlns:a16="http://schemas.microsoft.com/office/drawing/2014/main" id="{BD6D6F37-2B7A-4799-82A6-8CF6833CED0E}"/>
              </a:ext>
            </a:extLst>
          </p:cNvPr>
          <p:cNvSpPr>
            <a:spLocks xmlns:a="http://schemas.openxmlformats.org/drawingml/2006/main" noGrp="1"/>
          </p:cNvSpPr>
          <p:nvPr/>
        </p:nvSpPr>
        <p:spPr>
          <a:xfrm xmlns:a="http://schemas.openxmlformats.org/drawingml/2006/main">
            <a:off x="4514850"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43" name="diagram-222">
            <a:extLst xmlns:a="http://schemas.openxmlformats.org/drawingml/2006/main">
              <a:ext uri="{FF2B5EF4-FFF2-40B4-BE49-F238E27FC236}">
                <a16:creationId xmlns:a16="http://schemas.microsoft.com/office/drawing/2014/main" id="{7873F949-0E42-4DA4-8654-34EE1EBDD404}"/>
              </a:ext>
            </a:extLst>
          </p:cNvPr>
          <p:cNvSpPr>
            <a:spLocks xmlns:a="http://schemas.openxmlformats.org/drawingml/2006/main" noGrp="1"/>
          </p:cNvSpPr>
          <p:nvPr/>
        </p:nvSpPr>
        <p:spPr>
          <a:xfrm xmlns:a="http://schemas.openxmlformats.org/drawingml/2006/main">
            <a:off x="4657725"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44" name="diagram-223">
            <a:extLst xmlns:a="http://schemas.openxmlformats.org/drawingml/2006/main">
              <a:ext uri="{FF2B5EF4-FFF2-40B4-BE49-F238E27FC236}">
                <a16:creationId xmlns:a16="http://schemas.microsoft.com/office/drawing/2014/main" id="{46A80DCC-DB5D-44DF-A905-6D721322D178}"/>
              </a:ext>
            </a:extLst>
          </p:cNvPr>
          <p:cNvSpPr>
            <a:spLocks xmlns:a="http://schemas.openxmlformats.org/drawingml/2006/main" noGrp="1"/>
          </p:cNvSpPr>
          <p:nvPr/>
        </p:nvSpPr>
        <p:spPr>
          <a:xfrm xmlns:a="http://schemas.openxmlformats.org/drawingml/2006/main">
            <a:off x="4800600"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45" name="diagram-224">
            <a:extLst xmlns:a="http://schemas.openxmlformats.org/drawingml/2006/main">
              <a:ext uri="{FF2B5EF4-FFF2-40B4-BE49-F238E27FC236}">
                <a16:creationId xmlns:a16="http://schemas.microsoft.com/office/drawing/2014/main" id="{06C50989-0890-4884-AA78-78AAC9B4E7F7}"/>
              </a:ext>
            </a:extLst>
          </p:cNvPr>
          <p:cNvSpPr>
            <a:spLocks xmlns:a="http://schemas.openxmlformats.org/drawingml/2006/main" noGrp="1"/>
          </p:cNvSpPr>
          <p:nvPr/>
        </p:nvSpPr>
        <p:spPr>
          <a:xfrm xmlns:a="http://schemas.openxmlformats.org/drawingml/2006/main">
            <a:off x="4943475"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46" name="diagram-225">
            <a:extLst xmlns:a="http://schemas.openxmlformats.org/drawingml/2006/main">
              <a:ext uri="{FF2B5EF4-FFF2-40B4-BE49-F238E27FC236}">
                <a16:creationId xmlns:a16="http://schemas.microsoft.com/office/drawing/2014/main" id="{B5A6C39C-0D7D-475E-B471-52E2C3D01B3B}"/>
              </a:ext>
            </a:extLst>
          </p:cNvPr>
          <p:cNvSpPr>
            <a:spLocks xmlns:a="http://schemas.openxmlformats.org/drawingml/2006/main" noGrp="1"/>
          </p:cNvSpPr>
          <p:nvPr/>
        </p:nvSpPr>
        <p:spPr>
          <a:xfrm xmlns:a="http://schemas.openxmlformats.org/drawingml/2006/main">
            <a:off x="5086350"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47" name="diagram-226">
            <a:extLst xmlns:a="http://schemas.openxmlformats.org/drawingml/2006/main">
              <a:ext uri="{FF2B5EF4-FFF2-40B4-BE49-F238E27FC236}">
                <a16:creationId xmlns:a16="http://schemas.microsoft.com/office/drawing/2014/main" id="{14108AA0-70D2-4AA8-B88A-31671C92492D}"/>
              </a:ext>
            </a:extLst>
          </p:cNvPr>
          <p:cNvSpPr>
            <a:spLocks xmlns:a="http://schemas.openxmlformats.org/drawingml/2006/main" noGrp="1"/>
          </p:cNvSpPr>
          <p:nvPr/>
        </p:nvSpPr>
        <p:spPr>
          <a:xfrm xmlns:a="http://schemas.openxmlformats.org/drawingml/2006/main">
            <a:off x="5229225"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48" name="diagram-227">
            <a:extLst xmlns:a="http://schemas.openxmlformats.org/drawingml/2006/main">
              <a:ext uri="{FF2B5EF4-FFF2-40B4-BE49-F238E27FC236}">
                <a16:creationId xmlns:a16="http://schemas.microsoft.com/office/drawing/2014/main" id="{84FB3A9E-427B-48D6-948F-63B2D0F6DCF7}"/>
              </a:ext>
            </a:extLst>
          </p:cNvPr>
          <p:cNvSpPr>
            <a:spLocks xmlns:a="http://schemas.openxmlformats.org/drawingml/2006/main" noGrp="1"/>
          </p:cNvSpPr>
          <p:nvPr/>
        </p:nvSpPr>
        <p:spPr>
          <a:xfrm xmlns:a="http://schemas.openxmlformats.org/drawingml/2006/main">
            <a:off x="5372100"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49" name="diagram-228">
            <a:extLst xmlns:a="http://schemas.openxmlformats.org/drawingml/2006/main">
              <a:ext uri="{FF2B5EF4-FFF2-40B4-BE49-F238E27FC236}">
                <a16:creationId xmlns:a16="http://schemas.microsoft.com/office/drawing/2014/main" id="{A15D0547-49FF-4297-BB6E-C1A9A4F188BE}"/>
              </a:ext>
            </a:extLst>
          </p:cNvPr>
          <p:cNvSpPr>
            <a:spLocks xmlns:a="http://schemas.openxmlformats.org/drawingml/2006/main" noGrp="1"/>
          </p:cNvSpPr>
          <p:nvPr/>
        </p:nvSpPr>
        <p:spPr>
          <a:xfrm xmlns:a="http://schemas.openxmlformats.org/drawingml/2006/main">
            <a:off x="5514975"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50" name="diagram-229">
            <a:extLst xmlns:a="http://schemas.openxmlformats.org/drawingml/2006/main">
              <a:ext uri="{FF2B5EF4-FFF2-40B4-BE49-F238E27FC236}">
                <a16:creationId xmlns:a16="http://schemas.microsoft.com/office/drawing/2014/main" id="{E8804532-5671-4491-B26F-47506805F53F}"/>
              </a:ext>
            </a:extLst>
          </p:cNvPr>
          <p:cNvSpPr>
            <a:spLocks xmlns:a="http://schemas.openxmlformats.org/drawingml/2006/main" noGrp="1"/>
          </p:cNvSpPr>
          <p:nvPr/>
        </p:nvSpPr>
        <p:spPr>
          <a:xfrm xmlns:a="http://schemas.openxmlformats.org/drawingml/2006/main">
            <a:off x="5657850"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51" name="diagram-230">
            <a:extLst xmlns:a="http://schemas.openxmlformats.org/drawingml/2006/main">
              <a:ext uri="{FF2B5EF4-FFF2-40B4-BE49-F238E27FC236}">
                <a16:creationId xmlns:a16="http://schemas.microsoft.com/office/drawing/2014/main" id="{952D7E39-1C92-4879-A33E-28C16D207A9E}"/>
              </a:ext>
            </a:extLst>
          </p:cNvPr>
          <p:cNvSpPr>
            <a:spLocks xmlns:a="http://schemas.openxmlformats.org/drawingml/2006/main" noGrp="1"/>
          </p:cNvSpPr>
          <p:nvPr/>
        </p:nvSpPr>
        <p:spPr>
          <a:xfrm xmlns:a="http://schemas.openxmlformats.org/drawingml/2006/main">
            <a:off x="5800725"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52" name="diagram-231">
            <a:extLst xmlns:a="http://schemas.openxmlformats.org/drawingml/2006/main">
              <a:ext uri="{FF2B5EF4-FFF2-40B4-BE49-F238E27FC236}">
                <a16:creationId xmlns:a16="http://schemas.microsoft.com/office/drawing/2014/main" id="{C56E5709-29DE-4A14-B76E-44B1D1142B93}"/>
              </a:ext>
            </a:extLst>
          </p:cNvPr>
          <p:cNvSpPr>
            <a:spLocks xmlns:a="http://schemas.openxmlformats.org/drawingml/2006/main" noGrp="1"/>
          </p:cNvSpPr>
          <p:nvPr/>
        </p:nvSpPr>
        <p:spPr>
          <a:xfrm xmlns:a="http://schemas.openxmlformats.org/drawingml/2006/main">
            <a:off x="5943600"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53" name="diagram-232">
            <a:extLst xmlns:a="http://schemas.openxmlformats.org/drawingml/2006/main">
              <a:ext uri="{FF2B5EF4-FFF2-40B4-BE49-F238E27FC236}">
                <a16:creationId xmlns:a16="http://schemas.microsoft.com/office/drawing/2014/main" id="{566A7497-1F58-402A-8C1D-EF79E31E7195}"/>
              </a:ext>
            </a:extLst>
          </p:cNvPr>
          <p:cNvSpPr>
            <a:spLocks xmlns:a="http://schemas.openxmlformats.org/drawingml/2006/main" noGrp="1"/>
          </p:cNvSpPr>
          <p:nvPr/>
        </p:nvSpPr>
        <p:spPr>
          <a:xfrm xmlns:a="http://schemas.openxmlformats.org/drawingml/2006/main">
            <a:off x="6086475"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54" name="diagram-233">
            <a:extLst xmlns:a="http://schemas.openxmlformats.org/drawingml/2006/main">
              <a:ext uri="{FF2B5EF4-FFF2-40B4-BE49-F238E27FC236}">
                <a16:creationId xmlns:a16="http://schemas.microsoft.com/office/drawing/2014/main" id="{53068353-B077-4A49-B090-50980034BC56}"/>
              </a:ext>
            </a:extLst>
          </p:cNvPr>
          <p:cNvSpPr>
            <a:spLocks xmlns:a="http://schemas.openxmlformats.org/drawingml/2006/main" noGrp="1"/>
          </p:cNvSpPr>
          <p:nvPr/>
        </p:nvSpPr>
        <p:spPr>
          <a:xfrm xmlns:a="http://schemas.openxmlformats.org/drawingml/2006/main">
            <a:off x="6229350"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55" name="diagram-234">
            <a:extLst xmlns:a="http://schemas.openxmlformats.org/drawingml/2006/main">
              <a:ext uri="{FF2B5EF4-FFF2-40B4-BE49-F238E27FC236}">
                <a16:creationId xmlns:a16="http://schemas.microsoft.com/office/drawing/2014/main" id="{DC33EC7E-8C25-468A-9CE4-368D0BB1B32D}"/>
              </a:ext>
            </a:extLst>
          </p:cNvPr>
          <p:cNvSpPr>
            <a:spLocks xmlns:a="http://schemas.openxmlformats.org/drawingml/2006/main" noGrp="1"/>
          </p:cNvSpPr>
          <p:nvPr/>
        </p:nvSpPr>
        <p:spPr>
          <a:xfrm xmlns:a="http://schemas.openxmlformats.org/drawingml/2006/main">
            <a:off x="6372225"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56" name="diagram-235">
            <a:extLst xmlns:a="http://schemas.openxmlformats.org/drawingml/2006/main">
              <a:ext uri="{FF2B5EF4-FFF2-40B4-BE49-F238E27FC236}">
                <a16:creationId xmlns:a16="http://schemas.microsoft.com/office/drawing/2014/main" id="{3832F687-2ECC-4F4C-A273-4EEAC91D6A24}"/>
              </a:ext>
            </a:extLst>
          </p:cNvPr>
          <p:cNvSpPr>
            <a:spLocks xmlns:a="http://schemas.openxmlformats.org/drawingml/2006/main" noGrp="1"/>
          </p:cNvSpPr>
          <p:nvPr/>
        </p:nvSpPr>
        <p:spPr>
          <a:xfrm xmlns:a="http://schemas.openxmlformats.org/drawingml/2006/main">
            <a:off x="4229100"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57" name="diagram-236">
            <a:extLst xmlns:a="http://schemas.openxmlformats.org/drawingml/2006/main">
              <a:ext uri="{FF2B5EF4-FFF2-40B4-BE49-F238E27FC236}">
                <a16:creationId xmlns:a16="http://schemas.microsoft.com/office/drawing/2014/main" id="{B77C9110-DCF0-4068-8079-30BF27F1CDB3}"/>
              </a:ext>
            </a:extLst>
          </p:cNvPr>
          <p:cNvSpPr>
            <a:spLocks xmlns:a="http://schemas.openxmlformats.org/drawingml/2006/main" noGrp="1"/>
          </p:cNvSpPr>
          <p:nvPr/>
        </p:nvSpPr>
        <p:spPr>
          <a:xfrm xmlns:a="http://schemas.openxmlformats.org/drawingml/2006/main">
            <a:off x="4371975"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58" name="diagram-237">
            <a:extLst xmlns:a="http://schemas.openxmlformats.org/drawingml/2006/main">
              <a:ext uri="{FF2B5EF4-FFF2-40B4-BE49-F238E27FC236}">
                <a16:creationId xmlns:a16="http://schemas.microsoft.com/office/drawing/2014/main" id="{D642B4AB-F686-48E8-A0A6-4ED6852A6FA3}"/>
              </a:ext>
            </a:extLst>
          </p:cNvPr>
          <p:cNvSpPr>
            <a:spLocks xmlns:a="http://schemas.openxmlformats.org/drawingml/2006/main" noGrp="1"/>
          </p:cNvSpPr>
          <p:nvPr/>
        </p:nvSpPr>
        <p:spPr>
          <a:xfrm xmlns:a="http://schemas.openxmlformats.org/drawingml/2006/main">
            <a:off x="4514850"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59" name="diagram-238">
            <a:extLst xmlns:a="http://schemas.openxmlformats.org/drawingml/2006/main">
              <a:ext uri="{FF2B5EF4-FFF2-40B4-BE49-F238E27FC236}">
                <a16:creationId xmlns:a16="http://schemas.microsoft.com/office/drawing/2014/main" id="{AD3232D4-5BC6-4954-920F-6839046211F7}"/>
              </a:ext>
            </a:extLst>
          </p:cNvPr>
          <p:cNvSpPr>
            <a:spLocks xmlns:a="http://schemas.openxmlformats.org/drawingml/2006/main" noGrp="1"/>
          </p:cNvSpPr>
          <p:nvPr/>
        </p:nvSpPr>
        <p:spPr>
          <a:xfrm xmlns:a="http://schemas.openxmlformats.org/drawingml/2006/main">
            <a:off x="4657725"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60" name="diagram-239">
            <a:extLst xmlns:a="http://schemas.openxmlformats.org/drawingml/2006/main">
              <a:ext uri="{FF2B5EF4-FFF2-40B4-BE49-F238E27FC236}">
                <a16:creationId xmlns:a16="http://schemas.microsoft.com/office/drawing/2014/main" id="{22FBB1C1-5F0A-4B05-8483-A1D818C7B8CA}"/>
              </a:ext>
            </a:extLst>
          </p:cNvPr>
          <p:cNvSpPr>
            <a:spLocks xmlns:a="http://schemas.openxmlformats.org/drawingml/2006/main" noGrp="1"/>
          </p:cNvSpPr>
          <p:nvPr/>
        </p:nvSpPr>
        <p:spPr>
          <a:xfrm xmlns:a="http://schemas.openxmlformats.org/drawingml/2006/main">
            <a:off x="4800600"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61" name="diagram-240">
            <a:extLst xmlns:a="http://schemas.openxmlformats.org/drawingml/2006/main">
              <a:ext uri="{FF2B5EF4-FFF2-40B4-BE49-F238E27FC236}">
                <a16:creationId xmlns:a16="http://schemas.microsoft.com/office/drawing/2014/main" id="{2FD057B3-68EF-4597-92D7-5AC33DDC1699}"/>
              </a:ext>
            </a:extLst>
          </p:cNvPr>
          <p:cNvSpPr>
            <a:spLocks xmlns:a="http://schemas.openxmlformats.org/drawingml/2006/main" noGrp="1"/>
          </p:cNvSpPr>
          <p:nvPr/>
        </p:nvSpPr>
        <p:spPr>
          <a:xfrm xmlns:a="http://schemas.openxmlformats.org/drawingml/2006/main">
            <a:off x="4943475"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62" name="diagram-241">
            <a:extLst xmlns:a="http://schemas.openxmlformats.org/drawingml/2006/main">
              <a:ext uri="{FF2B5EF4-FFF2-40B4-BE49-F238E27FC236}">
                <a16:creationId xmlns:a16="http://schemas.microsoft.com/office/drawing/2014/main" id="{4C743630-0D5E-4978-B6D4-BB19108D9BB2}"/>
              </a:ext>
            </a:extLst>
          </p:cNvPr>
          <p:cNvSpPr>
            <a:spLocks xmlns:a="http://schemas.openxmlformats.org/drawingml/2006/main" noGrp="1"/>
          </p:cNvSpPr>
          <p:nvPr/>
        </p:nvSpPr>
        <p:spPr>
          <a:xfrm xmlns:a="http://schemas.openxmlformats.org/drawingml/2006/main">
            <a:off x="5086350"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63" name="diagram-242">
            <a:extLst xmlns:a="http://schemas.openxmlformats.org/drawingml/2006/main">
              <a:ext uri="{FF2B5EF4-FFF2-40B4-BE49-F238E27FC236}">
                <a16:creationId xmlns:a16="http://schemas.microsoft.com/office/drawing/2014/main" id="{52006808-6BD0-43CE-8151-4892F9603107}"/>
              </a:ext>
            </a:extLst>
          </p:cNvPr>
          <p:cNvSpPr>
            <a:spLocks xmlns:a="http://schemas.openxmlformats.org/drawingml/2006/main" noGrp="1"/>
          </p:cNvSpPr>
          <p:nvPr/>
        </p:nvSpPr>
        <p:spPr>
          <a:xfrm xmlns:a="http://schemas.openxmlformats.org/drawingml/2006/main">
            <a:off x="5229225"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64" name="diagram-243">
            <a:extLst xmlns:a="http://schemas.openxmlformats.org/drawingml/2006/main">
              <a:ext uri="{FF2B5EF4-FFF2-40B4-BE49-F238E27FC236}">
                <a16:creationId xmlns:a16="http://schemas.microsoft.com/office/drawing/2014/main" id="{8ADC2A24-A7EA-4329-9565-70FDBB72D241}"/>
              </a:ext>
            </a:extLst>
          </p:cNvPr>
          <p:cNvSpPr>
            <a:spLocks xmlns:a="http://schemas.openxmlformats.org/drawingml/2006/main" noGrp="1"/>
          </p:cNvSpPr>
          <p:nvPr/>
        </p:nvSpPr>
        <p:spPr>
          <a:xfrm xmlns:a="http://schemas.openxmlformats.org/drawingml/2006/main">
            <a:off x="5372100"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65" name="diagram-244">
            <a:extLst xmlns:a="http://schemas.openxmlformats.org/drawingml/2006/main">
              <a:ext uri="{FF2B5EF4-FFF2-40B4-BE49-F238E27FC236}">
                <a16:creationId xmlns:a16="http://schemas.microsoft.com/office/drawing/2014/main" id="{4EF848DE-74D7-40F1-993A-8B80808DA614}"/>
              </a:ext>
            </a:extLst>
          </p:cNvPr>
          <p:cNvSpPr>
            <a:spLocks xmlns:a="http://schemas.openxmlformats.org/drawingml/2006/main" noGrp="1"/>
          </p:cNvSpPr>
          <p:nvPr/>
        </p:nvSpPr>
        <p:spPr>
          <a:xfrm xmlns:a="http://schemas.openxmlformats.org/drawingml/2006/main">
            <a:off x="5514975"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66" name="diagram-245">
            <a:extLst xmlns:a="http://schemas.openxmlformats.org/drawingml/2006/main">
              <a:ext uri="{FF2B5EF4-FFF2-40B4-BE49-F238E27FC236}">
                <a16:creationId xmlns:a16="http://schemas.microsoft.com/office/drawing/2014/main" id="{324C124C-D912-438F-91FD-8EA7937F56C8}"/>
              </a:ext>
            </a:extLst>
          </p:cNvPr>
          <p:cNvSpPr>
            <a:spLocks xmlns:a="http://schemas.openxmlformats.org/drawingml/2006/main" noGrp="1"/>
          </p:cNvSpPr>
          <p:nvPr/>
        </p:nvSpPr>
        <p:spPr>
          <a:xfrm xmlns:a="http://schemas.openxmlformats.org/drawingml/2006/main">
            <a:off x="5657850"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67" name="diagram-246">
            <a:extLst xmlns:a="http://schemas.openxmlformats.org/drawingml/2006/main">
              <a:ext uri="{FF2B5EF4-FFF2-40B4-BE49-F238E27FC236}">
                <a16:creationId xmlns:a16="http://schemas.microsoft.com/office/drawing/2014/main" id="{DB6BE377-D3F8-49B7-A534-2806C2DBE02F}"/>
              </a:ext>
            </a:extLst>
          </p:cNvPr>
          <p:cNvSpPr>
            <a:spLocks xmlns:a="http://schemas.openxmlformats.org/drawingml/2006/main" noGrp="1"/>
          </p:cNvSpPr>
          <p:nvPr/>
        </p:nvSpPr>
        <p:spPr>
          <a:xfrm xmlns:a="http://schemas.openxmlformats.org/drawingml/2006/main">
            <a:off x="5800725"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68" name="diagram-247">
            <a:extLst xmlns:a="http://schemas.openxmlformats.org/drawingml/2006/main">
              <a:ext uri="{FF2B5EF4-FFF2-40B4-BE49-F238E27FC236}">
                <a16:creationId xmlns:a16="http://schemas.microsoft.com/office/drawing/2014/main" id="{E585A5CC-F37A-4AF9-9615-806C4FDB9794}"/>
              </a:ext>
            </a:extLst>
          </p:cNvPr>
          <p:cNvSpPr>
            <a:spLocks xmlns:a="http://schemas.openxmlformats.org/drawingml/2006/main" noGrp="1"/>
          </p:cNvSpPr>
          <p:nvPr/>
        </p:nvSpPr>
        <p:spPr>
          <a:xfrm xmlns:a="http://schemas.openxmlformats.org/drawingml/2006/main">
            <a:off x="5943600"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69" name="diagram-248">
            <a:extLst xmlns:a="http://schemas.openxmlformats.org/drawingml/2006/main">
              <a:ext uri="{FF2B5EF4-FFF2-40B4-BE49-F238E27FC236}">
                <a16:creationId xmlns:a16="http://schemas.microsoft.com/office/drawing/2014/main" id="{A28CD51B-C4DE-43BE-9581-CA3609052CCA}"/>
              </a:ext>
            </a:extLst>
          </p:cNvPr>
          <p:cNvSpPr>
            <a:spLocks xmlns:a="http://schemas.openxmlformats.org/drawingml/2006/main" noGrp="1"/>
          </p:cNvSpPr>
          <p:nvPr/>
        </p:nvSpPr>
        <p:spPr>
          <a:xfrm xmlns:a="http://schemas.openxmlformats.org/drawingml/2006/main">
            <a:off x="6086475"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70" name="diagram-249">
            <a:extLst xmlns:a="http://schemas.openxmlformats.org/drawingml/2006/main">
              <a:ext uri="{FF2B5EF4-FFF2-40B4-BE49-F238E27FC236}">
                <a16:creationId xmlns:a16="http://schemas.microsoft.com/office/drawing/2014/main" id="{DF222052-B7F7-4B50-ADA4-D1590520E309}"/>
              </a:ext>
            </a:extLst>
          </p:cNvPr>
          <p:cNvSpPr>
            <a:spLocks xmlns:a="http://schemas.openxmlformats.org/drawingml/2006/main" noGrp="1"/>
          </p:cNvSpPr>
          <p:nvPr/>
        </p:nvSpPr>
        <p:spPr>
          <a:xfrm xmlns:a="http://schemas.openxmlformats.org/drawingml/2006/main">
            <a:off x="6229350"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71" name="diagram-250">
            <a:extLst xmlns:a="http://schemas.openxmlformats.org/drawingml/2006/main">
              <a:ext uri="{FF2B5EF4-FFF2-40B4-BE49-F238E27FC236}">
                <a16:creationId xmlns:a16="http://schemas.microsoft.com/office/drawing/2014/main" id="{C4727DB9-59AA-4427-AB11-2CB6B19A5BD1}"/>
              </a:ext>
            </a:extLst>
          </p:cNvPr>
          <p:cNvSpPr>
            <a:spLocks xmlns:a="http://schemas.openxmlformats.org/drawingml/2006/main" noGrp="1"/>
          </p:cNvSpPr>
          <p:nvPr/>
        </p:nvSpPr>
        <p:spPr>
          <a:xfrm xmlns:a="http://schemas.openxmlformats.org/drawingml/2006/main">
            <a:off x="6372225"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72" name="diagram-251">
            <a:extLst xmlns:a="http://schemas.openxmlformats.org/drawingml/2006/main">
              <a:ext uri="{FF2B5EF4-FFF2-40B4-BE49-F238E27FC236}">
                <a16:creationId xmlns:a16="http://schemas.microsoft.com/office/drawing/2014/main" id="{35DA257B-B73C-486D-8379-6CE2A7167A59}"/>
              </a:ext>
            </a:extLst>
          </p:cNvPr>
          <p:cNvSpPr>
            <a:spLocks xmlns:a="http://schemas.openxmlformats.org/drawingml/2006/main" noGrp="1"/>
          </p:cNvSpPr>
          <p:nvPr/>
        </p:nvSpPr>
        <p:spPr>
          <a:xfrm xmlns:a="http://schemas.openxmlformats.org/drawingml/2006/main">
            <a:off x="4229100"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73" name="diagram-252">
            <a:extLst xmlns:a="http://schemas.openxmlformats.org/drawingml/2006/main">
              <a:ext uri="{FF2B5EF4-FFF2-40B4-BE49-F238E27FC236}">
                <a16:creationId xmlns:a16="http://schemas.microsoft.com/office/drawing/2014/main" id="{D3C15F71-B1B1-4131-8A16-EA6284741771}"/>
              </a:ext>
            </a:extLst>
          </p:cNvPr>
          <p:cNvSpPr>
            <a:spLocks xmlns:a="http://schemas.openxmlformats.org/drawingml/2006/main" noGrp="1"/>
          </p:cNvSpPr>
          <p:nvPr/>
        </p:nvSpPr>
        <p:spPr>
          <a:xfrm xmlns:a="http://schemas.openxmlformats.org/drawingml/2006/main">
            <a:off x="4371975"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74" name="diagram-253">
            <a:extLst xmlns:a="http://schemas.openxmlformats.org/drawingml/2006/main">
              <a:ext uri="{FF2B5EF4-FFF2-40B4-BE49-F238E27FC236}">
                <a16:creationId xmlns:a16="http://schemas.microsoft.com/office/drawing/2014/main" id="{4D6AFC13-F5DE-4AC9-9E4A-489EB7935796}"/>
              </a:ext>
            </a:extLst>
          </p:cNvPr>
          <p:cNvSpPr>
            <a:spLocks xmlns:a="http://schemas.openxmlformats.org/drawingml/2006/main" noGrp="1"/>
          </p:cNvSpPr>
          <p:nvPr/>
        </p:nvSpPr>
        <p:spPr>
          <a:xfrm xmlns:a="http://schemas.openxmlformats.org/drawingml/2006/main">
            <a:off x="4514850"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75" name="diagram-254">
            <a:extLst xmlns:a="http://schemas.openxmlformats.org/drawingml/2006/main">
              <a:ext uri="{FF2B5EF4-FFF2-40B4-BE49-F238E27FC236}">
                <a16:creationId xmlns:a16="http://schemas.microsoft.com/office/drawing/2014/main" id="{A5E3EE79-9D2F-4AFD-BD4E-44208EC9E23C}"/>
              </a:ext>
            </a:extLst>
          </p:cNvPr>
          <p:cNvSpPr>
            <a:spLocks xmlns:a="http://schemas.openxmlformats.org/drawingml/2006/main" noGrp="1"/>
          </p:cNvSpPr>
          <p:nvPr/>
        </p:nvSpPr>
        <p:spPr>
          <a:xfrm xmlns:a="http://schemas.openxmlformats.org/drawingml/2006/main">
            <a:off x="4657725"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76" name="diagram-255">
            <a:extLst xmlns:a="http://schemas.openxmlformats.org/drawingml/2006/main">
              <a:ext uri="{FF2B5EF4-FFF2-40B4-BE49-F238E27FC236}">
                <a16:creationId xmlns:a16="http://schemas.microsoft.com/office/drawing/2014/main" id="{84996101-B1A9-4EB6-BC0A-96B16234DFFB}"/>
              </a:ext>
            </a:extLst>
          </p:cNvPr>
          <p:cNvSpPr>
            <a:spLocks xmlns:a="http://schemas.openxmlformats.org/drawingml/2006/main" noGrp="1"/>
          </p:cNvSpPr>
          <p:nvPr/>
        </p:nvSpPr>
        <p:spPr>
          <a:xfrm xmlns:a="http://schemas.openxmlformats.org/drawingml/2006/main">
            <a:off x="4800600"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77" name="diagram-256">
            <a:extLst xmlns:a="http://schemas.openxmlformats.org/drawingml/2006/main">
              <a:ext uri="{FF2B5EF4-FFF2-40B4-BE49-F238E27FC236}">
                <a16:creationId xmlns:a16="http://schemas.microsoft.com/office/drawing/2014/main" id="{21FB6664-6774-4E93-8FB4-5B13C5282ECF}"/>
              </a:ext>
            </a:extLst>
          </p:cNvPr>
          <p:cNvSpPr>
            <a:spLocks xmlns:a="http://schemas.openxmlformats.org/drawingml/2006/main" noGrp="1"/>
          </p:cNvSpPr>
          <p:nvPr/>
        </p:nvSpPr>
        <p:spPr>
          <a:xfrm xmlns:a="http://schemas.openxmlformats.org/drawingml/2006/main">
            <a:off x="4943475"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78" name="diagram-257">
            <a:extLst xmlns:a="http://schemas.openxmlformats.org/drawingml/2006/main">
              <a:ext uri="{FF2B5EF4-FFF2-40B4-BE49-F238E27FC236}">
                <a16:creationId xmlns:a16="http://schemas.microsoft.com/office/drawing/2014/main" id="{25FABD9A-378D-4DB0-819B-76B38E504C13}"/>
              </a:ext>
            </a:extLst>
          </p:cNvPr>
          <p:cNvSpPr>
            <a:spLocks xmlns:a="http://schemas.openxmlformats.org/drawingml/2006/main" noGrp="1"/>
          </p:cNvSpPr>
          <p:nvPr/>
        </p:nvSpPr>
        <p:spPr>
          <a:xfrm xmlns:a="http://schemas.openxmlformats.org/drawingml/2006/main">
            <a:off x="5086350"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79" name="diagram-258">
            <a:extLst xmlns:a="http://schemas.openxmlformats.org/drawingml/2006/main">
              <a:ext uri="{FF2B5EF4-FFF2-40B4-BE49-F238E27FC236}">
                <a16:creationId xmlns:a16="http://schemas.microsoft.com/office/drawing/2014/main" id="{4D3183B2-B4BB-45B5-9A30-4CE479762806}"/>
              </a:ext>
            </a:extLst>
          </p:cNvPr>
          <p:cNvSpPr>
            <a:spLocks xmlns:a="http://schemas.openxmlformats.org/drawingml/2006/main" noGrp="1"/>
          </p:cNvSpPr>
          <p:nvPr/>
        </p:nvSpPr>
        <p:spPr>
          <a:xfrm xmlns:a="http://schemas.openxmlformats.org/drawingml/2006/main">
            <a:off x="5229225"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80" name="diagram-259">
            <a:extLst xmlns:a="http://schemas.openxmlformats.org/drawingml/2006/main">
              <a:ext uri="{FF2B5EF4-FFF2-40B4-BE49-F238E27FC236}">
                <a16:creationId xmlns:a16="http://schemas.microsoft.com/office/drawing/2014/main" id="{291F5D70-8B94-4AAE-913A-E7264D896438}"/>
              </a:ext>
            </a:extLst>
          </p:cNvPr>
          <p:cNvSpPr>
            <a:spLocks xmlns:a="http://schemas.openxmlformats.org/drawingml/2006/main" noGrp="1"/>
          </p:cNvSpPr>
          <p:nvPr/>
        </p:nvSpPr>
        <p:spPr>
          <a:xfrm xmlns:a="http://schemas.openxmlformats.org/drawingml/2006/main">
            <a:off x="5372100"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81" name="diagram-260">
            <a:extLst xmlns:a="http://schemas.openxmlformats.org/drawingml/2006/main">
              <a:ext uri="{FF2B5EF4-FFF2-40B4-BE49-F238E27FC236}">
                <a16:creationId xmlns:a16="http://schemas.microsoft.com/office/drawing/2014/main" id="{1B0C082A-2C4D-4BD3-AA88-8DBAB13DBE0B}"/>
              </a:ext>
            </a:extLst>
          </p:cNvPr>
          <p:cNvSpPr>
            <a:spLocks xmlns:a="http://schemas.openxmlformats.org/drawingml/2006/main" noGrp="1"/>
          </p:cNvSpPr>
          <p:nvPr/>
        </p:nvSpPr>
        <p:spPr>
          <a:xfrm xmlns:a="http://schemas.openxmlformats.org/drawingml/2006/main">
            <a:off x="5514975"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82" name="diagram-261">
            <a:extLst xmlns:a="http://schemas.openxmlformats.org/drawingml/2006/main">
              <a:ext uri="{FF2B5EF4-FFF2-40B4-BE49-F238E27FC236}">
                <a16:creationId xmlns:a16="http://schemas.microsoft.com/office/drawing/2014/main" id="{52019543-5A4B-4456-A033-AB3DAC6DE8A9}"/>
              </a:ext>
            </a:extLst>
          </p:cNvPr>
          <p:cNvSpPr>
            <a:spLocks xmlns:a="http://schemas.openxmlformats.org/drawingml/2006/main" noGrp="1"/>
          </p:cNvSpPr>
          <p:nvPr/>
        </p:nvSpPr>
        <p:spPr>
          <a:xfrm xmlns:a="http://schemas.openxmlformats.org/drawingml/2006/main">
            <a:off x="5657850"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83" name="diagram-262">
            <a:extLst xmlns:a="http://schemas.openxmlformats.org/drawingml/2006/main">
              <a:ext uri="{FF2B5EF4-FFF2-40B4-BE49-F238E27FC236}">
                <a16:creationId xmlns:a16="http://schemas.microsoft.com/office/drawing/2014/main" id="{C3554ADE-C797-4605-91D6-10BAF388A159}"/>
              </a:ext>
            </a:extLst>
          </p:cNvPr>
          <p:cNvSpPr>
            <a:spLocks xmlns:a="http://schemas.openxmlformats.org/drawingml/2006/main" noGrp="1"/>
          </p:cNvSpPr>
          <p:nvPr/>
        </p:nvSpPr>
        <p:spPr>
          <a:xfrm xmlns:a="http://schemas.openxmlformats.org/drawingml/2006/main">
            <a:off x="5800725"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84" name="diagram-263">
            <a:extLst xmlns:a="http://schemas.openxmlformats.org/drawingml/2006/main">
              <a:ext uri="{FF2B5EF4-FFF2-40B4-BE49-F238E27FC236}">
                <a16:creationId xmlns:a16="http://schemas.microsoft.com/office/drawing/2014/main" id="{6441FEC1-88BE-4E93-AF63-67388245620B}"/>
              </a:ext>
            </a:extLst>
          </p:cNvPr>
          <p:cNvSpPr>
            <a:spLocks xmlns:a="http://schemas.openxmlformats.org/drawingml/2006/main" noGrp="1"/>
          </p:cNvSpPr>
          <p:nvPr/>
        </p:nvSpPr>
        <p:spPr>
          <a:xfrm xmlns:a="http://schemas.openxmlformats.org/drawingml/2006/main">
            <a:off x="5943600"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85" name="diagram-264">
            <a:extLst xmlns:a="http://schemas.openxmlformats.org/drawingml/2006/main">
              <a:ext uri="{FF2B5EF4-FFF2-40B4-BE49-F238E27FC236}">
                <a16:creationId xmlns:a16="http://schemas.microsoft.com/office/drawing/2014/main" id="{AA1CA8D1-98BF-451E-BA86-D1AB9AEF4453}"/>
              </a:ext>
            </a:extLst>
          </p:cNvPr>
          <p:cNvSpPr>
            <a:spLocks xmlns:a="http://schemas.openxmlformats.org/drawingml/2006/main" noGrp="1"/>
          </p:cNvSpPr>
          <p:nvPr/>
        </p:nvSpPr>
        <p:spPr>
          <a:xfrm xmlns:a="http://schemas.openxmlformats.org/drawingml/2006/main">
            <a:off x="6086475"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86" name="diagram-265">
            <a:extLst xmlns:a="http://schemas.openxmlformats.org/drawingml/2006/main">
              <a:ext uri="{FF2B5EF4-FFF2-40B4-BE49-F238E27FC236}">
                <a16:creationId xmlns:a16="http://schemas.microsoft.com/office/drawing/2014/main" id="{AAB9A66F-3B8A-48BB-9512-B01B5C6FDFCF}"/>
              </a:ext>
            </a:extLst>
          </p:cNvPr>
          <p:cNvSpPr>
            <a:spLocks xmlns:a="http://schemas.openxmlformats.org/drawingml/2006/main" noGrp="1"/>
          </p:cNvSpPr>
          <p:nvPr/>
        </p:nvSpPr>
        <p:spPr>
          <a:xfrm xmlns:a="http://schemas.openxmlformats.org/drawingml/2006/main">
            <a:off x="6229350"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87" name="diagram-266">
            <a:extLst xmlns:a="http://schemas.openxmlformats.org/drawingml/2006/main">
              <a:ext uri="{FF2B5EF4-FFF2-40B4-BE49-F238E27FC236}">
                <a16:creationId xmlns:a16="http://schemas.microsoft.com/office/drawing/2014/main" id="{29F9CD1A-E2C8-44AB-BCE0-CEDD70777EEE}"/>
              </a:ext>
            </a:extLst>
          </p:cNvPr>
          <p:cNvSpPr>
            <a:spLocks xmlns:a="http://schemas.openxmlformats.org/drawingml/2006/main" noGrp="1"/>
          </p:cNvSpPr>
          <p:nvPr/>
        </p:nvSpPr>
        <p:spPr>
          <a:xfrm xmlns:a="http://schemas.openxmlformats.org/drawingml/2006/main">
            <a:off x="6372225"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88" name="diagram-267">
            <a:extLst xmlns:a="http://schemas.openxmlformats.org/drawingml/2006/main">
              <a:ext uri="{FF2B5EF4-FFF2-40B4-BE49-F238E27FC236}">
                <a16:creationId xmlns:a16="http://schemas.microsoft.com/office/drawing/2014/main" id="{546DDB25-BD01-4355-AE24-95F81828A6F1}"/>
              </a:ext>
            </a:extLst>
          </p:cNvPr>
          <p:cNvSpPr>
            <a:spLocks xmlns:a="http://schemas.openxmlformats.org/drawingml/2006/main" noGrp="1"/>
          </p:cNvSpPr>
          <p:nvPr/>
        </p:nvSpPr>
        <p:spPr>
          <a:xfrm xmlns:a="http://schemas.openxmlformats.org/drawingml/2006/main">
            <a:off x="4229100"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89" name="diagram-268">
            <a:extLst xmlns:a="http://schemas.openxmlformats.org/drawingml/2006/main">
              <a:ext uri="{FF2B5EF4-FFF2-40B4-BE49-F238E27FC236}">
                <a16:creationId xmlns:a16="http://schemas.microsoft.com/office/drawing/2014/main" id="{28BF31B4-BD15-49FB-8E42-A670C31CF4F9}"/>
              </a:ext>
            </a:extLst>
          </p:cNvPr>
          <p:cNvSpPr>
            <a:spLocks xmlns:a="http://schemas.openxmlformats.org/drawingml/2006/main" noGrp="1"/>
          </p:cNvSpPr>
          <p:nvPr/>
        </p:nvSpPr>
        <p:spPr>
          <a:xfrm xmlns:a="http://schemas.openxmlformats.org/drawingml/2006/main">
            <a:off x="4371975"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90" name="diagram-269">
            <a:extLst xmlns:a="http://schemas.openxmlformats.org/drawingml/2006/main">
              <a:ext uri="{FF2B5EF4-FFF2-40B4-BE49-F238E27FC236}">
                <a16:creationId xmlns:a16="http://schemas.microsoft.com/office/drawing/2014/main" id="{0E0BA6C9-56DC-403D-8126-AFE8414C21D4}"/>
              </a:ext>
            </a:extLst>
          </p:cNvPr>
          <p:cNvSpPr>
            <a:spLocks xmlns:a="http://schemas.openxmlformats.org/drawingml/2006/main" noGrp="1"/>
          </p:cNvSpPr>
          <p:nvPr/>
        </p:nvSpPr>
        <p:spPr>
          <a:xfrm xmlns:a="http://schemas.openxmlformats.org/drawingml/2006/main">
            <a:off x="4514850"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91" name="diagram-270">
            <a:extLst xmlns:a="http://schemas.openxmlformats.org/drawingml/2006/main">
              <a:ext uri="{FF2B5EF4-FFF2-40B4-BE49-F238E27FC236}">
                <a16:creationId xmlns:a16="http://schemas.microsoft.com/office/drawing/2014/main" id="{C50246E3-A7A7-44B9-859F-8D254CE7B668}"/>
              </a:ext>
            </a:extLst>
          </p:cNvPr>
          <p:cNvSpPr>
            <a:spLocks xmlns:a="http://schemas.openxmlformats.org/drawingml/2006/main" noGrp="1"/>
          </p:cNvSpPr>
          <p:nvPr/>
        </p:nvSpPr>
        <p:spPr>
          <a:xfrm xmlns:a="http://schemas.openxmlformats.org/drawingml/2006/main">
            <a:off x="4657725"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92" name="diagram-271">
            <a:extLst xmlns:a="http://schemas.openxmlformats.org/drawingml/2006/main">
              <a:ext uri="{FF2B5EF4-FFF2-40B4-BE49-F238E27FC236}">
                <a16:creationId xmlns:a16="http://schemas.microsoft.com/office/drawing/2014/main" id="{C02A5AB9-D7D9-4019-BAF3-1D288E08C5C7}"/>
              </a:ext>
            </a:extLst>
          </p:cNvPr>
          <p:cNvSpPr>
            <a:spLocks xmlns:a="http://schemas.openxmlformats.org/drawingml/2006/main" noGrp="1"/>
          </p:cNvSpPr>
          <p:nvPr/>
        </p:nvSpPr>
        <p:spPr>
          <a:xfrm xmlns:a="http://schemas.openxmlformats.org/drawingml/2006/main">
            <a:off x="4800600"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93" name="diagram-272">
            <a:extLst xmlns:a="http://schemas.openxmlformats.org/drawingml/2006/main">
              <a:ext uri="{FF2B5EF4-FFF2-40B4-BE49-F238E27FC236}">
                <a16:creationId xmlns:a16="http://schemas.microsoft.com/office/drawing/2014/main" id="{FE13B540-754D-43F7-9093-9FDF8D494605}"/>
              </a:ext>
            </a:extLst>
          </p:cNvPr>
          <p:cNvSpPr>
            <a:spLocks xmlns:a="http://schemas.openxmlformats.org/drawingml/2006/main" noGrp="1"/>
          </p:cNvSpPr>
          <p:nvPr/>
        </p:nvSpPr>
        <p:spPr>
          <a:xfrm xmlns:a="http://schemas.openxmlformats.org/drawingml/2006/main">
            <a:off x="4943475"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94" name="diagram-273">
            <a:extLst xmlns:a="http://schemas.openxmlformats.org/drawingml/2006/main">
              <a:ext uri="{FF2B5EF4-FFF2-40B4-BE49-F238E27FC236}">
                <a16:creationId xmlns:a16="http://schemas.microsoft.com/office/drawing/2014/main" id="{293A82FA-FF1E-4415-AD9F-F30AA67A40AE}"/>
              </a:ext>
            </a:extLst>
          </p:cNvPr>
          <p:cNvSpPr>
            <a:spLocks xmlns:a="http://schemas.openxmlformats.org/drawingml/2006/main" noGrp="1"/>
          </p:cNvSpPr>
          <p:nvPr/>
        </p:nvSpPr>
        <p:spPr>
          <a:xfrm xmlns:a="http://schemas.openxmlformats.org/drawingml/2006/main">
            <a:off x="5086350"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95" name="diagram-274">
            <a:extLst xmlns:a="http://schemas.openxmlformats.org/drawingml/2006/main">
              <a:ext uri="{FF2B5EF4-FFF2-40B4-BE49-F238E27FC236}">
                <a16:creationId xmlns:a16="http://schemas.microsoft.com/office/drawing/2014/main" id="{A27F5548-6259-4492-8436-E4C56ED346E5}"/>
              </a:ext>
            </a:extLst>
          </p:cNvPr>
          <p:cNvSpPr>
            <a:spLocks xmlns:a="http://schemas.openxmlformats.org/drawingml/2006/main" noGrp="1"/>
          </p:cNvSpPr>
          <p:nvPr/>
        </p:nvSpPr>
        <p:spPr>
          <a:xfrm xmlns:a="http://schemas.openxmlformats.org/drawingml/2006/main">
            <a:off x="5229225"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96" name="diagram-275">
            <a:extLst xmlns:a="http://schemas.openxmlformats.org/drawingml/2006/main">
              <a:ext uri="{FF2B5EF4-FFF2-40B4-BE49-F238E27FC236}">
                <a16:creationId xmlns:a16="http://schemas.microsoft.com/office/drawing/2014/main" id="{F15E0CFB-A0ED-4605-B0E3-F71372605BED}"/>
              </a:ext>
            </a:extLst>
          </p:cNvPr>
          <p:cNvSpPr>
            <a:spLocks xmlns:a="http://schemas.openxmlformats.org/drawingml/2006/main" noGrp="1"/>
          </p:cNvSpPr>
          <p:nvPr/>
        </p:nvSpPr>
        <p:spPr>
          <a:xfrm xmlns:a="http://schemas.openxmlformats.org/drawingml/2006/main">
            <a:off x="5372100"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97" name="diagram-276">
            <a:extLst xmlns:a="http://schemas.openxmlformats.org/drawingml/2006/main">
              <a:ext uri="{FF2B5EF4-FFF2-40B4-BE49-F238E27FC236}">
                <a16:creationId xmlns:a16="http://schemas.microsoft.com/office/drawing/2014/main" id="{D75F0DD9-9FEB-460C-9676-4DFFE3BA2EB3}"/>
              </a:ext>
            </a:extLst>
          </p:cNvPr>
          <p:cNvSpPr>
            <a:spLocks xmlns:a="http://schemas.openxmlformats.org/drawingml/2006/main" noGrp="1"/>
          </p:cNvSpPr>
          <p:nvPr/>
        </p:nvSpPr>
        <p:spPr>
          <a:xfrm xmlns:a="http://schemas.openxmlformats.org/drawingml/2006/main">
            <a:off x="5514975"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98" name="diagram-277">
            <a:extLst xmlns:a="http://schemas.openxmlformats.org/drawingml/2006/main">
              <a:ext uri="{FF2B5EF4-FFF2-40B4-BE49-F238E27FC236}">
                <a16:creationId xmlns:a16="http://schemas.microsoft.com/office/drawing/2014/main" id="{0B734696-F0FA-47D4-91A2-F05D4024D3AC}"/>
              </a:ext>
            </a:extLst>
          </p:cNvPr>
          <p:cNvSpPr>
            <a:spLocks xmlns:a="http://schemas.openxmlformats.org/drawingml/2006/main" noGrp="1"/>
          </p:cNvSpPr>
          <p:nvPr/>
        </p:nvSpPr>
        <p:spPr>
          <a:xfrm xmlns:a="http://schemas.openxmlformats.org/drawingml/2006/main">
            <a:off x="5657850"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99" name="diagram-278">
            <a:extLst xmlns:a="http://schemas.openxmlformats.org/drawingml/2006/main">
              <a:ext uri="{FF2B5EF4-FFF2-40B4-BE49-F238E27FC236}">
                <a16:creationId xmlns:a16="http://schemas.microsoft.com/office/drawing/2014/main" id="{37E0A553-F166-4C9A-8908-61F120FB8E82}"/>
              </a:ext>
            </a:extLst>
          </p:cNvPr>
          <p:cNvSpPr>
            <a:spLocks xmlns:a="http://schemas.openxmlformats.org/drawingml/2006/main" noGrp="1"/>
          </p:cNvSpPr>
          <p:nvPr/>
        </p:nvSpPr>
        <p:spPr>
          <a:xfrm xmlns:a="http://schemas.openxmlformats.org/drawingml/2006/main">
            <a:off x="5800725"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00" name="diagram-279">
            <a:extLst xmlns:a="http://schemas.openxmlformats.org/drawingml/2006/main">
              <a:ext uri="{FF2B5EF4-FFF2-40B4-BE49-F238E27FC236}">
                <a16:creationId xmlns:a16="http://schemas.microsoft.com/office/drawing/2014/main" id="{5D7A60AF-58E2-470A-9FD7-63F120C0465E}"/>
              </a:ext>
            </a:extLst>
          </p:cNvPr>
          <p:cNvSpPr>
            <a:spLocks xmlns:a="http://schemas.openxmlformats.org/drawingml/2006/main" noGrp="1"/>
          </p:cNvSpPr>
          <p:nvPr/>
        </p:nvSpPr>
        <p:spPr>
          <a:xfrm xmlns:a="http://schemas.openxmlformats.org/drawingml/2006/main">
            <a:off x="5943600"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01" name="diagram-280">
            <a:extLst xmlns:a="http://schemas.openxmlformats.org/drawingml/2006/main">
              <a:ext uri="{FF2B5EF4-FFF2-40B4-BE49-F238E27FC236}">
                <a16:creationId xmlns:a16="http://schemas.microsoft.com/office/drawing/2014/main" id="{88884886-EAA9-44D5-8BC8-9FCB6D710721}"/>
              </a:ext>
            </a:extLst>
          </p:cNvPr>
          <p:cNvSpPr>
            <a:spLocks xmlns:a="http://schemas.openxmlformats.org/drawingml/2006/main" noGrp="1"/>
          </p:cNvSpPr>
          <p:nvPr/>
        </p:nvSpPr>
        <p:spPr>
          <a:xfrm xmlns:a="http://schemas.openxmlformats.org/drawingml/2006/main">
            <a:off x="6086475"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02" name="diagram-281">
            <a:extLst xmlns:a="http://schemas.openxmlformats.org/drawingml/2006/main">
              <a:ext uri="{FF2B5EF4-FFF2-40B4-BE49-F238E27FC236}">
                <a16:creationId xmlns:a16="http://schemas.microsoft.com/office/drawing/2014/main" id="{810F499E-9AF8-4B45-984F-FC99BD99C36E}"/>
              </a:ext>
            </a:extLst>
          </p:cNvPr>
          <p:cNvSpPr>
            <a:spLocks xmlns:a="http://schemas.openxmlformats.org/drawingml/2006/main" noGrp="1"/>
          </p:cNvSpPr>
          <p:nvPr/>
        </p:nvSpPr>
        <p:spPr>
          <a:xfrm xmlns:a="http://schemas.openxmlformats.org/drawingml/2006/main">
            <a:off x="6229350"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03" name="diagram-282">
            <a:extLst xmlns:a="http://schemas.openxmlformats.org/drawingml/2006/main">
              <a:ext uri="{FF2B5EF4-FFF2-40B4-BE49-F238E27FC236}">
                <a16:creationId xmlns:a16="http://schemas.microsoft.com/office/drawing/2014/main" id="{A5E30244-2104-439D-A34A-CCF700E7AA39}"/>
              </a:ext>
            </a:extLst>
          </p:cNvPr>
          <p:cNvSpPr>
            <a:spLocks xmlns:a="http://schemas.openxmlformats.org/drawingml/2006/main" noGrp="1"/>
          </p:cNvSpPr>
          <p:nvPr/>
        </p:nvSpPr>
        <p:spPr>
          <a:xfrm xmlns:a="http://schemas.openxmlformats.org/drawingml/2006/main">
            <a:off x="6372225"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04" name="diagram-283">
            <a:extLst xmlns:a="http://schemas.openxmlformats.org/drawingml/2006/main">
              <a:ext uri="{FF2B5EF4-FFF2-40B4-BE49-F238E27FC236}">
                <a16:creationId xmlns:a16="http://schemas.microsoft.com/office/drawing/2014/main" id="{2EACA62E-26D3-4CAA-9E0F-A5097FEF5E07}"/>
              </a:ext>
            </a:extLst>
          </p:cNvPr>
          <p:cNvSpPr>
            <a:spLocks xmlns:a="http://schemas.openxmlformats.org/drawingml/2006/main" noGrp="1"/>
          </p:cNvSpPr>
          <p:nvPr/>
        </p:nvSpPr>
        <p:spPr>
          <a:xfrm xmlns:a="http://schemas.openxmlformats.org/drawingml/2006/main">
            <a:off x="4229100"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05" name="diagram-284">
            <a:extLst xmlns:a="http://schemas.openxmlformats.org/drawingml/2006/main">
              <a:ext uri="{FF2B5EF4-FFF2-40B4-BE49-F238E27FC236}">
                <a16:creationId xmlns:a16="http://schemas.microsoft.com/office/drawing/2014/main" id="{2BE55FFB-2C72-455B-AB1C-F83C1F900C19}"/>
              </a:ext>
            </a:extLst>
          </p:cNvPr>
          <p:cNvSpPr>
            <a:spLocks xmlns:a="http://schemas.openxmlformats.org/drawingml/2006/main" noGrp="1"/>
          </p:cNvSpPr>
          <p:nvPr/>
        </p:nvSpPr>
        <p:spPr>
          <a:xfrm xmlns:a="http://schemas.openxmlformats.org/drawingml/2006/main">
            <a:off x="4371975"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06" name="diagram-285">
            <a:extLst xmlns:a="http://schemas.openxmlformats.org/drawingml/2006/main">
              <a:ext uri="{FF2B5EF4-FFF2-40B4-BE49-F238E27FC236}">
                <a16:creationId xmlns:a16="http://schemas.microsoft.com/office/drawing/2014/main" id="{D835A138-A308-4080-BBEE-66ACC5007D71}"/>
              </a:ext>
            </a:extLst>
          </p:cNvPr>
          <p:cNvSpPr>
            <a:spLocks xmlns:a="http://schemas.openxmlformats.org/drawingml/2006/main" noGrp="1"/>
          </p:cNvSpPr>
          <p:nvPr/>
        </p:nvSpPr>
        <p:spPr>
          <a:xfrm xmlns:a="http://schemas.openxmlformats.org/drawingml/2006/main">
            <a:off x="4514850"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07" name="diagram-286">
            <a:extLst xmlns:a="http://schemas.openxmlformats.org/drawingml/2006/main">
              <a:ext uri="{FF2B5EF4-FFF2-40B4-BE49-F238E27FC236}">
                <a16:creationId xmlns:a16="http://schemas.microsoft.com/office/drawing/2014/main" id="{8536B15B-67F3-424C-8371-A2C548E6DE63}"/>
              </a:ext>
            </a:extLst>
          </p:cNvPr>
          <p:cNvSpPr>
            <a:spLocks xmlns:a="http://schemas.openxmlformats.org/drawingml/2006/main" noGrp="1"/>
          </p:cNvSpPr>
          <p:nvPr/>
        </p:nvSpPr>
        <p:spPr>
          <a:xfrm xmlns:a="http://schemas.openxmlformats.org/drawingml/2006/main">
            <a:off x="4657725"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08" name="diagram-287">
            <a:extLst xmlns:a="http://schemas.openxmlformats.org/drawingml/2006/main">
              <a:ext uri="{FF2B5EF4-FFF2-40B4-BE49-F238E27FC236}">
                <a16:creationId xmlns:a16="http://schemas.microsoft.com/office/drawing/2014/main" id="{9C6D1BDF-E9B1-4074-9F9A-387B82D2E53A}"/>
              </a:ext>
            </a:extLst>
          </p:cNvPr>
          <p:cNvSpPr>
            <a:spLocks xmlns:a="http://schemas.openxmlformats.org/drawingml/2006/main" noGrp="1"/>
          </p:cNvSpPr>
          <p:nvPr/>
        </p:nvSpPr>
        <p:spPr>
          <a:xfrm xmlns:a="http://schemas.openxmlformats.org/drawingml/2006/main">
            <a:off x="4800600"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09" name="diagram-288">
            <a:extLst xmlns:a="http://schemas.openxmlformats.org/drawingml/2006/main">
              <a:ext uri="{FF2B5EF4-FFF2-40B4-BE49-F238E27FC236}">
                <a16:creationId xmlns:a16="http://schemas.microsoft.com/office/drawing/2014/main" id="{E6942A72-AEE2-407A-9592-94FAFC04BEEA}"/>
              </a:ext>
            </a:extLst>
          </p:cNvPr>
          <p:cNvSpPr>
            <a:spLocks xmlns:a="http://schemas.openxmlformats.org/drawingml/2006/main" noGrp="1"/>
          </p:cNvSpPr>
          <p:nvPr/>
        </p:nvSpPr>
        <p:spPr>
          <a:xfrm xmlns:a="http://schemas.openxmlformats.org/drawingml/2006/main">
            <a:off x="4943475"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10" name="diagram-289">
            <a:extLst xmlns:a="http://schemas.openxmlformats.org/drawingml/2006/main">
              <a:ext uri="{FF2B5EF4-FFF2-40B4-BE49-F238E27FC236}">
                <a16:creationId xmlns:a16="http://schemas.microsoft.com/office/drawing/2014/main" id="{3B3B5DF0-3D60-4F20-A200-9C4AEA2FEBEB}"/>
              </a:ext>
            </a:extLst>
          </p:cNvPr>
          <p:cNvSpPr>
            <a:spLocks xmlns:a="http://schemas.openxmlformats.org/drawingml/2006/main" noGrp="1"/>
          </p:cNvSpPr>
          <p:nvPr/>
        </p:nvSpPr>
        <p:spPr>
          <a:xfrm xmlns:a="http://schemas.openxmlformats.org/drawingml/2006/main">
            <a:off x="5086350"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11" name="diagram-290">
            <a:extLst xmlns:a="http://schemas.openxmlformats.org/drawingml/2006/main">
              <a:ext uri="{FF2B5EF4-FFF2-40B4-BE49-F238E27FC236}">
                <a16:creationId xmlns:a16="http://schemas.microsoft.com/office/drawing/2014/main" id="{B0707005-84B8-40C9-936D-17300E4F2F77}"/>
              </a:ext>
            </a:extLst>
          </p:cNvPr>
          <p:cNvSpPr>
            <a:spLocks xmlns:a="http://schemas.openxmlformats.org/drawingml/2006/main" noGrp="1"/>
          </p:cNvSpPr>
          <p:nvPr/>
        </p:nvSpPr>
        <p:spPr>
          <a:xfrm xmlns:a="http://schemas.openxmlformats.org/drawingml/2006/main">
            <a:off x="5229225"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12" name="diagram-291">
            <a:extLst xmlns:a="http://schemas.openxmlformats.org/drawingml/2006/main">
              <a:ext uri="{FF2B5EF4-FFF2-40B4-BE49-F238E27FC236}">
                <a16:creationId xmlns:a16="http://schemas.microsoft.com/office/drawing/2014/main" id="{81B4D95A-CE48-4611-8905-AE8A961B9B83}"/>
              </a:ext>
            </a:extLst>
          </p:cNvPr>
          <p:cNvSpPr>
            <a:spLocks xmlns:a="http://schemas.openxmlformats.org/drawingml/2006/main" noGrp="1"/>
          </p:cNvSpPr>
          <p:nvPr/>
        </p:nvSpPr>
        <p:spPr>
          <a:xfrm xmlns:a="http://schemas.openxmlformats.org/drawingml/2006/main">
            <a:off x="5372100"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13" name="diagram-292">
            <a:extLst xmlns:a="http://schemas.openxmlformats.org/drawingml/2006/main">
              <a:ext uri="{FF2B5EF4-FFF2-40B4-BE49-F238E27FC236}">
                <a16:creationId xmlns:a16="http://schemas.microsoft.com/office/drawing/2014/main" id="{EEA44D30-56FA-48AE-BAEC-AD0210CCDC8D}"/>
              </a:ext>
            </a:extLst>
          </p:cNvPr>
          <p:cNvSpPr>
            <a:spLocks xmlns:a="http://schemas.openxmlformats.org/drawingml/2006/main" noGrp="1"/>
          </p:cNvSpPr>
          <p:nvPr/>
        </p:nvSpPr>
        <p:spPr>
          <a:xfrm xmlns:a="http://schemas.openxmlformats.org/drawingml/2006/main">
            <a:off x="5514975"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14" name="diagram-293">
            <a:extLst xmlns:a="http://schemas.openxmlformats.org/drawingml/2006/main">
              <a:ext uri="{FF2B5EF4-FFF2-40B4-BE49-F238E27FC236}">
                <a16:creationId xmlns:a16="http://schemas.microsoft.com/office/drawing/2014/main" id="{64603768-DF88-462F-9D09-6403838603FB}"/>
              </a:ext>
            </a:extLst>
          </p:cNvPr>
          <p:cNvSpPr>
            <a:spLocks xmlns:a="http://schemas.openxmlformats.org/drawingml/2006/main" noGrp="1"/>
          </p:cNvSpPr>
          <p:nvPr/>
        </p:nvSpPr>
        <p:spPr>
          <a:xfrm xmlns:a="http://schemas.openxmlformats.org/drawingml/2006/main">
            <a:off x="5657850"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15" name="diagram-294">
            <a:extLst xmlns:a="http://schemas.openxmlformats.org/drawingml/2006/main">
              <a:ext uri="{FF2B5EF4-FFF2-40B4-BE49-F238E27FC236}">
                <a16:creationId xmlns:a16="http://schemas.microsoft.com/office/drawing/2014/main" id="{0AD09D21-0946-4685-970B-FFAF4EE24519}"/>
              </a:ext>
            </a:extLst>
          </p:cNvPr>
          <p:cNvSpPr>
            <a:spLocks xmlns:a="http://schemas.openxmlformats.org/drawingml/2006/main" noGrp="1"/>
          </p:cNvSpPr>
          <p:nvPr/>
        </p:nvSpPr>
        <p:spPr>
          <a:xfrm xmlns:a="http://schemas.openxmlformats.org/drawingml/2006/main">
            <a:off x="5800725"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16" name="diagram-295">
            <a:extLst xmlns:a="http://schemas.openxmlformats.org/drawingml/2006/main">
              <a:ext uri="{FF2B5EF4-FFF2-40B4-BE49-F238E27FC236}">
                <a16:creationId xmlns:a16="http://schemas.microsoft.com/office/drawing/2014/main" id="{EF68A889-2162-4D42-9659-0B78189DB059}"/>
              </a:ext>
            </a:extLst>
          </p:cNvPr>
          <p:cNvSpPr>
            <a:spLocks xmlns:a="http://schemas.openxmlformats.org/drawingml/2006/main" noGrp="1"/>
          </p:cNvSpPr>
          <p:nvPr/>
        </p:nvSpPr>
        <p:spPr>
          <a:xfrm xmlns:a="http://schemas.openxmlformats.org/drawingml/2006/main">
            <a:off x="5943600"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17" name="diagram-296">
            <a:extLst xmlns:a="http://schemas.openxmlformats.org/drawingml/2006/main">
              <a:ext uri="{FF2B5EF4-FFF2-40B4-BE49-F238E27FC236}">
                <a16:creationId xmlns:a16="http://schemas.microsoft.com/office/drawing/2014/main" id="{29BDFDF7-C0E9-41AC-843D-74DCF81A9A8C}"/>
              </a:ext>
            </a:extLst>
          </p:cNvPr>
          <p:cNvSpPr>
            <a:spLocks xmlns:a="http://schemas.openxmlformats.org/drawingml/2006/main" noGrp="1"/>
          </p:cNvSpPr>
          <p:nvPr/>
        </p:nvSpPr>
        <p:spPr>
          <a:xfrm xmlns:a="http://schemas.openxmlformats.org/drawingml/2006/main">
            <a:off x="6086475"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18" name="diagram-297">
            <a:extLst xmlns:a="http://schemas.openxmlformats.org/drawingml/2006/main">
              <a:ext uri="{FF2B5EF4-FFF2-40B4-BE49-F238E27FC236}">
                <a16:creationId xmlns:a16="http://schemas.microsoft.com/office/drawing/2014/main" id="{8E79C3CA-5A9F-4595-9A75-1EA5B529B7B4}"/>
              </a:ext>
            </a:extLst>
          </p:cNvPr>
          <p:cNvSpPr>
            <a:spLocks xmlns:a="http://schemas.openxmlformats.org/drawingml/2006/main" noGrp="1"/>
          </p:cNvSpPr>
          <p:nvPr/>
        </p:nvSpPr>
        <p:spPr>
          <a:xfrm xmlns:a="http://schemas.openxmlformats.org/drawingml/2006/main">
            <a:off x="6229350"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19" name="diagram-298">
            <a:extLst xmlns:a="http://schemas.openxmlformats.org/drawingml/2006/main">
              <a:ext uri="{FF2B5EF4-FFF2-40B4-BE49-F238E27FC236}">
                <a16:creationId xmlns:a16="http://schemas.microsoft.com/office/drawing/2014/main" id="{2F615A3D-52AA-4EDA-811C-568F9AAFED54}"/>
              </a:ext>
            </a:extLst>
          </p:cNvPr>
          <p:cNvSpPr>
            <a:spLocks xmlns:a="http://schemas.openxmlformats.org/drawingml/2006/main" noGrp="1"/>
          </p:cNvSpPr>
          <p:nvPr/>
        </p:nvSpPr>
        <p:spPr>
          <a:xfrm xmlns:a="http://schemas.openxmlformats.org/drawingml/2006/main">
            <a:off x="6372225"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20" name="diagram-299">
            <a:extLst xmlns:a="http://schemas.openxmlformats.org/drawingml/2006/main">
              <a:ext uri="{FF2B5EF4-FFF2-40B4-BE49-F238E27FC236}">
                <a16:creationId xmlns:a16="http://schemas.microsoft.com/office/drawing/2014/main" id="{20840F34-BDAB-4520-BAEE-2C80300B85A4}"/>
              </a:ext>
            </a:extLst>
          </p:cNvPr>
          <p:cNvSpPr>
            <a:spLocks xmlns:a="http://schemas.openxmlformats.org/drawingml/2006/main" noGrp="1"/>
          </p:cNvSpPr>
          <p:nvPr/>
        </p:nvSpPr>
        <p:spPr>
          <a:xfrm xmlns:a="http://schemas.openxmlformats.org/drawingml/2006/main">
            <a:off x="4229100"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21" name="diagram-300">
            <a:extLst xmlns:a="http://schemas.openxmlformats.org/drawingml/2006/main">
              <a:ext uri="{FF2B5EF4-FFF2-40B4-BE49-F238E27FC236}">
                <a16:creationId xmlns:a16="http://schemas.microsoft.com/office/drawing/2014/main" id="{E6DB470B-904B-42C9-8BB3-FE98C542629D}"/>
              </a:ext>
            </a:extLst>
          </p:cNvPr>
          <p:cNvSpPr>
            <a:spLocks xmlns:a="http://schemas.openxmlformats.org/drawingml/2006/main" noGrp="1"/>
          </p:cNvSpPr>
          <p:nvPr/>
        </p:nvSpPr>
        <p:spPr>
          <a:xfrm xmlns:a="http://schemas.openxmlformats.org/drawingml/2006/main">
            <a:off x="4371975"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22" name="diagram-301">
            <a:extLst xmlns:a="http://schemas.openxmlformats.org/drawingml/2006/main">
              <a:ext uri="{FF2B5EF4-FFF2-40B4-BE49-F238E27FC236}">
                <a16:creationId xmlns:a16="http://schemas.microsoft.com/office/drawing/2014/main" id="{A8CC38B6-4A6C-499E-B438-1D0233FD8FB9}"/>
              </a:ext>
            </a:extLst>
          </p:cNvPr>
          <p:cNvSpPr>
            <a:spLocks xmlns:a="http://schemas.openxmlformats.org/drawingml/2006/main" noGrp="1"/>
          </p:cNvSpPr>
          <p:nvPr/>
        </p:nvSpPr>
        <p:spPr>
          <a:xfrm xmlns:a="http://schemas.openxmlformats.org/drawingml/2006/main">
            <a:off x="4514850"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23" name="diagram-302">
            <a:extLst xmlns:a="http://schemas.openxmlformats.org/drawingml/2006/main">
              <a:ext uri="{FF2B5EF4-FFF2-40B4-BE49-F238E27FC236}">
                <a16:creationId xmlns:a16="http://schemas.microsoft.com/office/drawing/2014/main" id="{8ADFA0F2-BFE1-4607-BEDC-3FC2B336D5C6}"/>
              </a:ext>
            </a:extLst>
          </p:cNvPr>
          <p:cNvSpPr>
            <a:spLocks xmlns:a="http://schemas.openxmlformats.org/drawingml/2006/main" noGrp="1"/>
          </p:cNvSpPr>
          <p:nvPr/>
        </p:nvSpPr>
        <p:spPr>
          <a:xfrm xmlns:a="http://schemas.openxmlformats.org/drawingml/2006/main">
            <a:off x="4657725"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24" name="diagram-303">
            <a:extLst xmlns:a="http://schemas.openxmlformats.org/drawingml/2006/main">
              <a:ext uri="{FF2B5EF4-FFF2-40B4-BE49-F238E27FC236}">
                <a16:creationId xmlns:a16="http://schemas.microsoft.com/office/drawing/2014/main" id="{5A7AF758-469D-4A0F-A290-B9ECC84A151B}"/>
              </a:ext>
            </a:extLst>
          </p:cNvPr>
          <p:cNvSpPr>
            <a:spLocks xmlns:a="http://schemas.openxmlformats.org/drawingml/2006/main" noGrp="1"/>
          </p:cNvSpPr>
          <p:nvPr/>
        </p:nvSpPr>
        <p:spPr>
          <a:xfrm xmlns:a="http://schemas.openxmlformats.org/drawingml/2006/main">
            <a:off x="4800600"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25" name="diagram-304">
            <a:extLst xmlns:a="http://schemas.openxmlformats.org/drawingml/2006/main">
              <a:ext uri="{FF2B5EF4-FFF2-40B4-BE49-F238E27FC236}">
                <a16:creationId xmlns:a16="http://schemas.microsoft.com/office/drawing/2014/main" id="{AB6148A0-A651-435B-AC1B-4CA1F3B33B02}"/>
              </a:ext>
            </a:extLst>
          </p:cNvPr>
          <p:cNvSpPr>
            <a:spLocks xmlns:a="http://schemas.openxmlformats.org/drawingml/2006/main" noGrp="1"/>
          </p:cNvSpPr>
          <p:nvPr/>
        </p:nvSpPr>
        <p:spPr>
          <a:xfrm xmlns:a="http://schemas.openxmlformats.org/drawingml/2006/main">
            <a:off x="4943475"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26" name="diagram-305">
            <a:extLst xmlns:a="http://schemas.openxmlformats.org/drawingml/2006/main">
              <a:ext uri="{FF2B5EF4-FFF2-40B4-BE49-F238E27FC236}">
                <a16:creationId xmlns:a16="http://schemas.microsoft.com/office/drawing/2014/main" id="{339B5FFC-968C-4753-A86F-C411C0F99E0C}"/>
              </a:ext>
            </a:extLst>
          </p:cNvPr>
          <p:cNvSpPr>
            <a:spLocks xmlns:a="http://schemas.openxmlformats.org/drawingml/2006/main" noGrp="1"/>
          </p:cNvSpPr>
          <p:nvPr/>
        </p:nvSpPr>
        <p:spPr>
          <a:xfrm xmlns:a="http://schemas.openxmlformats.org/drawingml/2006/main">
            <a:off x="5086350"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27" name="diagram-306">
            <a:extLst xmlns:a="http://schemas.openxmlformats.org/drawingml/2006/main">
              <a:ext uri="{FF2B5EF4-FFF2-40B4-BE49-F238E27FC236}">
                <a16:creationId xmlns:a16="http://schemas.microsoft.com/office/drawing/2014/main" id="{BA72D77F-6195-4F99-A1C9-31F61456FBA1}"/>
              </a:ext>
            </a:extLst>
          </p:cNvPr>
          <p:cNvSpPr>
            <a:spLocks xmlns:a="http://schemas.openxmlformats.org/drawingml/2006/main" noGrp="1"/>
          </p:cNvSpPr>
          <p:nvPr/>
        </p:nvSpPr>
        <p:spPr>
          <a:xfrm xmlns:a="http://schemas.openxmlformats.org/drawingml/2006/main">
            <a:off x="5229225"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28" name="diagram-307">
            <a:extLst xmlns:a="http://schemas.openxmlformats.org/drawingml/2006/main">
              <a:ext uri="{FF2B5EF4-FFF2-40B4-BE49-F238E27FC236}">
                <a16:creationId xmlns:a16="http://schemas.microsoft.com/office/drawing/2014/main" id="{D570E0FA-ACD1-4FA1-9597-B1E1F3720D26}"/>
              </a:ext>
            </a:extLst>
          </p:cNvPr>
          <p:cNvSpPr>
            <a:spLocks xmlns:a="http://schemas.openxmlformats.org/drawingml/2006/main" noGrp="1"/>
          </p:cNvSpPr>
          <p:nvPr/>
        </p:nvSpPr>
        <p:spPr>
          <a:xfrm xmlns:a="http://schemas.openxmlformats.org/drawingml/2006/main">
            <a:off x="5372100"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29" name="diagram-308">
            <a:extLst xmlns:a="http://schemas.openxmlformats.org/drawingml/2006/main">
              <a:ext uri="{FF2B5EF4-FFF2-40B4-BE49-F238E27FC236}">
                <a16:creationId xmlns:a16="http://schemas.microsoft.com/office/drawing/2014/main" id="{BB998E76-115E-45D6-BB8B-70137E66E7C4}"/>
              </a:ext>
            </a:extLst>
          </p:cNvPr>
          <p:cNvSpPr>
            <a:spLocks xmlns:a="http://schemas.openxmlformats.org/drawingml/2006/main" noGrp="1"/>
          </p:cNvSpPr>
          <p:nvPr/>
        </p:nvSpPr>
        <p:spPr>
          <a:xfrm xmlns:a="http://schemas.openxmlformats.org/drawingml/2006/main">
            <a:off x="5514975"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30" name="diagram-309">
            <a:extLst xmlns:a="http://schemas.openxmlformats.org/drawingml/2006/main">
              <a:ext uri="{FF2B5EF4-FFF2-40B4-BE49-F238E27FC236}">
                <a16:creationId xmlns:a16="http://schemas.microsoft.com/office/drawing/2014/main" id="{97F68733-F171-4BA2-86C5-8EAF764B0B18}"/>
              </a:ext>
            </a:extLst>
          </p:cNvPr>
          <p:cNvSpPr>
            <a:spLocks xmlns:a="http://schemas.openxmlformats.org/drawingml/2006/main" noGrp="1"/>
          </p:cNvSpPr>
          <p:nvPr/>
        </p:nvSpPr>
        <p:spPr>
          <a:xfrm xmlns:a="http://schemas.openxmlformats.org/drawingml/2006/main">
            <a:off x="5657850"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31" name="diagram-310">
            <a:extLst xmlns:a="http://schemas.openxmlformats.org/drawingml/2006/main">
              <a:ext uri="{FF2B5EF4-FFF2-40B4-BE49-F238E27FC236}">
                <a16:creationId xmlns:a16="http://schemas.microsoft.com/office/drawing/2014/main" id="{961C9244-22BC-4549-A940-67AF1FCDA8E7}"/>
              </a:ext>
            </a:extLst>
          </p:cNvPr>
          <p:cNvSpPr>
            <a:spLocks xmlns:a="http://schemas.openxmlformats.org/drawingml/2006/main" noGrp="1"/>
          </p:cNvSpPr>
          <p:nvPr/>
        </p:nvSpPr>
        <p:spPr>
          <a:xfrm xmlns:a="http://schemas.openxmlformats.org/drawingml/2006/main">
            <a:off x="5800725"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32" name="diagram-311">
            <a:extLst xmlns:a="http://schemas.openxmlformats.org/drawingml/2006/main">
              <a:ext uri="{FF2B5EF4-FFF2-40B4-BE49-F238E27FC236}">
                <a16:creationId xmlns:a16="http://schemas.microsoft.com/office/drawing/2014/main" id="{CAA3504D-3EF2-43FE-B9FE-0D998091C002}"/>
              </a:ext>
            </a:extLst>
          </p:cNvPr>
          <p:cNvSpPr>
            <a:spLocks xmlns:a="http://schemas.openxmlformats.org/drawingml/2006/main" noGrp="1"/>
          </p:cNvSpPr>
          <p:nvPr/>
        </p:nvSpPr>
        <p:spPr>
          <a:xfrm xmlns:a="http://schemas.openxmlformats.org/drawingml/2006/main">
            <a:off x="5943600"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33" name="diagram-312">
            <a:extLst xmlns:a="http://schemas.openxmlformats.org/drawingml/2006/main">
              <a:ext uri="{FF2B5EF4-FFF2-40B4-BE49-F238E27FC236}">
                <a16:creationId xmlns:a16="http://schemas.microsoft.com/office/drawing/2014/main" id="{976C7EA9-CCE6-4CBE-924E-D29DADB616FB}"/>
              </a:ext>
            </a:extLst>
          </p:cNvPr>
          <p:cNvSpPr>
            <a:spLocks xmlns:a="http://schemas.openxmlformats.org/drawingml/2006/main" noGrp="1"/>
          </p:cNvSpPr>
          <p:nvPr/>
        </p:nvSpPr>
        <p:spPr>
          <a:xfrm xmlns:a="http://schemas.openxmlformats.org/drawingml/2006/main">
            <a:off x="6086475"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34" name="diagram-313">
            <a:extLst xmlns:a="http://schemas.openxmlformats.org/drawingml/2006/main">
              <a:ext uri="{FF2B5EF4-FFF2-40B4-BE49-F238E27FC236}">
                <a16:creationId xmlns:a16="http://schemas.microsoft.com/office/drawing/2014/main" id="{920EEF0C-7041-4CA8-8E13-71D62C6B4644}"/>
              </a:ext>
            </a:extLst>
          </p:cNvPr>
          <p:cNvSpPr>
            <a:spLocks xmlns:a="http://schemas.openxmlformats.org/drawingml/2006/main" noGrp="1"/>
          </p:cNvSpPr>
          <p:nvPr/>
        </p:nvSpPr>
        <p:spPr>
          <a:xfrm xmlns:a="http://schemas.openxmlformats.org/drawingml/2006/main">
            <a:off x="6229350"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35" name="diagram-314">
            <a:extLst xmlns:a="http://schemas.openxmlformats.org/drawingml/2006/main">
              <a:ext uri="{FF2B5EF4-FFF2-40B4-BE49-F238E27FC236}">
                <a16:creationId xmlns:a16="http://schemas.microsoft.com/office/drawing/2014/main" id="{7E03FAD7-5C1B-4615-9560-2370791098FA}"/>
              </a:ext>
            </a:extLst>
          </p:cNvPr>
          <p:cNvSpPr>
            <a:spLocks xmlns:a="http://schemas.openxmlformats.org/drawingml/2006/main" noGrp="1"/>
          </p:cNvSpPr>
          <p:nvPr/>
        </p:nvSpPr>
        <p:spPr>
          <a:xfrm xmlns:a="http://schemas.openxmlformats.org/drawingml/2006/main">
            <a:off x="6372225"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36" name="diagram-315">
            <a:extLst xmlns:a="http://schemas.openxmlformats.org/drawingml/2006/main">
              <a:ext uri="{FF2B5EF4-FFF2-40B4-BE49-F238E27FC236}">
                <a16:creationId xmlns:a16="http://schemas.microsoft.com/office/drawing/2014/main" id="{1AE90E36-DE27-4FE0-A760-2D7C50DD3B95}"/>
              </a:ext>
            </a:extLst>
          </p:cNvPr>
          <p:cNvSpPr>
            <a:spLocks xmlns:a="http://schemas.openxmlformats.org/drawingml/2006/main" noGrp="1"/>
          </p:cNvSpPr>
          <p:nvPr/>
        </p:nvSpPr>
        <p:spPr>
          <a:xfrm xmlns:a="http://schemas.openxmlformats.org/drawingml/2006/main">
            <a:off x="4229100"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37" name="diagram-316">
            <a:extLst xmlns:a="http://schemas.openxmlformats.org/drawingml/2006/main">
              <a:ext uri="{FF2B5EF4-FFF2-40B4-BE49-F238E27FC236}">
                <a16:creationId xmlns:a16="http://schemas.microsoft.com/office/drawing/2014/main" id="{FDE5515D-9A45-4DCC-B948-E5321361D16D}"/>
              </a:ext>
            </a:extLst>
          </p:cNvPr>
          <p:cNvSpPr>
            <a:spLocks xmlns:a="http://schemas.openxmlformats.org/drawingml/2006/main" noGrp="1"/>
          </p:cNvSpPr>
          <p:nvPr/>
        </p:nvSpPr>
        <p:spPr>
          <a:xfrm xmlns:a="http://schemas.openxmlformats.org/drawingml/2006/main">
            <a:off x="4371975"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38" name="diagram-317">
            <a:extLst xmlns:a="http://schemas.openxmlformats.org/drawingml/2006/main">
              <a:ext uri="{FF2B5EF4-FFF2-40B4-BE49-F238E27FC236}">
                <a16:creationId xmlns:a16="http://schemas.microsoft.com/office/drawing/2014/main" id="{9D40A222-CE3B-43E4-A3A8-63705DF564FC}"/>
              </a:ext>
            </a:extLst>
          </p:cNvPr>
          <p:cNvSpPr>
            <a:spLocks xmlns:a="http://schemas.openxmlformats.org/drawingml/2006/main" noGrp="1"/>
          </p:cNvSpPr>
          <p:nvPr/>
        </p:nvSpPr>
        <p:spPr>
          <a:xfrm xmlns:a="http://schemas.openxmlformats.org/drawingml/2006/main">
            <a:off x="4514850"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39" name="diagram-318">
            <a:extLst xmlns:a="http://schemas.openxmlformats.org/drawingml/2006/main">
              <a:ext uri="{FF2B5EF4-FFF2-40B4-BE49-F238E27FC236}">
                <a16:creationId xmlns:a16="http://schemas.microsoft.com/office/drawing/2014/main" id="{FA3710DE-D609-44EB-ADE1-7123D7E53585}"/>
              </a:ext>
            </a:extLst>
          </p:cNvPr>
          <p:cNvSpPr>
            <a:spLocks xmlns:a="http://schemas.openxmlformats.org/drawingml/2006/main" noGrp="1"/>
          </p:cNvSpPr>
          <p:nvPr/>
        </p:nvSpPr>
        <p:spPr>
          <a:xfrm xmlns:a="http://schemas.openxmlformats.org/drawingml/2006/main">
            <a:off x="4657725"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40" name="diagram-319">
            <a:extLst xmlns:a="http://schemas.openxmlformats.org/drawingml/2006/main">
              <a:ext uri="{FF2B5EF4-FFF2-40B4-BE49-F238E27FC236}">
                <a16:creationId xmlns:a16="http://schemas.microsoft.com/office/drawing/2014/main" id="{331F9F63-C9C3-499C-AB9C-414DDEE23AF8}"/>
              </a:ext>
            </a:extLst>
          </p:cNvPr>
          <p:cNvSpPr>
            <a:spLocks xmlns:a="http://schemas.openxmlformats.org/drawingml/2006/main" noGrp="1"/>
          </p:cNvSpPr>
          <p:nvPr/>
        </p:nvSpPr>
        <p:spPr>
          <a:xfrm xmlns:a="http://schemas.openxmlformats.org/drawingml/2006/main">
            <a:off x="4800600"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41" name="diagram-320">
            <a:extLst xmlns:a="http://schemas.openxmlformats.org/drawingml/2006/main">
              <a:ext uri="{FF2B5EF4-FFF2-40B4-BE49-F238E27FC236}">
                <a16:creationId xmlns:a16="http://schemas.microsoft.com/office/drawing/2014/main" id="{EB05F8F3-C410-4025-B012-9E95D98B7FCB}"/>
              </a:ext>
            </a:extLst>
          </p:cNvPr>
          <p:cNvSpPr>
            <a:spLocks xmlns:a="http://schemas.openxmlformats.org/drawingml/2006/main" noGrp="1"/>
          </p:cNvSpPr>
          <p:nvPr/>
        </p:nvSpPr>
        <p:spPr>
          <a:xfrm xmlns:a="http://schemas.openxmlformats.org/drawingml/2006/main">
            <a:off x="4943475"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42" name="diagram-321">
            <a:extLst xmlns:a="http://schemas.openxmlformats.org/drawingml/2006/main">
              <a:ext uri="{FF2B5EF4-FFF2-40B4-BE49-F238E27FC236}">
                <a16:creationId xmlns:a16="http://schemas.microsoft.com/office/drawing/2014/main" id="{F6314AF3-A9FA-4795-AFEA-6198CC0E6B2C}"/>
              </a:ext>
            </a:extLst>
          </p:cNvPr>
          <p:cNvSpPr>
            <a:spLocks xmlns:a="http://schemas.openxmlformats.org/drawingml/2006/main" noGrp="1"/>
          </p:cNvSpPr>
          <p:nvPr/>
        </p:nvSpPr>
        <p:spPr>
          <a:xfrm xmlns:a="http://schemas.openxmlformats.org/drawingml/2006/main">
            <a:off x="5086350"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43" name="diagram-322">
            <a:extLst xmlns:a="http://schemas.openxmlformats.org/drawingml/2006/main">
              <a:ext uri="{FF2B5EF4-FFF2-40B4-BE49-F238E27FC236}">
                <a16:creationId xmlns:a16="http://schemas.microsoft.com/office/drawing/2014/main" id="{9C526F63-9D73-4CBA-9CD6-B4B1F18A3D8B}"/>
              </a:ext>
            </a:extLst>
          </p:cNvPr>
          <p:cNvSpPr>
            <a:spLocks xmlns:a="http://schemas.openxmlformats.org/drawingml/2006/main" noGrp="1"/>
          </p:cNvSpPr>
          <p:nvPr/>
        </p:nvSpPr>
        <p:spPr>
          <a:xfrm xmlns:a="http://schemas.openxmlformats.org/drawingml/2006/main">
            <a:off x="5229225"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44" name="diagram-323">
            <a:extLst xmlns:a="http://schemas.openxmlformats.org/drawingml/2006/main">
              <a:ext uri="{FF2B5EF4-FFF2-40B4-BE49-F238E27FC236}">
                <a16:creationId xmlns:a16="http://schemas.microsoft.com/office/drawing/2014/main" id="{3272D4DC-E26E-49C6-A889-773A3735E670}"/>
              </a:ext>
            </a:extLst>
          </p:cNvPr>
          <p:cNvSpPr>
            <a:spLocks xmlns:a="http://schemas.openxmlformats.org/drawingml/2006/main" noGrp="1"/>
          </p:cNvSpPr>
          <p:nvPr/>
        </p:nvSpPr>
        <p:spPr>
          <a:xfrm xmlns:a="http://schemas.openxmlformats.org/drawingml/2006/main">
            <a:off x="5372100"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45" name="diagram-324">
            <a:extLst xmlns:a="http://schemas.openxmlformats.org/drawingml/2006/main">
              <a:ext uri="{FF2B5EF4-FFF2-40B4-BE49-F238E27FC236}">
                <a16:creationId xmlns:a16="http://schemas.microsoft.com/office/drawing/2014/main" id="{3118E344-97E2-43D9-ACB6-D0327B417EC2}"/>
              </a:ext>
            </a:extLst>
          </p:cNvPr>
          <p:cNvSpPr>
            <a:spLocks xmlns:a="http://schemas.openxmlformats.org/drawingml/2006/main" noGrp="1"/>
          </p:cNvSpPr>
          <p:nvPr/>
        </p:nvSpPr>
        <p:spPr>
          <a:xfrm xmlns:a="http://schemas.openxmlformats.org/drawingml/2006/main">
            <a:off x="5514975"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46" name="diagram-325">
            <a:extLst xmlns:a="http://schemas.openxmlformats.org/drawingml/2006/main">
              <a:ext uri="{FF2B5EF4-FFF2-40B4-BE49-F238E27FC236}">
                <a16:creationId xmlns:a16="http://schemas.microsoft.com/office/drawing/2014/main" id="{F470A33A-C9DA-4582-8576-283217668FA3}"/>
              </a:ext>
            </a:extLst>
          </p:cNvPr>
          <p:cNvSpPr>
            <a:spLocks xmlns:a="http://schemas.openxmlformats.org/drawingml/2006/main" noGrp="1"/>
          </p:cNvSpPr>
          <p:nvPr/>
        </p:nvSpPr>
        <p:spPr>
          <a:xfrm xmlns:a="http://schemas.openxmlformats.org/drawingml/2006/main">
            <a:off x="5657850"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47" name="diagram-326">
            <a:extLst xmlns:a="http://schemas.openxmlformats.org/drawingml/2006/main">
              <a:ext uri="{FF2B5EF4-FFF2-40B4-BE49-F238E27FC236}">
                <a16:creationId xmlns:a16="http://schemas.microsoft.com/office/drawing/2014/main" id="{A4661D63-89EB-4623-9159-D1674C4363CF}"/>
              </a:ext>
            </a:extLst>
          </p:cNvPr>
          <p:cNvSpPr>
            <a:spLocks xmlns:a="http://schemas.openxmlformats.org/drawingml/2006/main" noGrp="1"/>
          </p:cNvSpPr>
          <p:nvPr/>
        </p:nvSpPr>
        <p:spPr>
          <a:xfrm xmlns:a="http://schemas.openxmlformats.org/drawingml/2006/main">
            <a:off x="5800725"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48" name="diagram-327">
            <a:extLst xmlns:a="http://schemas.openxmlformats.org/drawingml/2006/main">
              <a:ext uri="{FF2B5EF4-FFF2-40B4-BE49-F238E27FC236}">
                <a16:creationId xmlns:a16="http://schemas.microsoft.com/office/drawing/2014/main" id="{A42B2EDF-4559-4448-A8DE-46481F5D61DB}"/>
              </a:ext>
            </a:extLst>
          </p:cNvPr>
          <p:cNvSpPr>
            <a:spLocks xmlns:a="http://schemas.openxmlformats.org/drawingml/2006/main" noGrp="1"/>
          </p:cNvSpPr>
          <p:nvPr/>
        </p:nvSpPr>
        <p:spPr>
          <a:xfrm xmlns:a="http://schemas.openxmlformats.org/drawingml/2006/main">
            <a:off x="5943600"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49" name="diagram-328">
            <a:extLst xmlns:a="http://schemas.openxmlformats.org/drawingml/2006/main">
              <a:ext uri="{FF2B5EF4-FFF2-40B4-BE49-F238E27FC236}">
                <a16:creationId xmlns:a16="http://schemas.microsoft.com/office/drawing/2014/main" id="{C3C742DF-D0AE-41DF-A731-C7EDAE06AD0A}"/>
              </a:ext>
            </a:extLst>
          </p:cNvPr>
          <p:cNvSpPr>
            <a:spLocks xmlns:a="http://schemas.openxmlformats.org/drawingml/2006/main" noGrp="1"/>
          </p:cNvSpPr>
          <p:nvPr/>
        </p:nvSpPr>
        <p:spPr>
          <a:xfrm xmlns:a="http://schemas.openxmlformats.org/drawingml/2006/main">
            <a:off x="6086475"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50" name="diagram-329">
            <a:extLst xmlns:a="http://schemas.openxmlformats.org/drawingml/2006/main">
              <a:ext uri="{FF2B5EF4-FFF2-40B4-BE49-F238E27FC236}">
                <a16:creationId xmlns:a16="http://schemas.microsoft.com/office/drawing/2014/main" id="{6A67C18B-A4D2-4B04-AB04-703DA989BBA8}"/>
              </a:ext>
            </a:extLst>
          </p:cNvPr>
          <p:cNvSpPr>
            <a:spLocks xmlns:a="http://schemas.openxmlformats.org/drawingml/2006/main" noGrp="1"/>
          </p:cNvSpPr>
          <p:nvPr/>
        </p:nvSpPr>
        <p:spPr>
          <a:xfrm xmlns:a="http://schemas.openxmlformats.org/drawingml/2006/main">
            <a:off x="6229350"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51" name="diagram-330">
            <a:extLst xmlns:a="http://schemas.openxmlformats.org/drawingml/2006/main">
              <a:ext uri="{FF2B5EF4-FFF2-40B4-BE49-F238E27FC236}">
                <a16:creationId xmlns:a16="http://schemas.microsoft.com/office/drawing/2014/main" id="{B903404E-31DE-4A48-95AA-20CFB09E36A6}"/>
              </a:ext>
            </a:extLst>
          </p:cNvPr>
          <p:cNvSpPr>
            <a:spLocks xmlns:a="http://schemas.openxmlformats.org/drawingml/2006/main" noGrp="1"/>
          </p:cNvSpPr>
          <p:nvPr/>
        </p:nvSpPr>
        <p:spPr>
          <a:xfrm xmlns:a="http://schemas.openxmlformats.org/drawingml/2006/main">
            <a:off x="6372225"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52" name="diagram-331">
            <a:extLst xmlns:a="http://schemas.openxmlformats.org/drawingml/2006/main">
              <a:ext uri="{FF2B5EF4-FFF2-40B4-BE49-F238E27FC236}">
                <a16:creationId xmlns:a16="http://schemas.microsoft.com/office/drawing/2014/main" id="{19D34F10-176E-4143-8DFE-06F0178A83B1}"/>
              </a:ext>
            </a:extLst>
          </p:cNvPr>
          <p:cNvSpPr>
            <a:spLocks xmlns:a="http://schemas.openxmlformats.org/drawingml/2006/main" noGrp="1"/>
          </p:cNvSpPr>
          <p:nvPr/>
        </p:nvSpPr>
        <p:spPr>
          <a:xfrm xmlns:a="http://schemas.openxmlformats.org/drawingml/2006/main">
            <a:off x="4229100"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53" name="diagram-332">
            <a:extLst xmlns:a="http://schemas.openxmlformats.org/drawingml/2006/main">
              <a:ext uri="{FF2B5EF4-FFF2-40B4-BE49-F238E27FC236}">
                <a16:creationId xmlns:a16="http://schemas.microsoft.com/office/drawing/2014/main" id="{37EDFAF2-102B-43AF-A0A0-C069574A2F1F}"/>
              </a:ext>
            </a:extLst>
          </p:cNvPr>
          <p:cNvSpPr>
            <a:spLocks xmlns:a="http://schemas.openxmlformats.org/drawingml/2006/main" noGrp="1"/>
          </p:cNvSpPr>
          <p:nvPr/>
        </p:nvSpPr>
        <p:spPr>
          <a:xfrm xmlns:a="http://schemas.openxmlformats.org/drawingml/2006/main">
            <a:off x="4371975"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54" name="diagram-333">
            <a:extLst xmlns:a="http://schemas.openxmlformats.org/drawingml/2006/main">
              <a:ext uri="{FF2B5EF4-FFF2-40B4-BE49-F238E27FC236}">
                <a16:creationId xmlns:a16="http://schemas.microsoft.com/office/drawing/2014/main" id="{EA24CE6D-4595-4B38-A639-CF8DF7C4D963}"/>
              </a:ext>
            </a:extLst>
          </p:cNvPr>
          <p:cNvSpPr>
            <a:spLocks xmlns:a="http://schemas.openxmlformats.org/drawingml/2006/main" noGrp="1"/>
          </p:cNvSpPr>
          <p:nvPr/>
        </p:nvSpPr>
        <p:spPr>
          <a:xfrm xmlns:a="http://schemas.openxmlformats.org/drawingml/2006/main">
            <a:off x="4514850"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55" name="diagram-334">
            <a:extLst xmlns:a="http://schemas.openxmlformats.org/drawingml/2006/main">
              <a:ext uri="{FF2B5EF4-FFF2-40B4-BE49-F238E27FC236}">
                <a16:creationId xmlns:a16="http://schemas.microsoft.com/office/drawing/2014/main" id="{23DA1CB1-B2FA-43D9-B9E8-5F8546653A17}"/>
              </a:ext>
            </a:extLst>
          </p:cNvPr>
          <p:cNvSpPr>
            <a:spLocks xmlns:a="http://schemas.openxmlformats.org/drawingml/2006/main" noGrp="1"/>
          </p:cNvSpPr>
          <p:nvPr/>
        </p:nvSpPr>
        <p:spPr>
          <a:xfrm xmlns:a="http://schemas.openxmlformats.org/drawingml/2006/main">
            <a:off x="4657725"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56" name="diagram-335">
            <a:extLst xmlns:a="http://schemas.openxmlformats.org/drawingml/2006/main">
              <a:ext uri="{FF2B5EF4-FFF2-40B4-BE49-F238E27FC236}">
                <a16:creationId xmlns:a16="http://schemas.microsoft.com/office/drawing/2014/main" id="{1305FB7A-4BF4-4CC1-A750-29C7FC1A0BFD}"/>
              </a:ext>
            </a:extLst>
          </p:cNvPr>
          <p:cNvSpPr>
            <a:spLocks xmlns:a="http://schemas.openxmlformats.org/drawingml/2006/main" noGrp="1"/>
          </p:cNvSpPr>
          <p:nvPr/>
        </p:nvSpPr>
        <p:spPr>
          <a:xfrm xmlns:a="http://schemas.openxmlformats.org/drawingml/2006/main">
            <a:off x="4800600"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57" name="diagram-336">
            <a:extLst xmlns:a="http://schemas.openxmlformats.org/drawingml/2006/main">
              <a:ext uri="{FF2B5EF4-FFF2-40B4-BE49-F238E27FC236}">
                <a16:creationId xmlns:a16="http://schemas.microsoft.com/office/drawing/2014/main" id="{1BF1E7F5-9564-4140-9D17-BF481752D5A9}"/>
              </a:ext>
            </a:extLst>
          </p:cNvPr>
          <p:cNvSpPr>
            <a:spLocks xmlns:a="http://schemas.openxmlformats.org/drawingml/2006/main" noGrp="1"/>
          </p:cNvSpPr>
          <p:nvPr/>
        </p:nvSpPr>
        <p:spPr>
          <a:xfrm xmlns:a="http://schemas.openxmlformats.org/drawingml/2006/main">
            <a:off x="4943475"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58" name="diagram-337">
            <a:extLst xmlns:a="http://schemas.openxmlformats.org/drawingml/2006/main">
              <a:ext uri="{FF2B5EF4-FFF2-40B4-BE49-F238E27FC236}">
                <a16:creationId xmlns:a16="http://schemas.microsoft.com/office/drawing/2014/main" id="{DED637B6-DA2E-4DC5-97E8-C34C777E865D}"/>
              </a:ext>
            </a:extLst>
          </p:cNvPr>
          <p:cNvSpPr>
            <a:spLocks xmlns:a="http://schemas.openxmlformats.org/drawingml/2006/main" noGrp="1"/>
          </p:cNvSpPr>
          <p:nvPr/>
        </p:nvSpPr>
        <p:spPr>
          <a:xfrm xmlns:a="http://schemas.openxmlformats.org/drawingml/2006/main">
            <a:off x="5086350"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59" name="diagram-338">
            <a:extLst xmlns:a="http://schemas.openxmlformats.org/drawingml/2006/main">
              <a:ext uri="{FF2B5EF4-FFF2-40B4-BE49-F238E27FC236}">
                <a16:creationId xmlns:a16="http://schemas.microsoft.com/office/drawing/2014/main" id="{00A6BB91-9AA9-4426-9E76-900ACD6A4B77}"/>
              </a:ext>
            </a:extLst>
          </p:cNvPr>
          <p:cNvSpPr>
            <a:spLocks xmlns:a="http://schemas.openxmlformats.org/drawingml/2006/main" noGrp="1"/>
          </p:cNvSpPr>
          <p:nvPr/>
        </p:nvSpPr>
        <p:spPr>
          <a:xfrm xmlns:a="http://schemas.openxmlformats.org/drawingml/2006/main">
            <a:off x="5229225"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60" name="diagram-339">
            <a:extLst xmlns:a="http://schemas.openxmlformats.org/drawingml/2006/main">
              <a:ext uri="{FF2B5EF4-FFF2-40B4-BE49-F238E27FC236}">
                <a16:creationId xmlns:a16="http://schemas.microsoft.com/office/drawing/2014/main" id="{5BE47268-CC6E-47BF-97A3-5914C38A0682}"/>
              </a:ext>
            </a:extLst>
          </p:cNvPr>
          <p:cNvSpPr>
            <a:spLocks xmlns:a="http://schemas.openxmlformats.org/drawingml/2006/main" noGrp="1"/>
          </p:cNvSpPr>
          <p:nvPr/>
        </p:nvSpPr>
        <p:spPr>
          <a:xfrm xmlns:a="http://schemas.openxmlformats.org/drawingml/2006/main">
            <a:off x="5372100"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61" name="diagram-340">
            <a:extLst xmlns:a="http://schemas.openxmlformats.org/drawingml/2006/main">
              <a:ext uri="{FF2B5EF4-FFF2-40B4-BE49-F238E27FC236}">
                <a16:creationId xmlns:a16="http://schemas.microsoft.com/office/drawing/2014/main" id="{2CEA8D2D-7373-4156-9DAD-3AFD56955567}"/>
              </a:ext>
            </a:extLst>
          </p:cNvPr>
          <p:cNvSpPr>
            <a:spLocks xmlns:a="http://schemas.openxmlformats.org/drawingml/2006/main" noGrp="1"/>
          </p:cNvSpPr>
          <p:nvPr/>
        </p:nvSpPr>
        <p:spPr>
          <a:xfrm xmlns:a="http://schemas.openxmlformats.org/drawingml/2006/main">
            <a:off x="5514975"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62" name="diagram-341">
            <a:extLst xmlns:a="http://schemas.openxmlformats.org/drawingml/2006/main">
              <a:ext uri="{FF2B5EF4-FFF2-40B4-BE49-F238E27FC236}">
                <a16:creationId xmlns:a16="http://schemas.microsoft.com/office/drawing/2014/main" id="{42C6AC1E-CDBC-4930-8531-81DD8985B50D}"/>
              </a:ext>
            </a:extLst>
          </p:cNvPr>
          <p:cNvSpPr>
            <a:spLocks xmlns:a="http://schemas.openxmlformats.org/drawingml/2006/main" noGrp="1"/>
          </p:cNvSpPr>
          <p:nvPr/>
        </p:nvSpPr>
        <p:spPr>
          <a:xfrm xmlns:a="http://schemas.openxmlformats.org/drawingml/2006/main">
            <a:off x="5657850"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63" name="diagram-342">
            <a:extLst xmlns:a="http://schemas.openxmlformats.org/drawingml/2006/main">
              <a:ext uri="{FF2B5EF4-FFF2-40B4-BE49-F238E27FC236}">
                <a16:creationId xmlns:a16="http://schemas.microsoft.com/office/drawing/2014/main" id="{F1CDA499-06CD-4A06-87F6-3962A2C50740}"/>
              </a:ext>
            </a:extLst>
          </p:cNvPr>
          <p:cNvSpPr>
            <a:spLocks xmlns:a="http://schemas.openxmlformats.org/drawingml/2006/main" noGrp="1"/>
          </p:cNvSpPr>
          <p:nvPr/>
        </p:nvSpPr>
        <p:spPr>
          <a:xfrm xmlns:a="http://schemas.openxmlformats.org/drawingml/2006/main">
            <a:off x="5800725"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64" name="diagram-343">
            <a:extLst xmlns:a="http://schemas.openxmlformats.org/drawingml/2006/main">
              <a:ext uri="{FF2B5EF4-FFF2-40B4-BE49-F238E27FC236}">
                <a16:creationId xmlns:a16="http://schemas.microsoft.com/office/drawing/2014/main" id="{EC5A5838-5947-4749-AB5C-2D696CCD9679}"/>
              </a:ext>
            </a:extLst>
          </p:cNvPr>
          <p:cNvSpPr>
            <a:spLocks xmlns:a="http://schemas.openxmlformats.org/drawingml/2006/main" noGrp="1"/>
          </p:cNvSpPr>
          <p:nvPr/>
        </p:nvSpPr>
        <p:spPr>
          <a:xfrm xmlns:a="http://schemas.openxmlformats.org/drawingml/2006/main">
            <a:off x="5943600"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65" name="diagram-344">
            <a:extLst xmlns:a="http://schemas.openxmlformats.org/drawingml/2006/main">
              <a:ext uri="{FF2B5EF4-FFF2-40B4-BE49-F238E27FC236}">
                <a16:creationId xmlns:a16="http://schemas.microsoft.com/office/drawing/2014/main" id="{B3D165E8-0BF7-4306-91A7-FC6FDA99AB6B}"/>
              </a:ext>
            </a:extLst>
          </p:cNvPr>
          <p:cNvSpPr>
            <a:spLocks xmlns:a="http://schemas.openxmlformats.org/drawingml/2006/main" noGrp="1"/>
          </p:cNvSpPr>
          <p:nvPr/>
        </p:nvSpPr>
        <p:spPr>
          <a:xfrm xmlns:a="http://schemas.openxmlformats.org/drawingml/2006/main">
            <a:off x="6086475"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66" name="diagram-345">
            <a:extLst xmlns:a="http://schemas.openxmlformats.org/drawingml/2006/main">
              <a:ext uri="{FF2B5EF4-FFF2-40B4-BE49-F238E27FC236}">
                <a16:creationId xmlns:a16="http://schemas.microsoft.com/office/drawing/2014/main" id="{4C4D6E72-E388-4729-9281-EB537423B9ED}"/>
              </a:ext>
            </a:extLst>
          </p:cNvPr>
          <p:cNvSpPr>
            <a:spLocks xmlns:a="http://schemas.openxmlformats.org/drawingml/2006/main" noGrp="1"/>
          </p:cNvSpPr>
          <p:nvPr/>
        </p:nvSpPr>
        <p:spPr>
          <a:xfrm xmlns:a="http://schemas.openxmlformats.org/drawingml/2006/main">
            <a:off x="6229350"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67" name="diagram-346">
            <a:extLst xmlns:a="http://schemas.openxmlformats.org/drawingml/2006/main">
              <a:ext uri="{FF2B5EF4-FFF2-40B4-BE49-F238E27FC236}">
                <a16:creationId xmlns:a16="http://schemas.microsoft.com/office/drawing/2014/main" id="{76A10F9D-DE98-4579-9AA0-9CD40A82975B}"/>
              </a:ext>
            </a:extLst>
          </p:cNvPr>
          <p:cNvSpPr>
            <a:spLocks xmlns:a="http://schemas.openxmlformats.org/drawingml/2006/main" noGrp="1"/>
          </p:cNvSpPr>
          <p:nvPr/>
        </p:nvSpPr>
        <p:spPr>
          <a:xfrm xmlns:a="http://schemas.openxmlformats.org/drawingml/2006/main">
            <a:off x="6372225"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68" name="diagram-347">
            <a:extLst xmlns:a="http://schemas.openxmlformats.org/drawingml/2006/main">
              <a:ext uri="{FF2B5EF4-FFF2-40B4-BE49-F238E27FC236}">
                <a16:creationId xmlns:a16="http://schemas.microsoft.com/office/drawing/2014/main" id="{1A581277-DFEA-49C5-97C0-0984248D3C47}"/>
              </a:ext>
            </a:extLst>
          </p:cNvPr>
          <p:cNvSpPr>
            <a:spLocks xmlns:a="http://schemas.openxmlformats.org/drawingml/2006/main" noGrp="1"/>
          </p:cNvSpPr>
          <p:nvPr/>
        </p:nvSpPr>
        <p:spPr>
          <a:xfrm xmlns:a="http://schemas.openxmlformats.org/drawingml/2006/main">
            <a:off x="4229100"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69" name="diagram-348">
            <a:extLst xmlns:a="http://schemas.openxmlformats.org/drawingml/2006/main">
              <a:ext uri="{FF2B5EF4-FFF2-40B4-BE49-F238E27FC236}">
                <a16:creationId xmlns:a16="http://schemas.microsoft.com/office/drawing/2014/main" id="{D22098F2-DB48-448D-8D8E-1537F847DCBB}"/>
              </a:ext>
            </a:extLst>
          </p:cNvPr>
          <p:cNvSpPr>
            <a:spLocks xmlns:a="http://schemas.openxmlformats.org/drawingml/2006/main" noGrp="1"/>
          </p:cNvSpPr>
          <p:nvPr/>
        </p:nvSpPr>
        <p:spPr>
          <a:xfrm xmlns:a="http://schemas.openxmlformats.org/drawingml/2006/main">
            <a:off x="4371975"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70" name="diagram-349">
            <a:extLst xmlns:a="http://schemas.openxmlformats.org/drawingml/2006/main">
              <a:ext uri="{FF2B5EF4-FFF2-40B4-BE49-F238E27FC236}">
                <a16:creationId xmlns:a16="http://schemas.microsoft.com/office/drawing/2014/main" id="{0CB77A70-3DC4-4ED4-8D80-BDB8FC7957F7}"/>
              </a:ext>
            </a:extLst>
          </p:cNvPr>
          <p:cNvSpPr>
            <a:spLocks xmlns:a="http://schemas.openxmlformats.org/drawingml/2006/main" noGrp="1"/>
          </p:cNvSpPr>
          <p:nvPr/>
        </p:nvSpPr>
        <p:spPr>
          <a:xfrm xmlns:a="http://schemas.openxmlformats.org/drawingml/2006/main">
            <a:off x="4514850"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71" name="diagram-350">
            <a:extLst xmlns:a="http://schemas.openxmlformats.org/drawingml/2006/main">
              <a:ext uri="{FF2B5EF4-FFF2-40B4-BE49-F238E27FC236}">
                <a16:creationId xmlns:a16="http://schemas.microsoft.com/office/drawing/2014/main" id="{15E65823-1791-436C-82C9-CAC072B2B562}"/>
              </a:ext>
            </a:extLst>
          </p:cNvPr>
          <p:cNvSpPr>
            <a:spLocks xmlns:a="http://schemas.openxmlformats.org/drawingml/2006/main" noGrp="1"/>
          </p:cNvSpPr>
          <p:nvPr/>
        </p:nvSpPr>
        <p:spPr>
          <a:xfrm xmlns:a="http://schemas.openxmlformats.org/drawingml/2006/main">
            <a:off x="4657725"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72" name="diagram-351">
            <a:extLst xmlns:a="http://schemas.openxmlformats.org/drawingml/2006/main">
              <a:ext uri="{FF2B5EF4-FFF2-40B4-BE49-F238E27FC236}">
                <a16:creationId xmlns:a16="http://schemas.microsoft.com/office/drawing/2014/main" id="{6980252D-2C1A-4422-B9F1-537A59710A0E}"/>
              </a:ext>
            </a:extLst>
          </p:cNvPr>
          <p:cNvSpPr>
            <a:spLocks xmlns:a="http://schemas.openxmlformats.org/drawingml/2006/main" noGrp="1"/>
          </p:cNvSpPr>
          <p:nvPr/>
        </p:nvSpPr>
        <p:spPr>
          <a:xfrm xmlns:a="http://schemas.openxmlformats.org/drawingml/2006/main">
            <a:off x="4800600"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73" name="diagram-352">
            <a:extLst xmlns:a="http://schemas.openxmlformats.org/drawingml/2006/main">
              <a:ext uri="{FF2B5EF4-FFF2-40B4-BE49-F238E27FC236}">
                <a16:creationId xmlns:a16="http://schemas.microsoft.com/office/drawing/2014/main" id="{7359E958-EF33-414F-B74C-1EB75EB6D6F4}"/>
              </a:ext>
            </a:extLst>
          </p:cNvPr>
          <p:cNvSpPr>
            <a:spLocks xmlns:a="http://schemas.openxmlformats.org/drawingml/2006/main" noGrp="1"/>
          </p:cNvSpPr>
          <p:nvPr/>
        </p:nvSpPr>
        <p:spPr>
          <a:xfrm xmlns:a="http://schemas.openxmlformats.org/drawingml/2006/main">
            <a:off x="4943475"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74" name="diagram-353">
            <a:extLst xmlns:a="http://schemas.openxmlformats.org/drawingml/2006/main">
              <a:ext uri="{FF2B5EF4-FFF2-40B4-BE49-F238E27FC236}">
                <a16:creationId xmlns:a16="http://schemas.microsoft.com/office/drawing/2014/main" id="{B0A15F98-B8AB-40A3-8E09-E4DC09315FE9}"/>
              </a:ext>
            </a:extLst>
          </p:cNvPr>
          <p:cNvSpPr>
            <a:spLocks xmlns:a="http://schemas.openxmlformats.org/drawingml/2006/main" noGrp="1"/>
          </p:cNvSpPr>
          <p:nvPr/>
        </p:nvSpPr>
        <p:spPr>
          <a:xfrm xmlns:a="http://schemas.openxmlformats.org/drawingml/2006/main">
            <a:off x="5086350"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75" name="diagram-354">
            <a:extLst xmlns:a="http://schemas.openxmlformats.org/drawingml/2006/main">
              <a:ext uri="{FF2B5EF4-FFF2-40B4-BE49-F238E27FC236}">
                <a16:creationId xmlns:a16="http://schemas.microsoft.com/office/drawing/2014/main" id="{3CB135AA-2BE5-41A5-B508-694C36A38D65}"/>
              </a:ext>
            </a:extLst>
          </p:cNvPr>
          <p:cNvSpPr>
            <a:spLocks xmlns:a="http://schemas.openxmlformats.org/drawingml/2006/main" noGrp="1"/>
          </p:cNvSpPr>
          <p:nvPr/>
        </p:nvSpPr>
        <p:spPr>
          <a:xfrm xmlns:a="http://schemas.openxmlformats.org/drawingml/2006/main">
            <a:off x="5229225"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76" name="diagram-355">
            <a:extLst xmlns:a="http://schemas.openxmlformats.org/drawingml/2006/main">
              <a:ext uri="{FF2B5EF4-FFF2-40B4-BE49-F238E27FC236}">
                <a16:creationId xmlns:a16="http://schemas.microsoft.com/office/drawing/2014/main" id="{C8219887-6953-4100-B0F0-30D4E9CA44B5}"/>
              </a:ext>
            </a:extLst>
          </p:cNvPr>
          <p:cNvSpPr>
            <a:spLocks xmlns:a="http://schemas.openxmlformats.org/drawingml/2006/main" noGrp="1"/>
          </p:cNvSpPr>
          <p:nvPr/>
        </p:nvSpPr>
        <p:spPr>
          <a:xfrm xmlns:a="http://schemas.openxmlformats.org/drawingml/2006/main">
            <a:off x="5372100"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77" name="diagram-356">
            <a:extLst xmlns:a="http://schemas.openxmlformats.org/drawingml/2006/main">
              <a:ext uri="{FF2B5EF4-FFF2-40B4-BE49-F238E27FC236}">
                <a16:creationId xmlns:a16="http://schemas.microsoft.com/office/drawing/2014/main" id="{F0C4B314-18B1-45ED-98B6-5030CA0C7EF6}"/>
              </a:ext>
            </a:extLst>
          </p:cNvPr>
          <p:cNvSpPr>
            <a:spLocks xmlns:a="http://schemas.openxmlformats.org/drawingml/2006/main" noGrp="1"/>
          </p:cNvSpPr>
          <p:nvPr/>
        </p:nvSpPr>
        <p:spPr>
          <a:xfrm xmlns:a="http://schemas.openxmlformats.org/drawingml/2006/main">
            <a:off x="5514975"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78" name="diagram-357">
            <a:extLst xmlns:a="http://schemas.openxmlformats.org/drawingml/2006/main">
              <a:ext uri="{FF2B5EF4-FFF2-40B4-BE49-F238E27FC236}">
                <a16:creationId xmlns:a16="http://schemas.microsoft.com/office/drawing/2014/main" id="{4F868544-A995-40D9-95AD-2B45A8C4C5B1}"/>
              </a:ext>
            </a:extLst>
          </p:cNvPr>
          <p:cNvSpPr>
            <a:spLocks xmlns:a="http://schemas.openxmlformats.org/drawingml/2006/main" noGrp="1"/>
          </p:cNvSpPr>
          <p:nvPr/>
        </p:nvSpPr>
        <p:spPr>
          <a:xfrm xmlns:a="http://schemas.openxmlformats.org/drawingml/2006/main">
            <a:off x="5657850"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79" name="diagram-358">
            <a:extLst xmlns:a="http://schemas.openxmlformats.org/drawingml/2006/main">
              <a:ext uri="{FF2B5EF4-FFF2-40B4-BE49-F238E27FC236}">
                <a16:creationId xmlns:a16="http://schemas.microsoft.com/office/drawing/2014/main" id="{F334A2D6-B597-4FA1-9C83-02391835FEEA}"/>
              </a:ext>
            </a:extLst>
          </p:cNvPr>
          <p:cNvSpPr>
            <a:spLocks xmlns:a="http://schemas.openxmlformats.org/drawingml/2006/main" noGrp="1"/>
          </p:cNvSpPr>
          <p:nvPr/>
        </p:nvSpPr>
        <p:spPr>
          <a:xfrm xmlns:a="http://schemas.openxmlformats.org/drawingml/2006/main">
            <a:off x="5800725"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80" name="diagram-359">
            <a:extLst xmlns:a="http://schemas.openxmlformats.org/drawingml/2006/main">
              <a:ext uri="{FF2B5EF4-FFF2-40B4-BE49-F238E27FC236}">
                <a16:creationId xmlns:a16="http://schemas.microsoft.com/office/drawing/2014/main" id="{564E509B-B376-4D3A-83AC-F05704337018}"/>
              </a:ext>
            </a:extLst>
          </p:cNvPr>
          <p:cNvSpPr>
            <a:spLocks xmlns:a="http://schemas.openxmlformats.org/drawingml/2006/main" noGrp="1"/>
          </p:cNvSpPr>
          <p:nvPr/>
        </p:nvSpPr>
        <p:spPr>
          <a:xfrm xmlns:a="http://schemas.openxmlformats.org/drawingml/2006/main">
            <a:off x="5943600"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81" name="diagram-360">
            <a:extLst xmlns:a="http://schemas.openxmlformats.org/drawingml/2006/main">
              <a:ext uri="{FF2B5EF4-FFF2-40B4-BE49-F238E27FC236}">
                <a16:creationId xmlns:a16="http://schemas.microsoft.com/office/drawing/2014/main" id="{0707F04D-0E9B-4A3E-9D46-0525E7D0DE05}"/>
              </a:ext>
            </a:extLst>
          </p:cNvPr>
          <p:cNvSpPr>
            <a:spLocks xmlns:a="http://schemas.openxmlformats.org/drawingml/2006/main" noGrp="1"/>
          </p:cNvSpPr>
          <p:nvPr/>
        </p:nvSpPr>
        <p:spPr>
          <a:xfrm xmlns:a="http://schemas.openxmlformats.org/drawingml/2006/main">
            <a:off x="6086475"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82" name="diagram-361">
            <a:extLst xmlns:a="http://schemas.openxmlformats.org/drawingml/2006/main">
              <a:ext uri="{FF2B5EF4-FFF2-40B4-BE49-F238E27FC236}">
                <a16:creationId xmlns:a16="http://schemas.microsoft.com/office/drawing/2014/main" id="{D98D5220-9B9C-4400-9FB2-79A1D9916797}"/>
              </a:ext>
            </a:extLst>
          </p:cNvPr>
          <p:cNvSpPr>
            <a:spLocks xmlns:a="http://schemas.openxmlformats.org/drawingml/2006/main" noGrp="1"/>
          </p:cNvSpPr>
          <p:nvPr/>
        </p:nvSpPr>
        <p:spPr>
          <a:xfrm xmlns:a="http://schemas.openxmlformats.org/drawingml/2006/main">
            <a:off x="6229350"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83" name="diagram-362">
            <a:extLst xmlns:a="http://schemas.openxmlformats.org/drawingml/2006/main">
              <a:ext uri="{FF2B5EF4-FFF2-40B4-BE49-F238E27FC236}">
                <a16:creationId xmlns:a16="http://schemas.microsoft.com/office/drawing/2014/main" id="{6D98E8F4-2536-452D-BA2B-924005069A6C}"/>
              </a:ext>
            </a:extLst>
          </p:cNvPr>
          <p:cNvSpPr>
            <a:spLocks xmlns:a="http://schemas.openxmlformats.org/drawingml/2006/main" noGrp="1"/>
          </p:cNvSpPr>
          <p:nvPr/>
        </p:nvSpPr>
        <p:spPr>
          <a:xfrm xmlns:a="http://schemas.openxmlformats.org/drawingml/2006/main">
            <a:off x="6372225"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84" name="diagram-363">
            <a:extLst xmlns:a="http://schemas.openxmlformats.org/drawingml/2006/main">
              <a:ext uri="{FF2B5EF4-FFF2-40B4-BE49-F238E27FC236}">
                <a16:creationId xmlns:a16="http://schemas.microsoft.com/office/drawing/2014/main" id="{AA7074B7-435C-4186-A3F8-9D58E6273CE1}"/>
              </a:ext>
            </a:extLst>
          </p:cNvPr>
          <p:cNvSpPr>
            <a:spLocks xmlns:a="http://schemas.openxmlformats.org/drawingml/2006/main" noGrp="1"/>
          </p:cNvSpPr>
          <p:nvPr/>
        </p:nvSpPr>
        <p:spPr>
          <a:xfrm xmlns:a="http://schemas.openxmlformats.org/drawingml/2006/main">
            <a:off x="4229100"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85" name="diagram-364">
            <a:extLst xmlns:a="http://schemas.openxmlformats.org/drawingml/2006/main">
              <a:ext uri="{FF2B5EF4-FFF2-40B4-BE49-F238E27FC236}">
                <a16:creationId xmlns:a16="http://schemas.microsoft.com/office/drawing/2014/main" id="{08460ED2-726B-4A94-B982-E3DF5C023162}"/>
              </a:ext>
            </a:extLst>
          </p:cNvPr>
          <p:cNvSpPr>
            <a:spLocks xmlns:a="http://schemas.openxmlformats.org/drawingml/2006/main" noGrp="1"/>
          </p:cNvSpPr>
          <p:nvPr/>
        </p:nvSpPr>
        <p:spPr>
          <a:xfrm xmlns:a="http://schemas.openxmlformats.org/drawingml/2006/main">
            <a:off x="4371975"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86" name="diagram-365">
            <a:extLst xmlns:a="http://schemas.openxmlformats.org/drawingml/2006/main">
              <a:ext uri="{FF2B5EF4-FFF2-40B4-BE49-F238E27FC236}">
                <a16:creationId xmlns:a16="http://schemas.microsoft.com/office/drawing/2014/main" id="{9FBA2BA8-DF05-49DA-B968-CDF435E9E015}"/>
              </a:ext>
            </a:extLst>
          </p:cNvPr>
          <p:cNvSpPr>
            <a:spLocks xmlns:a="http://schemas.openxmlformats.org/drawingml/2006/main" noGrp="1"/>
          </p:cNvSpPr>
          <p:nvPr/>
        </p:nvSpPr>
        <p:spPr>
          <a:xfrm xmlns:a="http://schemas.openxmlformats.org/drawingml/2006/main">
            <a:off x="4514850"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87" name="diagram-366">
            <a:extLst xmlns:a="http://schemas.openxmlformats.org/drawingml/2006/main">
              <a:ext uri="{FF2B5EF4-FFF2-40B4-BE49-F238E27FC236}">
                <a16:creationId xmlns:a16="http://schemas.microsoft.com/office/drawing/2014/main" id="{FB7095C5-E346-4682-8097-1F32226F6164}"/>
              </a:ext>
            </a:extLst>
          </p:cNvPr>
          <p:cNvSpPr>
            <a:spLocks xmlns:a="http://schemas.openxmlformats.org/drawingml/2006/main" noGrp="1"/>
          </p:cNvSpPr>
          <p:nvPr/>
        </p:nvSpPr>
        <p:spPr>
          <a:xfrm xmlns:a="http://schemas.openxmlformats.org/drawingml/2006/main">
            <a:off x="4657725"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88" name="diagram-367">
            <a:extLst xmlns:a="http://schemas.openxmlformats.org/drawingml/2006/main">
              <a:ext uri="{FF2B5EF4-FFF2-40B4-BE49-F238E27FC236}">
                <a16:creationId xmlns:a16="http://schemas.microsoft.com/office/drawing/2014/main" id="{4DDE87D7-FB9A-4963-8D36-BC38BFA1EF8E}"/>
              </a:ext>
            </a:extLst>
          </p:cNvPr>
          <p:cNvSpPr>
            <a:spLocks xmlns:a="http://schemas.openxmlformats.org/drawingml/2006/main" noGrp="1"/>
          </p:cNvSpPr>
          <p:nvPr/>
        </p:nvSpPr>
        <p:spPr>
          <a:xfrm xmlns:a="http://schemas.openxmlformats.org/drawingml/2006/main">
            <a:off x="4800600"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89" name="diagram-368">
            <a:extLst xmlns:a="http://schemas.openxmlformats.org/drawingml/2006/main">
              <a:ext uri="{FF2B5EF4-FFF2-40B4-BE49-F238E27FC236}">
                <a16:creationId xmlns:a16="http://schemas.microsoft.com/office/drawing/2014/main" id="{7E33E00C-667F-4B31-959B-C2DD4D1DC785}"/>
              </a:ext>
            </a:extLst>
          </p:cNvPr>
          <p:cNvSpPr>
            <a:spLocks xmlns:a="http://schemas.openxmlformats.org/drawingml/2006/main" noGrp="1"/>
          </p:cNvSpPr>
          <p:nvPr/>
        </p:nvSpPr>
        <p:spPr>
          <a:xfrm xmlns:a="http://schemas.openxmlformats.org/drawingml/2006/main">
            <a:off x="4943475"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90" name="diagram-369">
            <a:extLst xmlns:a="http://schemas.openxmlformats.org/drawingml/2006/main">
              <a:ext uri="{FF2B5EF4-FFF2-40B4-BE49-F238E27FC236}">
                <a16:creationId xmlns:a16="http://schemas.microsoft.com/office/drawing/2014/main" id="{F3288D21-67A4-4795-AB37-EE3F5FFC99E1}"/>
              </a:ext>
            </a:extLst>
          </p:cNvPr>
          <p:cNvSpPr>
            <a:spLocks xmlns:a="http://schemas.openxmlformats.org/drawingml/2006/main" noGrp="1"/>
          </p:cNvSpPr>
          <p:nvPr/>
        </p:nvSpPr>
        <p:spPr>
          <a:xfrm xmlns:a="http://schemas.openxmlformats.org/drawingml/2006/main">
            <a:off x="5086350"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91" name="diagram-370">
            <a:extLst xmlns:a="http://schemas.openxmlformats.org/drawingml/2006/main">
              <a:ext uri="{FF2B5EF4-FFF2-40B4-BE49-F238E27FC236}">
                <a16:creationId xmlns:a16="http://schemas.microsoft.com/office/drawing/2014/main" id="{6B4C30FC-47B4-41FE-AE05-2F88D4AAF323}"/>
              </a:ext>
            </a:extLst>
          </p:cNvPr>
          <p:cNvSpPr>
            <a:spLocks xmlns:a="http://schemas.openxmlformats.org/drawingml/2006/main" noGrp="1"/>
          </p:cNvSpPr>
          <p:nvPr/>
        </p:nvSpPr>
        <p:spPr>
          <a:xfrm xmlns:a="http://schemas.openxmlformats.org/drawingml/2006/main">
            <a:off x="5229225"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92" name="diagram-371">
            <a:extLst xmlns:a="http://schemas.openxmlformats.org/drawingml/2006/main">
              <a:ext uri="{FF2B5EF4-FFF2-40B4-BE49-F238E27FC236}">
                <a16:creationId xmlns:a16="http://schemas.microsoft.com/office/drawing/2014/main" id="{C0B1B1EA-9091-434E-B106-5ADD87825DC6}"/>
              </a:ext>
            </a:extLst>
          </p:cNvPr>
          <p:cNvSpPr>
            <a:spLocks xmlns:a="http://schemas.openxmlformats.org/drawingml/2006/main" noGrp="1"/>
          </p:cNvSpPr>
          <p:nvPr/>
        </p:nvSpPr>
        <p:spPr>
          <a:xfrm xmlns:a="http://schemas.openxmlformats.org/drawingml/2006/main">
            <a:off x="5372100"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93" name="diagram-372">
            <a:extLst xmlns:a="http://schemas.openxmlformats.org/drawingml/2006/main">
              <a:ext uri="{FF2B5EF4-FFF2-40B4-BE49-F238E27FC236}">
                <a16:creationId xmlns:a16="http://schemas.microsoft.com/office/drawing/2014/main" id="{EDE8B4E9-5152-4853-8F34-8FA9647A9F23}"/>
              </a:ext>
            </a:extLst>
          </p:cNvPr>
          <p:cNvSpPr>
            <a:spLocks xmlns:a="http://schemas.openxmlformats.org/drawingml/2006/main" noGrp="1"/>
          </p:cNvSpPr>
          <p:nvPr/>
        </p:nvSpPr>
        <p:spPr>
          <a:xfrm xmlns:a="http://schemas.openxmlformats.org/drawingml/2006/main">
            <a:off x="5514975"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94" name="diagram-373">
            <a:extLst xmlns:a="http://schemas.openxmlformats.org/drawingml/2006/main">
              <a:ext uri="{FF2B5EF4-FFF2-40B4-BE49-F238E27FC236}">
                <a16:creationId xmlns:a16="http://schemas.microsoft.com/office/drawing/2014/main" id="{CDCB0F08-F174-451F-B32F-84680C4DC8A9}"/>
              </a:ext>
            </a:extLst>
          </p:cNvPr>
          <p:cNvSpPr>
            <a:spLocks xmlns:a="http://schemas.openxmlformats.org/drawingml/2006/main" noGrp="1"/>
          </p:cNvSpPr>
          <p:nvPr/>
        </p:nvSpPr>
        <p:spPr>
          <a:xfrm xmlns:a="http://schemas.openxmlformats.org/drawingml/2006/main">
            <a:off x="5657850"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95" name="diagram-374">
            <a:extLst xmlns:a="http://schemas.openxmlformats.org/drawingml/2006/main">
              <a:ext uri="{FF2B5EF4-FFF2-40B4-BE49-F238E27FC236}">
                <a16:creationId xmlns:a16="http://schemas.microsoft.com/office/drawing/2014/main" id="{D0A1C4AA-3802-4427-A6D7-BA18B8FC97C4}"/>
              </a:ext>
            </a:extLst>
          </p:cNvPr>
          <p:cNvSpPr>
            <a:spLocks xmlns:a="http://schemas.openxmlformats.org/drawingml/2006/main" noGrp="1"/>
          </p:cNvSpPr>
          <p:nvPr/>
        </p:nvSpPr>
        <p:spPr>
          <a:xfrm xmlns:a="http://schemas.openxmlformats.org/drawingml/2006/main">
            <a:off x="5800725"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96" name="diagram-375">
            <a:extLst xmlns:a="http://schemas.openxmlformats.org/drawingml/2006/main">
              <a:ext uri="{FF2B5EF4-FFF2-40B4-BE49-F238E27FC236}">
                <a16:creationId xmlns:a16="http://schemas.microsoft.com/office/drawing/2014/main" id="{7522A9E7-7BAC-450D-935C-40BE8763D775}"/>
              </a:ext>
            </a:extLst>
          </p:cNvPr>
          <p:cNvSpPr>
            <a:spLocks xmlns:a="http://schemas.openxmlformats.org/drawingml/2006/main" noGrp="1"/>
          </p:cNvSpPr>
          <p:nvPr/>
        </p:nvSpPr>
        <p:spPr>
          <a:xfrm xmlns:a="http://schemas.openxmlformats.org/drawingml/2006/main">
            <a:off x="5943600"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97" name="diagram-376">
            <a:extLst xmlns:a="http://schemas.openxmlformats.org/drawingml/2006/main">
              <a:ext uri="{FF2B5EF4-FFF2-40B4-BE49-F238E27FC236}">
                <a16:creationId xmlns:a16="http://schemas.microsoft.com/office/drawing/2014/main" id="{80277F19-B253-4654-99A3-B8C3A20BCCC4}"/>
              </a:ext>
            </a:extLst>
          </p:cNvPr>
          <p:cNvSpPr>
            <a:spLocks xmlns:a="http://schemas.openxmlformats.org/drawingml/2006/main" noGrp="1"/>
          </p:cNvSpPr>
          <p:nvPr/>
        </p:nvSpPr>
        <p:spPr>
          <a:xfrm xmlns:a="http://schemas.openxmlformats.org/drawingml/2006/main">
            <a:off x="6086475"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98" name="diagram-377">
            <a:extLst xmlns:a="http://schemas.openxmlformats.org/drawingml/2006/main">
              <a:ext uri="{FF2B5EF4-FFF2-40B4-BE49-F238E27FC236}">
                <a16:creationId xmlns:a16="http://schemas.microsoft.com/office/drawing/2014/main" id="{E0229BE8-FD80-46C9-A59D-CB81B209B03D}"/>
              </a:ext>
            </a:extLst>
          </p:cNvPr>
          <p:cNvSpPr>
            <a:spLocks xmlns:a="http://schemas.openxmlformats.org/drawingml/2006/main" noGrp="1"/>
          </p:cNvSpPr>
          <p:nvPr/>
        </p:nvSpPr>
        <p:spPr>
          <a:xfrm xmlns:a="http://schemas.openxmlformats.org/drawingml/2006/main">
            <a:off x="6229350"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99" name="diagram-378">
            <a:extLst xmlns:a="http://schemas.openxmlformats.org/drawingml/2006/main">
              <a:ext uri="{FF2B5EF4-FFF2-40B4-BE49-F238E27FC236}">
                <a16:creationId xmlns:a16="http://schemas.microsoft.com/office/drawing/2014/main" id="{3B5702F3-B69E-4563-90C2-DCDB22C3725E}"/>
              </a:ext>
            </a:extLst>
          </p:cNvPr>
          <p:cNvSpPr>
            <a:spLocks xmlns:a="http://schemas.openxmlformats.org/drawingml/2006/main" noGrp="1"/>
          </p:cNvSpPr>
          <p:nvPr/>
        </p:nvSpPr>
        <p:spPr>
          <a:xfrm xmlns:a="http://schemas.openxmlformats.org/drawingml/2006/main">
            <a:off x="6372225"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00" name="block-border-379">
            <a:extLst xmlns:a="http://schemas.openxmlformats.org/drawingml/2006/main">
              <a:ext uri="{FF2B5EF4-FFF2-40B4-BE49-F238E27FC236}">
                <a16:creationId xmlns:a16="http://schemas.microsoft.com/office/drawing/2014/main" id="{F6C7D941-ECAB-4391-8B50-1338D32BE044}"/>
              </a:ext>
            </a:extLst>
          </p:cNvPr>
          <p:cNvSpPr>
            <a:spLocks xmlns:a="http://schemas.openxmlformats.org/drawingml/2006/main" noGrp="1"/>
          </p:cNvSpPr>
          <p:nvPr/>
        </p:nvSpPr>
        <p:spPr>
          <a:xfrm xmlns:a="http://schemas.openxmlformats.org/drawingml/2006/main">
            <a:off x="4181475" y="2647950"/>
            <a:ext cx="2381250" cy="2381250"/>
          </a:xfrm>
          <a:prstGeom xmlns:a="http://schemas.openxmlformats.org/drawingml/2006/main" prst="rect">
            <a:avLst/>
          </a:prstGeom>
          <a:noFill xmlns:a="http://schemas.openxmlformats.org/drawingml/2006/main"/>
          <a:ln xmlns:a="http://schemas.openxmlformats.org/drawingml/2006/main" w="19050">
            <a:solidFill>
              <a:srgbClr val="087E8B"/>
            </a:solidFill>
          </a:ln>
        </p:spPr>
      </p:sp>
      <p:cxnSp>
        <p:nvCxnSpPr>
          <p:cNvPr id="608" name=""/>
          <p:cNvCxnSpPr>
            <a:stCxn xmlns:a="http://schemas.openxmlformats.org/drawingml/2006/main" id="14" idx="3"/>
            <a:endCxn xmlns:a="http://schemas.openxmlformats.org/drawingml/2006/main" id="300" idx="1"/>
          </p:cNvCxnSpPr>
          <p:nvPr/>
        </p:nvCxnSpPr>
        <p:spPr>
          <a:xfrm xmlns:a="http://schemas.openxmlformats.org/drawingml/2006/main">
            <a:off x="1762125" y="3267075"/>
            <a:ext cx="2419350" cy="571500"/>
          </a:xfrm>
          <a:prstGeom xmlns:a="http://schemas.openxmlformats.org/drawingml/2006/main" prst="straightConnector1">
            <a:avLst/>
          </a:prstGeom>
          <a:ln xmlns:a="http://schemas.openxmlformats.org/drawingml/2006/main" w="22860">
            <a:solidFill>
              <a:srgbClr val="087E8B"/>
            </a:solidFill>
            <a:tailEnd type="triangle" w="med" len="med"/>
          </a:ln>
        </p:spPr>
      </p:cxnSp>
      <p:sp>
        <p:nvSpPr>
          <p:cNvPr id="302" name="text-380">
            <a:extLst xmlns:a="http://schemas.openxmlformats.org/drawingml/2006/main">
              <a:ext uri="{FF2B5EF4-FFF2-40B4-BE49-F238E27FC236}">
                <a16:creationId xmlns:a16="http://schemas.microsoft.com/office/drawing/2014/main" id="{433CE0AA-1397-47F8-80C4-ABFD2FB573FD}"/>
              </a:ext>
            </a:extLst>
          </p:cNvPr>
          <p:cNvSpPr>
            <a:spLocks xmlns:a="http://schemas.openxmlformats.org/drawingml/2006/main" noGrp="1"/>
          </p:cNvSpPr>
          <p:nvPr/>
        </p:nvSpPr>
        <p:spPr>
          <a:xfrm xmlns:a="http://schemas.openxmlformats.org/drawingml/2006/main">
            <a:off x="4048125" y="5095875"/>
            <a:ext cx="347662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087E8B"/>
                </a:solidFill>
                <a:latin typeface="Arial"/>
                <a:ea typeface="Arial"/>
                <a:cs typeface="Arial"/>
              </a:defRPr>
            </a:pPr>
            <a:r>
              <a:rPr sz="1575" b="0">
                <a:solidFill>
                  <a:srgbClr val="087E8B"/>
                </a:solidFill>
                <a:latin typeface="Arial"/>
                <a:ea typeface="Arial"/>
                <a:cs typeface="Arial"/>
              </a:rPr>
              <a:t>Highlighted: one 32-thread warp</a:t>
            </a:r>
          </a:p>
        </p:txBody>
      </p:sp>
      <p:sp>
        <p:nvSpPr>
          <p:cNvPr id="303" name="text-381">
            <a:extLst xmlns:a="http://schemas.openxmlformats.org/drawingml/2006/main">
              <a:ext uri="{FF2B5EF4-FFF2-40B4-BE49-F238E27FC236}">
                <a16:creationId xmlns:a16="http://schemas.microsoft.com/office/drawing/2014/main" id="{AD57BEB8-1846-4B9F-9865-C63095AB40B8}"/>
              </a:ext>
            </a:extLst>
          </p:cNvPr>
          <p:cNvSpPr>
            <a:spLocks xmlns:a="http://schemas.openxmlformats.org/drawingml/2006/main" noGrp="1"/>
          </p:cNvSpPr>
          <p:nvPr/>
        </p:nvSpPr>
        <p:spPr>
          <a:xfrm xmlns:a="http://schemas.openxmlformats.org/drawingml/2006/main">
            <a:off x="7715250" y="2781300"/>
            <a:ext cx="3476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42B3F"/>
                </a:solidFill>
                <a:latin typeface="Arial"/>
                <a:ea typeface="Arial"/>
                <a:cs typeface="Arial"/>
              </a:defRPr>
            </a:pPr>
            <a:r>
              <a:rPr sz="2625" b="1">
                <a:solidFill>
                  <a:srgbClr val="142B3F"/>
                </a:solidFill>
                <a:latin typeface="Arial"/>
                <a:ea typeface="Arial"/>
                <a:cs typeface="Arial"/>
              </a:rPr>
              <a:t>4,096 blocks</a:t>
            </a:r>
          </a:p>
        </p:txBody>
      </p:sp>
      <p:sp>
        <p:nvSpPr>
          <p:cNvPr id="304" name="text-382">
            <a:extLst xmlns:a="http://schemas.openxmlformats.org/drawingml/2006/main">
              <a:ext uri="{FF2B5EF4-FFF2-40B4-BE49-F238E27FC236}">
                <a16:creationId xmlns:a16="http://schemas.microsoft.com/office/drawing/2014/main" id="{6CA44653-4FCE-4B3C-9F1C-6589ADA1E582}"/>
              </a:ext>
            </a:extLst>
          </p:cNvPr>
          <p:cNvSpPr>
            <a:spLocks xmlns:a="http://schemas.openxmlformats.org/drawingml/2006/main" noGrp="1"/>
          </p:cNvSpPr>
          <p:nvPr/>
        </p:nvSpPr>
        <p:spPr>
          <a:xfrm xmlns:a="http://schemas.openxmlformats.org/drawingml/2006/main">
            <a:off x="7715250" y="3362325"/>
            <a:ext cx="3476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42B3F"/>
                </a:solidFill>
                <a:latin typeface="Arial"/>
                <a:ea typeface="Arial"/>
                <a:cs typeface="Arial"/>
              </a:defRPr>
            </a:pPr>
            <a:r>
              <a:rPr sz="2625" b="0">
                <a:solidFill>
                  <a:srgbClr val="142B3F"/>
                </a:solidFill>
                <a:latin typeface="Arial"/>
                <a:ea typeface="Arial"/>
                <a:cs typeface="Arial"/>
              </a:rPr>
              <a:t>× 256 threads</a:t>
            </a:r>
          </a:p>
        </p:txBody>
      </p:sp>
      <p:sp>
        <p:nvSpPr>
          <p:cNvPr id="305" name="text-383">
            <a:extLst xmlns:a="http://schemas.openxmlformats.org/drawingml/2006/main">
              <a:ext uri="{FF2B5EF4-FFF2-40B4-BE49-F238E27FC236}">
                <a16:creationId xmlns:a16="http://schemas.microsoft.com/office/drawing/2014/main" id="{7F919D89-A63E-43D0-BDC5-D2D1984E92FC}"/>
              </a:ext>
            </a:extLst>
          </p:cNvPr>
          <p:cNvSpPr>
            <a:spLocks xmlns:a="http://schemas.openxmlformats.org/drawingml/2006/main" noGrp="1"/>
          </p:cNvSpPr>
          <p:nvPr/>
        </p:nvSpPr>
        <p:spPr>
          <a:xfrm xmlns:a="http://schemas.openxmlformats.org/drawingml/2006/main">
            <a:off x="7715250" y="4019550"/>
            <a:ext cx="3619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087E8B"/>
                </a:solidFill>
                <a:latin typeface="Arial"/>
                <a:ea typeface="Arial"/>
                <a:cs typeface="Arial"/>
              </a:defRPr>
            </a:pPr>
            <a:r>
              <a:rPr sz="3225" b="1">
                <a:solidFill>
                  <a:srgbClr val="087E8B"/>
                </a:solidFill>
                <a:latin typeface="Arial"/>
                <a:ea typeface="Arial"/>
                <a:cs typeface="Arial"/>
              </a:rPr>
              <a:t>= 1,048,576</a:t>
            </a:r>
          </a:p>
        </p:txBody>
      </p:sp>
      <p:sp>
        <p:nvSpPr>
          <p:cNvPr id="306" name="text-384">
            <a:extLst xmlns:a="http://schemas.openxmlformats.org/drawingml/2006/main">
              <a:ext uri="{FF2B5EF4-FFF2-40B4-BE49-F238E27FC236}">
                <a16:creationId xmlns:a16="http://schemas.microsoft.com/office/drawing/2014/main" id="{0CF31FA1-847E-4DF7-B5B4-44E0FE139F80}"/>
              </a:ext>
            </a:extLst>
          </p:cNvPr>
          <p:cNvSpPr>
            <a:spLocks xmlns:a="http://schemas.openxmlformats.org/drawingml/2006/main" noGrp="1"/>
          </p:cNvSpPr>
          <p:nvPr/>
        </p:nvSpPr>
        <p:spPr>
          <a:xfrm xmlns:a="http://schemas.openxmlformats.org/drawingml/2006/main">
            <a:off x="7715250" y="4657725"/>
            <a:ext cx="3619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42B3F"/>
                </a:solidFill>
                <a:latin typeface="Arial"/>
                <a:ea typeface="Arial"/>
                <a:cs typeface="Arial"/>
              </a:defRPr>
            </a:pPr>
            <a:r>
              <a:rPr sz="2100" b="0">
                <a:solidFill>
                  <a:srgbClr val="142B3F"/>
                </a:solidFill>
                <a:latin typeface="Arial"/>
                <a:ea typeface="Arial"/>
                <a:cs typeface="Arial"/>
              </a:rPr>
              <a:t>launched threads</a:t>
            </a:r>
          </a:p>
        </p:txBody>
      </p:sp>
      <p:sp>
        <p:nvSpPr>
          <p:cNvPr id="307" name="text-385">
            <a:extLst xmlns:a="http://schemas.openxmlformats.org/drawingml/2006/main">
              <a:ext uri="{FF2B5EF4-FFF2-40B4-BE49-F238E27FC236}">
                <a16:creationId xmlns:a16="http://schemas.microsoft.com/office/drawing/2014/main" id="{BFB6F1B4-109D-4793-B1C5-585E35E69BE4}"/>
              </a:ext>
            </a:extLst>
          </p:cNvPr>
          <p:cNvSpPr>
            <a:spLocks xmlns:a="http://schemas.openxmlformats.org/drawingml/2006/main" noGrp="1"/>
          </p:cNvSpPr>
          <p:nvPr/>
        </p:nvSpPr>
        <p:spPr>
          <a:xfrm xmlns:a="http://schemas.openxmlformats.org/drawingml/2006/main">
            <a:off x="571500" y="5753100"/>
            <a:ext cx="110013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42B3F"/>
                </a:solidFill>
                <a:latin typeface="Consolas"/>
                <a:ea typeface="Consolas"/>
                <a:cs typeface="Consolas"/>
              </a:defRPr>
            </a:pPr>
            <a:r>
              <a:rPr sz="2100" b="0">
                <a:solidFill>
                  <a:srgbClr val="142B3F"/>
                </a:solidFill>
                <a:latin typeface="Consolas"/>
                <a:ea typeface="Consolas"/>
                <a:cs typeface="Consolas"/>
              </a:rPr>
              <a:t>rotate&lt;&lt;&lt;dim3(64,64), dim3(16,16)&gt;&gt;&gt;(...);</a:t>
            </a:r>
          </a:p>
        </p:txBody>
      </p:sp>
    </p:spTree>
    <p:extLst>
      <p:ext uri="{BB962C8B-B14F-4D97-AF65-F5344CB8AC3E}">
        <p14:creationId xmlns:p14="http://schemas.microsoft.com/office/powerpoint/2010/main" val="294880013"/>
      </p:ext>
    </p:extLst>
  </p:cSld>
</p:sld>
</file>

<file path=ppt/slides/slide4.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29" name="text-386">
            <a:extLst xmlns:a="http://schemas.openxmlformats.org/drawingml/2006/main">
              <a:ext uri="{FF2B5EF4-FFF2-40B4-BE49-F238E27FC236}">
                <a16:creationId xmlns:a16="http://schemas.microsoft.com/office/drawing/2014/main" id="{A2F97162-3C93-4D18-ADA9-9DB21468CAF2}"/>
              </a:ext>
            </a:extLst>
          </p:cNvPr>
          <p:cNvSpPr>
            <a:spLocks xmlns:a="http://schemas.openxmlformats.org/drawingml/2006/main" noGrp="1"/>
          </p:cNvSpPr>
          <p:nvPr/>
        </p:nvSpPr>
        <p:spPr>
          <a:xfrm xmlns:a="http://schemas.openxmlformats.org/drawingml/2006/main">
            <a:off x="571500" y="4572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B3F"/>
                </a:solidFill>
                <a:latin typeface="Arial"/>
                <a:ea typeface="Arial"/>
                <a:cs typeface="Arial"/>
              </a:defRPr>
            </a:pPr>
            <a:r>
              <a:rPr sz="3300" b="1">
                <a:solidFill>
                  <a:srgbClr val="142B3F"/>
                </a:solidFill>
                <a:latin typeface="Arial"/>
                <a:ea typeface="Arial"/>
                <a:cs typeface="Arial"/>
              </a:rPr>
              <a:t>Millions of threads share finite hardware</a:t>
            </a:r>
          </a:p>
        </p:txBody>
      </p:sp>
      <p:sp>
        <p:nvSpPr>
          <p:cNvPr id="2" name="text-387">
            <a:extLst xmlns:a="http://schemas.openxmlformats.org/drawingml/2006/main">
              <a:ext uri="{FF2B5EF4-FFF2-40B4-BE49-F238E27FC236}">
                <a16:creationId xmlns:a16="http://schemas.microsoft.com/office/drawing/2014/main" id="{83194B58-A587-43F9-B46C-82B1D25193C8}"/>
              </a:ext>
            </a:extLst>
          </p:cNvPr>
          <p:cNvSpPr>
            <a:spLocks xmlns:a="http://schemas.openxmlformats.org/drawingml/2006/main" noGrp="1"/>
          </p:cNvSpPr>
          <p:nvPr/>
        </p:nvSpPr>
        <p:spPr>
          <a:xfrm xmlns:a="http://schemas.openxmlformats.org/drawingml/2006/main">
            <a:off x="571500" y="6400800"/>
            <a:ext cx="1038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496274"/>
                </a:solidFill>
                <a:latin typeface="Arial"/>
                <a:ea typeface="Arial"/>
                <a:cs typeface="Arial"/>
              </a:defRPr>
            </a:pPr>
            <a:r>
              <a:rPr sz="1200" b="0">
                <a:solidFill>
                  <a:srgbClr val="496274"/>
                </a:solidFill>
                <a:latin typeface="Arial"/>
                <a:ea typeface="Arial"/>
                <a:cs typeface="Arial"/>
              </a:rPr>
              <a:t>Sources: [2] [6]. Full references in appendix and companion PDF.</a:t>
            </a:r>
          </a:p>
        </p:txBody>
      </p:sp>
      <p:sp>
        <p:nvSpPr>
          <p:cNvPr id="3" name="text-388">
            <a:extLst xmlns:a="http://schemas.openxmlformats.org/drawingml/2006/main">
              <a:ext uri="{FF2B5EF4-FFF2-40B4-BE49-F238E27FC236}">
                <a16:creationId xmlns:a16="http://schemas.microsoft.com/office/drawing/2014/main" id="{AFAB9231-C982-41C2-B544-4B0EE30CF65B}"/>
              </a:ext>
            </a:extLst>
          </p:cNvPr>
          <p:cNvSpPr>
            <a:spLocks xmlns:a="http://schemas.openxmlformats.org/drawingml/2006/main" noGrp="1"/>
          </p:cNvSpPr>
          <p:nvPr/>
        </p:nvSpPr>
        <p:spPr>
          <a:xfrm xmlns:a="http://schemas.openxmlformats.org/drawingml/2006/main">
            <a:off x="11144250" y="64008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496274"/>
                </a:solidFill>
                <a:latin typeface="Arial"/>
                <a:ea typeface="Arial"/>
                <a:cs typeface="Arial"/>
              </a:defRPr>
            </a:pPr>
            <a:r>
              <a:rPr sz="1200" b="0">
                <a:solidFill>
                  <a:srgbClr val="496274"/>
                </a:solidFill>
                <a:latin typeface="Arial"/>
                <a:ea typeface="Arial"/>
                <a:cs typeface="Arial"/>
              </a:rPr>
              <a:t>4</a:t>
            </a:r>
          </a:p>
        </p:txBody>
      </p:sp>
      <p:sp>
        <p:nvSpPr>
          <p:cNvPr id="4" name="text-389">
            <a:extLst xmlns:a="http://schemas.openxmlformats.org/drawingml/2006/main">
              <a:ext uri="{FF2B5EF4-FFF2-40B4-BE49-F238E27FC236}">
                <a16:creationId xmlns:a16="http://schemas.microsoft.com/office/drawing/2014/main" id="{F2E5B26A-7233-449E-B40D-7929DC2663BB}"/>
              </a:ext>
            </a:extLst>
          </p:cNvPr>
          <p:cNvSpPr>
            <a:spLocks xmlns:a="http://schemas.openxmlformats.org/drawingml/2006/main" noGrp="1"/>
          </p:cNvSpPr>
          <p:nvPr/>
        </p:nvSpPr>
        <p:spPr>
          <a:xfrm xmlns:a="http://schemas.openxmlformats.org/drawingml/2006/main">
            <a:off x="571500" y="1733550"/>
            <a:ext cx="3238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42B3F"/>
                </a:solidFill>
                <a:latin typeface="Arial"/>
                <a:ea typeface="Arial"/>
                <a:cs typeface="Arial"/>
              </a:defRPr>
            </a:pPr>
            <a:r>
              <a:rPr sz="2325" b="1">
                <a:solidFill>
                  <a:srgbClr val="142B3F"/>
                </a:solidFill>
                <a:latin typeface="Arial"/>
                <a:ea typeface="Arial"/>
                <a:cs typeface="Arial"/>
              </a:rPr>
              <a:t>Pending blocks</a:t>
            </a:r>
          </a:p>
        </p:txBody>
      </p:sp>
      <p:sp>
        <p:nvSpPr>
          <p:cNvPr id="5" name="diagram-390">
            <a:extLst xmlns:a="http://schemas.openxmlformats.org/drawingml/2006/main">
              <a:ext uri="{FF2B5EF4-FFF2-40B4-BE49-F238E27FC236}">
                <a16:creationId xmlns:a16="http://schemas.microsoft.com/office/drawing/2014/main" id="{0A0517D4-C6EA-49F6-873A-A0D248DC1030}"/>
              </a:ext>
            </a:extLst>
          </p:cNvPr>
          <p:cNvSpPr>
            <a:spLocks xmlns:a="http://schemas.openxmlformats.org/drawingml/2006/main" noGrp="1"/>
          </p:cNvSpPr>
          <p:nvPr/>
        </p:nvSpPr>
        <p:spPr>
          <a:xfrm xmlns:a="http://schemas.openxmlformats.org/drawingml/2006/main">
            <a:off x="714375" y="2438400"/>
            <a:ext cx="2047875" cy="533400"/>
          </a:xfrm>
          <a:prstGeom xmlns:a="http://schemas.openxmlformats.org/drawingml/2006/main" prst="rect">
            <a:avLst/>
          </a:prstGeom>
          <a:solidFill xmlns:a="http://schemas.openxmlformats.org/drawingml/2006/main">
            <a:srgbClr val="D9E8F5"/>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950" b="0">
                <a:solidFill>
                  <a:srgbClr val="142B3F"/>
                </a:solidFill>
                <a:latin typeface="Arial"/>
                <a:ea typeface="Arial"/>
                <a:cs typeface="Arial"/>
              </a:defRPr>
            </a:pPr>
            <a:r>
              <a:rPr sz="1950" b="0">
                <a:solidFill>
                  <a:srgbClr val="142B3F"/>
                </a:solidFill>
                <a:latin typeface="Arial"/>
                <a:ea typeface="Arial"/>
                <a:cs typeface="Arial"/>
              </a:rPr>
              <a:t>B0</a:t>
            </a:r>
          </a:p>
        </p:txBody>
      </p:sp>
      <p:sp>
        <p:nvSpPr>
          <p:cNvPr id="6" name="diagram-391">
            <a:extLst xmlns:a="http://schemas.openxmlformats.org/drawingml/2006/main">
              <a:ext uri="{FF2B5EF4-FFF2-40B4-BE49-F238E27FC236}">
                <a16:creationId xmlns:a16="http://schemas.microsoft.com/office/drawing/2014/main" id="{39001566-E7CE-43F0-BEC0-3ACC0903C2AE}"/>
              </a:ext>
            </a:extLst>
          </p:cNvPr>
          <p:cNvSpPr>
            <a:spLocks xmlns:a="http://schemas.openxmlformats.org/drawingml/2006/main" noGrp="1"/>
          </p:cNvSpPr>
          <p:nvPr/>
        </p:nvSpPr>
        <p:spPr>
          <a:xfrm xmlns:a="http://schemas.openxmlformats.org/drawingml/2006/main">
            <a:off x="714375" y="3152775"/>
            <a:ext cx="2047875" cy="533400"/>
          </a:xfrm>
          <a:prstGeom xmlns:a="http://schemas.openxmlformats.org/drawingml/2006/main" prst="rect">
            <a:avLst/>
          </a:prstGeom>
          <a:solidFill xmlns:a="http://schemas.openxmlformats.org/drawingml/2006/main">
            <a:srgbClr val="D9E8F5"/>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950" b="0">
                <a:solidFill>
                  <a:srgbClr val="142B3F"/>
                </a:solidFill>
                <a:latin typeface="Arial"/>
                <a:ea typeface="Arial"/>
                <a:cs typeface="Arial"/>
              </a:defRPr>
            </a:pPr>
            <a:r>
              <a:rPr sz="1950" b="0">
                <a:solidFill>
                  <a:srgbClr val="142B3F"/>
                </a:solidFill>
                <a:latin typeface="Arial"/>
                <a:ea typeface="Arial"/>
                <a:cs typeface="Arial"/>
              </a:rPr>
              <a:t>B1</a:t>
            </a:r>
          </a:p>
        </p:txBody>
      </p:sp>
      <p:sp>
        <p:nvSpPr>
          <p:cNvPr id="7" name="diagram-392">
            <a:extLst xmlns:a="http://schemas.openxmlformats.org/drawingml/2006/main">
              <a:ext uri="{FF2B5EF4-FFF2-40B4-BE49-F238E27FC236}">
                <a16:creationId xmlns:a16="http://schemas.microsoft.com/office/drawing/2014/main" id="{2507F5A0-5907-494E-A6D3-10126E2DC788}"/>
              </a:ext>
            </a:extLst>
          </p:cNvPr>
          <p:cNvSpPr>
            <a:spLocks xmlns:a="http://schemas.openxmlformats.org/drawingml/2006/main" noGrp="1"/>
          </p:cNvSpPr>
          <p:nvPr/>
        </p:nvSpPr>
        <p:spPr>
          <a:xfrm xmlns:a="http://schemas.openxmlformats.org/drawingml/2006/main">
            <a:off x="714375" y="3867150"/>
            <a:ext cx="2047875" cy="533400"/>
          </a:xfrm>
          <a:prstGeom xmlns:a="http://schemas.openxmlformats.org/drawingml/2006/main" prst="rect">
            <a:avLst/>
          </a:prstGeom>
          <a:solidFill xmlns:a="http://schemas.openxmlformats.org/drawingml/2006/main">
            <a:srgbClr val="D9E8F5"/>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950" b="0">
                <a:solidFill>
                  <a:srgbClr val="142B3F"/>
                </a:solidFill>
                <a:latin typeface="Arial"/>
                <a:ea typeface="Arial"/>
                <a:cs typeface="Arial"/>
              </a:defRPr>
            </a:pPr>
            <a:r>
              <a:rPr sz="1950" b="0">
                <a:solidFill>
                  <a:srgbClr val="142B3F"/>
                </a:solidFill>
                <a:latin typeface="Arial"/>
                <a:ea typeface="Arial"/>
                <a:cs typeface="Arial"/>
              </a:rPr>
              <a:t>B2</a:t>
            </a:r>
          </a:p>
        </p:txBody>
      </p:sp>
      <p:sp>
        <p:nvSpPr>
          <p:cNvPr id="8" name="diagram-393">
            <a:extLst xmlns:a="http://schemas.openxmlformats.org/drawingml/2006/main">
              <a:ext uri="{FF2B5EF4-FFF2-40B4-BE49-F238E27FC236}">
                <a16:creationId xmlns:a16="http://schemas.microsoft.com/office/drawing/2014/main" id="{881F0CB6-98E9-4FEA-BECF-9CFAEA3C6D38}"/>
              </a:ext>
            </a:extLst>
          </p:cNvPr>
          <p:cNvSpPr>
            <a:spLocks xmlns:a="http://schemas.openxmlformats.org/drawingml/2006/main" noGrp="1"/>
          </p:cNvSpPr>
          <p:nvPr/>
        </p:nvSpPr>
        <p:spPr>
          <a:xfrm xmlns:a="http://schemas.openxmlformats.org/drawingml/2006/main">
            <a:off x="714375" y="4581525"/>
            <a:ext cx="2047875" cy="533400"/>
          </a:xfrm>
          <a:prstGeom xmlns:a="http://schemas.openxmlformats.org/drawingml/2006/main" prst="rect">
            <a:avLst/>
          </a:prstGeom>
          <a:solidFill xmlns:a="http://schemas.openxmlformats.org/drawingml/2006/main">
            <a:srgbClr val="D9E8F5"/>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950" b="0">
                <a:solidFill>
                  <a:srgbClr val="142B3F"/>
                </a:solidFill>
                <a:latin typeface="Arial"/>
                <a:ea typeface="Arial"/>
                <a:cs typeface="Arial"/>
              </a:defRPr>
            </a:pPr>
            <a:r>
              <a:rPr sz="1950" b="0">
                <a:solidFill>
                  <a:srgbClr val="142B3F"/>
                </a:solidFill>
                <a:latin typeface="Arial"/>
                <a:ea typeface="Arial"/>
                <a:cs typeface="Arial"/>
              </a:rPr>
              <a:t>More blocks</a:t>
            </a:r>
          </a:p>
        </p:txBody>
      </p:sp>
      <p:sp>
        <p:nvSpPr>
          <p:cNvPr id="9" name="diagram-394">
            <a:extLst xmlns:a="http://schemas.openxmlformats.org/drawingml/2006/main">
              <a:ext uri="{FF2B5EF4-FFF2-40B4-BE49-F238E27FC236}">
                <a16:creationId xmlns:a16="http://schemas.microsoft.com/office/drawing/2014/main" id="{190F8D95-B100-428F-BF74-2302207BB645}"/>
              </a:ext>
            </a:extLst>
          </p:cNvPr>
          <p:cNvSpPr>
            <a:spLocks xmlns:a="http://schemas.openxmlformats.org/drawingml/2006/main" noGrp="1"/>
          </p:cNvSpPr>
          <p:nvPr/>
        </p:nvSpPr>
        <p:spPr>
          <a:xfrm xmlns:a="http://schemas.openxmlformats.org/drawingml/2006/main">
            <a:off x="4476750" y="1724025"/>
            <a:ext cx="6810375" cy="3790950"/>
          </a:xfrm>
          <a:prstGeom xmlns:a="http://schemas.openxmlformats.org/drawingml/2006/main" prst="rect">
            <a:avLst/>
          </a:prstGeom>
          <a:solidFill xmlns:a="http://schemas.openxmlformats.org/drawingml/2006/main">
            <a:srgbClr val="FFFFFF"/>
          </a:solidFill>
          <a:ln xmlns:a="http://schemas.openxmlformats.org/drawingml/2006/main" w="15240">
            <a:solidFill>
              <a:srgbClr val="142B3F"/>
            </a:solidFill>
          </a:ln>
        </p:spPr>
      </p:sp>
      <p:sp>
        <p:nvSpPr>
          <p:cNvPr id="10" name="text-395">
            <a:extLst xmlns:a="http://schemas.openxmlformats.org/drawingml/2006/main">
              <a:ext uri="{FF2B5EF4-FFF2-40B4-BE49-F238E27FC236}">
                <a16:creationId xmlns:a16="http://schemas.microsoft.com/office/drawing/2014/main" id="{FFB64919-DA77-41D9-A9BF-45EFADAEDB12}"/>
              </a:ext>
            </a:extLst>
          </p:cNvPr>
          <p:cNvSpPr>
            <a:spLocks xmlns:a="http://schemas.openxmlformats.org/drawingml/2006/main" noGrp="1"/>
          </p:cNvSpPr>
          <p:nvPr/>
        </p:nvSpPr>
        <p:spPr>
          <a:xfrm xmlns:a="http://schemas.openxmlformats.org/drawingml/2006/main">
            <a:off x="4724400" y="1933575"/>
            <a:ext cx="6334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42B3F"/>
                </a:solidFill>
                <a:latin typeface="Arial"/>
                <a:ea typeface="Arial"/>
                <a:cs typeface="Arial"/>
              </a:defRPr>
            </a:pPr>
            <a:r>
              <a:rPr sz="2250" b="1">
                <a:solidFill>
                  <a:srgbClr val="142B3F"/>
                </a:solidFill>
                <a:latin typeface="Arial"/>
                <a:ea typeface="Arial"/>
                <a:cs typeface="Arial"/>
              </a:rPr>
              <a:t>One streaming multiprocessor (SM)</a:t>
            </a:r>
          </a:p>
        </p:txBody>
      </p:sp>
      <p:sp>
        <p:nvSpPr>
          <p:cNvPr id="11" name="diagram-396">
            <a:extLst xmlns:a="http://schemas.openxmlformats.org/drawingml/2006/main">
              <a:ext uri="{FF2B5EF4-FFF2-40B4-BE49-F238E27FC236}">
                <a16:creationId xmlns:a16="http://schemas.microsoft.com/office/drawing/2014/main" id="{5FC7EA71-CADE-43CD-9C98-E71ABB780AC3}"/>
              </a:ext>
            </a:extLst>
          </p:cNvPr>
          <p:cNvSpPr>
            <a:spLocks xmlns:a="http://schemas.openxmlformats.org/drawingml/2006/main" noGrp="1"/>
          </p:cNvSpPr>
          <p:nvPr/>
        </p:nvSpPr>
        <p:spPr>
          <a:xfrm xmlns:a="http://schemas.openxmlformats.org/drawingml/2006/main">
            <a:off x="4791075" y="2590800"/>
            <a:ext cx="2590800" cy="2552700"/>
          </a:xfrm>
          <a:prstGeom xmlns:a="http://schemas.openxmlformats.org/drawingml/2006/main" prst="rect">
            <a:avLst/>
          </a:prstGeom>
          <a:solidFill xmlns:a="http://schemas.openxmlformats.org/drawingml/2006/main">
            <a:srgbClr val="D9E8F5"/>
          </a:solidFill>
          <a:ln xmlns:a="http://schemas.openxmlformats.org/drawingml/2006/main" w="15240">
            <a:solidFill>
              <a:srgbClr val="496274"/>
            </a:solidFill>
          </a:ln>
        </p:spPr>
      </p:sp>
      <p:sp>
        <p:nvSpPr>
          <p:cNvPr id="12" name="text-397">
            <a:extLst xmlns:a="http://schemas.openxmlformats.org/drawingml/2006/main">
              <a:ext uri="{FF2B5EF4-FFF2-40B4-BE49-F238E27FC236}">
                <a16:creationId xmlns:a16="http://schemas.microsoft.com/office/drawing/2014/main" id="{756D7A6E-CEE3-4020-9712-310DF65B369C}"/>
              </a:ext>
            </a:extLst>
          </p:cNvPr>
          <p:cNvSpPr>
            <a:spLocks xmlns:a="http://schemas.openxmlformats.org/drawingml/2006/main" noGrp="1"/>
          </p:cNvSpPr>
          <p:nvPr/>
        </p:nvSpPr>
        <p:spPr>
          <a:xfrm xmlns:a="http://schemas.openxmlformats.org/drawingml/2006/main">
            <a:off x="4943475" y="2733675"/>
            <a:ext cx="22574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800" b="1">
                <a:solidFill>
                  <a:srgbClr val="142B3F"/>
                </a:solidFill>
                <a:latin typeface="Arial"/>
                <a:ea typeface="Arial"/>
                <a:cs typeface="Arial"/>
              </a:defRPr>
            </a:pPr>
            <a:r>
              <a:rPr sz="1800" b="1">
                <a:solidFill>
                  <a:srgbClr val="142B3F"/>
                </a:solidFill>
                <a:latin typeface="Arial"/>
                <a:ea typeface="Arial"/>
                <a:cs typeface="Arial"/>
              </a:rPr>
              <a:t>Resident block</a:t>
            </a:r>
          </a:p>
        </p:txBody>
      </p:sp>
      <p:sp>
        <p:nvSpPr>
          <p:cNvPr id="13" name="diagram-398">
            <a:extLst xmlns:a="http://schemas.openxmlformats.org/drawingml/2006/main">
              <a:ext uri="{FF2B5EF4-FFF2-40B4-BE49-F238E27FC236}">
                <a16:creationId xmlns:a16="http://schemas.microsoft.com/office/drawing/2014/main" id="{BF973C43-DBD6-4A94-887A-2A964E60E8D5}"/>
              </a:ext>
            </a:extLst>
          </p:cNvPr>
          <p:cNvSpPr>
            <a:spLocks xmlns:a="http://schemas.openxmlformats.org/drawingml/2006/main" noGrp="1"/>
          </p:cNvSpPr>
          <p:nvPr/>
        </p:nvSpPr>
        <p:spPr>
          <a:xfrm xmlns:a="http://schemas.openxmlformats.org/drawingml/2006/main">
            <a:off x="5019675" y="3238500"/>
            <a:ext cx="971550" cy="266700"/>
          </a:xfrm>
          <a:prstGeom xmlns:a="http://schemas.openxmlformats.org/drawingml/2006/main" prst="rect">
            <a:avLst/>
          </a:prstGeom>
          <a:solidFill xmlns:a="http://schemas.openxmlformats.org/drawingml/2006/main">
            <a:srgbClr val="D5ECE7"/>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275" b="0">
                <a:solidFill>
                  <a:srgbClr val="142B3F"/>
                </a:solidFill>
                <a:latin typeface="Arial"/>
                <a:ea typeface="Arial"/>
                <a:cs typeface="Arial"/>
              </a:defRPr>
            </a:pPr>
            <a:r>
              <a:rPr sz="1275" b="0">
                <a:solidFill>
                  <a:srgbClr val="142B3F"/>
                </a:solidFill>
                <a:latin typeface="Arial"/>
                <a:ea typeface="Arial"/>
                <a:cs typeface="Arial"/>
              </a:rPr>
              <a:t>Warp 0</a:t>
            </a:r>
          </a:p>
        </p:txBody>
      </p:sp>
      <p:sp>
        <p:nvSpPr>
          <p:cNvPr id="14" name="diagram-399">
            <a:extLst xmlns:a="http://schemas.openxmlformats.org/drawingml/2006/main">
              <a:ext uri="{FF2B5EF4-FFF2-40B4-BE49-F238E27FC236}">
                <a16:creationId xmlns:a16="http://schemas.microsoft.com/office/drawing/2014/main" id="{3E3E9FD1-1CEA-4C7D-86D6-6AAE7924EA1E}"/>
              </a:ext>
            </a:extLst>
          </p:cNvPr>
          <p:cNvSpPr>
            <a:spLocks xmlns:a="http://schemas.openxmlformats.org/drawingml/2006/main" noGrp="1"/>
          </p:cNvSpPr>
          <p:nvPr/>
        </p:nvSpPr>
        <p:spPr>
          <a:xfrm xmlns:a="http://schemas.openxmlformats.org/drawingml/2006/main">
            <a:off x="6076950" y="3238500"/>
            <a:ext cx="971550" cy="266700"/>
          </a:xfrm>
          <a:prstGeom xmlns:a="http://schemas.openxmlformats.org/drawingml/2006/main" prst="rect">
            <a:avLst/>
          </a:prstGeom>
          <a:solidFill xmlns:a="http://schemas.openxmlformats.org/drawingml/2006/main">
            <a:srgbClr val="FFFFFF"/>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275" b="0">
                <a:solidFill>
                  <a:srgbClr val="142B3F"/>
                </a:solidFill>
                <a:latin typeface="Arial"/>
                <a:ea typeface="Arial"/>
                <a:cs typeface="Arial"/>
              </a:defRPr>
            </a:pPr>
            <a:r>
              <a:rPr sz="1275" b="0">
                <a:solidFill>
                  <a:srgbClr val="142B3F"/>
                </a:solidFill>
                <a:latin typeface="Arial"/>
                <a:ea typeface="Arial"/>
                <a:cs typeface="Arial"/>
              </a:rPr>
              <a:t>Warp 1</a:t>
            </a:r>
          </a:p>
        </p:txBody>
      </p:sp>
      <p:sp>
        <p:nvSpPr>
          <p:cNvPr id="15" name="diagram-400">
            <a:extLst xmlns:a="http://schemas.openxmlformats.org/drawingml/2006/main">
              <a:ext uri="{FF2B5EF4-FFF2-40B4-BE49-F238E27FC236}">
                <a16:creationId xmlns:a16="http://schemas.microsoft.com/office/drawing/2014/main" id="{180133A5-E4C0-4351-8646-F0481FC1F11E}"/>
              </a:ext>
            </a:extLst>
          </p:cNvPr>
          <p:cNvSpPr>
            <a:spLocks xmlns:a="http://schemas.openxmlformats.org/drawingml/2006/main" noGrp="1"/>
          </p:cNvSpPr>
          <p:nvPr/>
        </p:nvSpPr>
        <p:spPr>
          <a:xfrm xmlns:a="http://schemas.openxmlformats.org/drawingml/2006/main">
            <a:off x="5019675" y="3562350"/>
            <a:ext cx="971550" cy="266700"/>
          </a:xfrm>
          <a:prstGeom xmlns:a="http://schemas.openxmlformats.org/drawingml/2006/main" prst="rect">
            <a:avLst/>
          </a:prstGeom>
          <a:solidFill xmlns:a="http://schemas.openxmlformats.org/drawingml/2006/main">
            <a:srgbClr val="FFFFFF"/>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275" b="0">
                <a:solidFill>
                  <a:srgbClr val="142B3F"/>
                </a:solidFill>
                <a:latin typeface="Arial"/>
                <a:ea typeface="Arial"/>
                <a:cs typeface="Arial"/>
              </a:defRPr>
            </a:pPr>
            <a:r>
              <a:rPr sz="1275" b="0">
                <a:solidFill>
                  <a:srgbClr val="142B3F"/>
                </a:solidFill>
                <a:latin typeface="Arial"/>
                <a:ea typeface="Arial"/>
                <a:cs typeface="Arial"/>
              </a:rPr>
              <a:t>Warp 2</a:t>
            </a:r>
          </a:p>
        </p:txBody>
      </p:sp>
      <p:sp>
        <p:nvSpPr>
          <p:cNvPr id="16" name="diagram-401">
            <a:extLst xmlns:a="http://schemas.openxmlformats.org/drawingml/2006/main">
              <a:ext uri="{FF2B5EF4-FFF2-40B4-BE49-F238E27FC236}">
                <a16:creationId xmlns:a16="http://schemas.microsoft.com/office/drawing/2014/main" id="{7DF2E6F4-3D34-4975-A1D2-92C62C885BFB}"/>
              </a:ext>
            </a:extLst>
          </p:cNvPr>
          <p:cNvSpPr>
            <a:spLocks xmlns:a="http://schemas.openxmlformats.org/drawingml/2006/main" noGrp="1"/>
          </p:cNvSpPr>
          <p:nvPr/>
        </p:nvSpPr>
        <p:spPr>
          <a:xfrm xmlns:a="http://schemas.openxmlformats.org/drawingml/2006/main">
            <a:off x="6076950" y="3562350"/>
            <a:ext cx="971550" cy="266700"/>
          </a:xfrm>
          <a:prstGeom xmlns:a="http://schemas.openxmlformats.org/drawingml/2006/main" prst="rect">
            <a:avLst/>
          </a:prstGeom>
          <a:solidFill xmlns:a="http://schemas.openxmlformats.org/drawingml/2006/main">
            <a:srgbClr val="FFFFFF"/>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275" b="0">
                <a:solidFill>
                  <a:srgbClr val="142B3F"/>
                </a:solidFill>
                <a:latin typeface="Arial"/>
                <a:ea typeface="Arial"/>
                <a:cs typeface="Arial"/>
              </a:defRPr>
            </a:pPr>
            <a:r>
              <a:rPr sz="1275" b="0">
                <a:solidFill>
                  <a:srgbClr val="142B3F"/>
                </a:solidFill>
                <a:latin typeface="Arial"/>
                <a:ea typeface="Arial"/>
                <a:cs typeface="Arial"/>
              </a:rPr>
              <a:t>Warp 3</a:t>
            </a:r>
          </a:p>
        </p:txBody>
      </p:sp>
      <p:sp>
        <p:nvSpPr>
          <p:cNvPr id="17" name="diagram-402">
            <a:extLst xmlns:a="http://schemas.openxmlformats.org/drawingml/2006/main">
              <a:ext uri="{FF2B5EF4-FFF2-40B4-BE49-F238E27FC236}">
                <a16:creationId xmlns:a16="http://schemas.microsoft.com/office/drawing/2014/main" id="{699817F3-3840-491D-827D-D09BABFBE89B}"/>
              </a:ext>
            </a:extLst>
          </p:cNvPr>
          <p:cNvSpPr>
            <a:spLocks xmlns:a="http://schemas.openxmlformats.org/drawingml/2006/main" noGrp="1"/>
          </p:cNvSpPr>
          <p:nvPr/>
        </p:nvSpPr>
        <p:spPr>
          <a:xfrm xmlns:a="http://schemas.openxmlformats.org/drawingml/2006/main">
            <a:off x="5019675" y="3886200"/>
            <a:ext cx="971550" cy="266700"/>
          </a:xfrm>
          <a:prstGeom xmlns:a="http://schemas.openxmlformats.org/drawingml/2006/main" prst="rect">
            <a:avLst/>
          </a:prstGeom>
          <a:solidFill xmlns:a="http://schemas.openxmlformats.org/drawingml/2006/main">
            <a:srgbClr val="FFFFFF"/>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275" b="0">
                <a:solidFill>
                  <a:srgbClr val="142B3F"/>
                </a:solidFill>
                <a:latin typeface="Arial"/>
                <a:ea typeface="Arial"/>
                <a:cs typeface="Arial"/>
              </a:defRPr>
            </a:pPr>
            <a:r>
              <a:rPr sz="1275" b="0">
                <a:solidFill>
                  <a:srgbClr val="142B3F"/>
                </a:solidFill>
                <a:latin typeface="Arial"/>
                <a:ea typeface="Arial"/>
                <a:cs typeface="Arial"/>
              </a:rPr>
              <a:t>Warp 4</a:t>
            </a:r>
          </a:p>
        </p:txBody>
      </p:sp>
      <p:sp>
        <p:nvSpPr>
          <p:cNvPr id="18" name="diagram-403">
            <a:extLst xmlns:a="http://schemas.openxmlformats.org/drawingml/2006/main">
              <a:ext uri="{FF2B5EF4-FFF2-40B4-BE49-F238E27FC236}">
                <a16:creationId xmlns:a16="http://schemas.microsoft.com/office/drawing/2014/main" id="{CD5283EE-B98E-4D10-9C3B-127197BEC538}"/>
              </a:ext>
            </a:extLst>
          </p:cNvPr>
          <p:cNvSpPr>
            <a:spLocks xmlns:a="http://schemas.openxmlformats.org/drawingml/2006/main" noGrp="1"/>
          </p:cNvSpPr>
          <p:nvPr/>
        </p:nvSpPr>
        <p:spPr>
          <a:xfrm xmlns:a="http://schemas.openxmlformats.org/drawingml/2006/main">
            <a:off x="6076950" y="3886200"/>
            <a:ext cx="971550" cy="266700"/>
          </a:xfrm>
          <a:prstGeom xmlns:a="http://schemas.openxmlformats.org/drawingml/2006/main" prst="rect">
            <a:avLst/>
          </a:prstGeom>
          <a:solidFill xmlns:a="http://schemas.openxmlformats.org/drawingml/2006/main">
            <a:srgbClr val="FFFFFF"/>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275" b="0">
                <a:solidFill>
                  <a:srgbClr val="142B3F"/>
                </a:solidFill>
                <a:latin typeface="Arial"/>
                <a:ea typeface="Arial"/>
                <a:cs typeface="Arial"/>
              </a:defRPr>
            </a:pPr>
            <a:r>
              <a:rPr sz="1275" b="0">
                <a:solidFill>
                  <a:srgbClr val="142B3F"/>
                </a:solidFill>
                <a:latin typeface="Arial"/>
                <a:ea typeface="Arial"/>
                <a:cs typeface="Arial"/>
              </a:rPr>
              <a:t>Warp 5</a:t>
            </a:r>
          </a:p>
        </p:txBody>
      </p:sp>
      <p:sp>
        <p:nvSpPr>
          <p:cNvPr id="19" name="diagram-404">
            <a:extLst xmlns:a="http://schemas.openxmlformats.org/drawingml/2006/main">
              <a:ext uri="{FF2B5EF4-FFF2-40B4-BE49-F238E27FC236}">
                <a16:creationId xmlns:a16="http://schemas.microsoft.com/office/drawing/2014/main" id="{522E9A4F-3287-4CB9-B5F3-444DEA378240}"/>
              </a:ext>
            </a:extLst>
          </p:cNvPr>
          <p:cNvSpPr>
            <a:spLocks xmlns:a="http://schemas.openxmlformats.org/drawingml/2006/main" noGrp="1"/>
          </p:cNvSpPr>
          <p:nvPr/>
        </p:nvSpPr>
        <p:spPr>
          <a:xfrm xmlns:a="http://schemas.openxmlformats.org/drawingml/2006/main">
            <a:off x="5019675" y="4210050"/>
            <a:ext cx="971550" cy="266700"/>
          </a:xfrm>
          <a:prstGeom xmlns:a="http://schemas.openxmlformats.org/drawingml/2006/main" prst="rect">
            <a:avLst/>
          </a:prstGeom>
          <a:solidFill xmlns:a="http://schemas.openxmlformats.org/drawingml/2006/main">
            <a:srgbClr val="FFFFFF"/>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275" b="0">
                <a:solidFill>
                  <a:srgbClr val="142B3F"/>
                </a:solidFill>
                <a:latin typeface="Arial"/>
                <a:ea typeface="Arial"/>
                <a:cs typeface="Arial"/>
              </a:defRPr>
            </a:pPr>
            <a:r>
              <a:rPr sz="1275" b="0">
                <a:solidFill>
                  <a:srgbClr val="142B3F"/>
                </a:solidFill>
                <a:latin typeface="Arial"/>
                <a:ea typeface="Arial"/>
                <a:cs typeface="Arial"/>
              </a:rPr>
              <a:t>Warp 6</a:t>
            </a:r>
          </a:p>
        </p:txBody>
      </p:sp>
      <p:sp>
        <p:nvSpPr>
          <p:cNvPr id="20" name="diagram-405">
            <a:extLst xmlns:a="http://schemas.openxmlformats.org/drawingml/2006/main">
              <a:ext uri="{FF2B5EF4-FFF2-40B4-BE49-F238E27FC236}">
                <a16:creationId xmlns:a16="http://schemas.microsoft.com/office/drawing/2014/main" id="{9B5598DD-7D08-4A21-B261-1F0971118E65}"/>
              </a:ext>
            </a:extLst>
          </p:cNvPr>
          <p:cNvSpPr>
            <a:spLocks xmlns:a="http://schemas.openxmlformats.org/drawingml/2006/main" noGrp="1"/>
          </p:cNvSpPr>
          <p:nvPr/>
        </p:nvSpPr>
        <p:spPr>
          <a:xfrm xmlns:a="http://schemas.openxmlformats.org/drawingml/2006/main">
            <a:off x="6076950" y="4210050"/>
            <a:ext cx="971550" cy="266700"/>
          </a:xfrm>
          <a:prstGeom xmlns:a="http://schemas.openxmlformats.org/drawingml/2006/main" prst="rect">
            <a:avLst/>
          </a:prstGeom>
          <a:solidFill xmlns:a="http://schemas.openxmlformats.org/drawingml/2006/main">
            <a:srgbClr val="FFFFFF"/>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275" b="0">
                <a:solidFill>
                  <a:srgbClr val="142B3F"/>
                </a:solidFill>
                <a:latin typeface="Arial"/>
                <a:ea typeface="Arial"/>
                <a:cs typeface="Arial"/>
              </a:defRPr>
            </a:pPr>
            <a:r>
              <a:rPr sz="1275" b="0">
                <a:solidFill>
                  <a:srgbClr val="142B3F"/>
                </a:solidFill>
                <a:latin typeface="Arial"/>
                <a:ea typeface="Arial"/>
                <a:cs typeface="Arial"/>
              </a:rPr>
              <a:t>Warp 7</a:t>
            </a:r>
          </a:p>
        </p:txBody>
      </p:sp>
      <p:sp>
        <p:nvSpPr>
          <p:cNvPr id="21" name="text-406">
            <a:extLst xmlns:a="http://schemas.openxmlformats.org/drawingml/2006/main">
              <a:ext uri="{FF2B5EF4-FFF2-40B4-BE49-F238E27FC236}">
                <a16:creationId xmlns:a16="http://schemas.microsoft.com/office/drawing/2014/main" id="{7AFDC0B8-63F5-44EF-B4AC-B6AE726D496A}"/>
              </a:ext>
            </a:extLst>
          </p:cNvPr>
          <p:cNvSpPr>
            <a:spLocks xmlns:a="http://schemas.openxmlformats.org/drawingml/2006/main" noGrp="1"/>
          </p:cNvSpPr>
          <p:nvPr/>
        </p:nvSpPr>
        <p:spPr>
          <a:xfrm xmlns:a="http://schemas.openxmlformats.org/drawingml/2006/main">
            <a:off x="4933950" y="4600575"/>
            <a:ext cx="23050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575" b="0">
                <a:solidFill>
                  <a:srgbClr val="142B3F"/>
                </a:solidFill>
                <a:latin typeface="Arial"/>
                <a:ea typeface="Arial"/>
                <a:cs typeface="Arial"/>
              </a:defRPr>
            </a:pPr>
            <a:r>
              <a:rPr sz="1575" b="0">
                <a:solidFill>
                  <a:srgbClr val="142B3F"/>
                </a:solidFill>
                <a:latin typeface="Arial"/>
                <a:ea typeface="Arial"/>
                <a:cs typeface="Arial"/>
              </a:rPr>
              <a:t>8 warps × 32 threads</a:t>
            </a:r>
          </a:p>
          <a:p xmlns:a="http://schemas.openxmlformats.org/drawingml/2006/main">
            <a:pPr algn="ctr">
              <a:defRPr sz="1575" b="0">
                <a:solidFill>
                  <a:srgbClr val="142B3F"/>
                </a:solidFill>
                <a:latin typeface="Arial"/>
                <a:ea typeface="Arial"/>
                <a:cs typeface="Arial"/>
              </a:defRPr>
            </a:pPr>
            <a:r>
              <a:rPr sz="1575" b="0">
                <a:solidFill>
                  <a:srgbClr val="142B3F"/>
                </a:solidFill>
                <a:latin typeface="Arial"/>
                <a:ea typeface="Arial"/>
                <a:cs typeface="Arial"/>
              </a:rPr>
              <a:t>= 256 threads</a:t>
            </a:r>
          </a:p>
        </p:txBody>
      </p:sp>
      <p:sp>
        <p:nvSpPr>
          <p:cNvPr id="22" name="diagram-407">
            <a:extLst xmlns:a="http://schemas.openxmlformats.org/drawingml/2006/main">
              <a:ext uri="{FF2B5EF4-FFF2-40B4-BE49-F238E27FC236}">
                <a16:creationId xmlns:a16="http://schemas.microsoft.com/office/drawing/2014/main" id="{E3E75706-E3D6-454A-949A-745FC21C3185}"/>
              </a:ext>
            </a:extLst>
          </p:cNvPr>
          <p:cNvSpPr>
            <a:spLocks xmlns:a="http://schemas.openxmlformats.org/drawingml/2006/main" noGrp="1"/>
          </p:cNvSpPr>
          <p:nvPr/>
        </p:nvSpPr>
        <p:spPr>
          <a:xfrm xmlns:a="http://schemas.openxmlformats.org/drawingml/2006/main">
            <a:off x="8010525" y="2819400"/>
            <a:ext cx="2924175" cy="809625"/>
          </a:xfrm>
          <a:prstGeom xmlns:a="http://schemas.openxmlformats.org/drawingml/2006/main" prst="rect">
            <a:avLst/>
          </a:prstGeom>
          <a:solidFill xmlns:a="http://schemas.openxmlformats.org/drawingml/2006/main">
            <a:srgbClr val="D5ECE7"/>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800" b="0">
                <a:solidFill>
                  <a:srgbClr val="142B3F"/>
                </a:solidFill>
                <a:latin typeface="Arial"/>
                <a:ea typeface="Arial"/>
                <a:cs typeface="Arial"/>
              </a:defRPr>
            </a:pPr>
            <a:r>
              <a:rPr sz="1800" b="0">
                <a:solidFill>
                  <a:srgbClr val="142B3F"/>
                </a:solidFill>
                <a:latin typeface="Arial"/>
                <a:ea typeface="Arial"/>
                <a:cs typeface="Arial"/>
              </a:rPr>
              <a:t>Warp scheduler</a:t>
            </a:r>
          </a:p>
          <a:p xmlns:a="http://schemas.openxmlformats.org/drawingml/2006/main">
            <a:pPr algn="ctr">
              <a:defRPr sz="1800" b="0">
                <a:solidFill>
                  <a:srgbClr val="142B3F"/>
                </a:solidFill>
                <a:latin typeface="Arial"/>
                <a:ea typeface="Arial"/>
                <a:cs typeface="Arial"/>
              </a:defRPr>
            </a:pPr>
            <a:r>
              <a:rPr sz="1800" b="0">
                <a:solidFill>
                  <a:srgbClr val="142B3F"/>
                </a:solidFill>
                <a:latin typeface="Arial"/>
                <a:ea typeface="Arial"/>
                <a:cs typeface="Arial"/>
              </a:rPr>
              <a:t>Selects ready instructions</a:t>
            </a:r>
          </a:p>
        </p:txBody>
      </p:sp>
      <p:sp>
        <p:nvSpPr>
          <p:cNvPr id="23" name="diagram-408">
            <a:extLst xmlns:a="http://schemas.openxmlformats.org/drawingml/2006/main">
              <a:ext uri="{FF2B5EF4-FFF2-40B4-BE49-F238E27FC236}">
                <a16:creationId xmlns:a16="http://schemas.microsoft.com/office/drawing/2014/main" id="{345AAF73-307A-4CA7-8124-92828DCF8D21}"/>
              </a:ext>
            </a:extLst>
          </p:cNvPr>
          <p:cNvSpPr>
            <a:spLocks xmlns:a="http://schemas.openxmlformats.org/drawingml/2006/main" noGrp="1"/>
          </p:cNvSpPr>
          <p:nvPr/>
        </p:nvSpPr>
        <p:spPr>
          <a:xfrm xmlns:a="http://schemas.openxmlformats.org/drawingml/2006/main">
            <a:off x="8010525" y="4238625"/>
            <a:ext cx="2924175" cy="809625"/>
          </a:xfrm>
          <a:prstGeom xmlns:a="http://schemas.openxmlformats.org/drawingml/2006/main" prst="rect">
            <a:avLst/>
          </a:prstGeom>
          <a:solidFill xmlns:a="http://schemas.openxmlformats.org/drawingml/2006/main">
            <a:srgbClr val="DCE9ED"/>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800" b="0">
                <a:solidFill>
                  <a:srgbClr val="142B3F"/>
                </a:solidFill>
                <a:latin typeface="Arial"/>
                <a:ea typeface="Arial"/>
                <a:cs typeface="Arial"/>
              </a:defRPr>
            </a:pPr>
            <a:r>
              <a:rPr sz="1800" b="0">
                <a:solidFill>
                  <a:srgbClr val="142B3F"/>
                </a:solidFill>
                <a:latin typeface="Arial"/>
                <a:ea typeface="Arial"/>
                <a:cs typeface="Arial"/>
              </a:rPr>
              <a:t>Execution units</a:t>
            </a:r>
          </a:p>
          <a:p xmlns:a="http://schemas.openxmlformats.org/drawingml/2006/main">
            <a:pPr algn="ctr">
              <a:defRPr sz="1800" b="0">
                <a:solidFill>
                  <a:srgbClr val="142B3F"/>
                </a:solidFill>
                <a:latin typeface="Arial"/>
                <a:ea typeface="Arial"/>
                <a:cs typeface="Arial"/>
              </a:defRPr>
            </a:pPr>
            <a:r>
              <a:rPr sz="1800" b="0">
                <a:solidFill>
                  <a:srgbClr val="142B3F"/>
                </a:solidFill>
                <a:latin typeface="Arial"/>
                <a:ea typeface="Arial"/>
                <a:cs typeface="Arial"/>
              </a:rPr>
              <a:t>Including CUDA cores</a:t>
            </a:r>
          </a:p>
        </p:txBody>
      </p:sp>
      <p:cxnSp>
        <p:nvCxnSpPr>
          <p:cNvPr id="52" name=""/>
          <p:cNvCxnSpPr>
            <a:stCxn xmlns:a="http://schemas.openxmlformats.org/drawingml/2006/main" id="5" idx="3"/>
            <a:endCxn xmlns:a="http://schemas.openxmlformats.org/drawingml/2006/main" id="11" idx="1"/>
          </p:cNvCxnSpPr>
          <p:nvPr/>
        </p:nvCxnSpPr>
        <p:spPr>
          <a:xfrm xmlns:a="http://schemas.openxmlformats.org/drawingml/2006/main">
            <a:off x="2762250" y="2705100"/>
            <a:ext cx="2028825" cy="1162050"/>
          </a:xfrm>
          <a:prstGeom xmlns:a="http://schemas.openxmlformats.org/drawingml/2006/main" prst="straightConnector1">
            <a:avLst/>
          </a:prstGeom>
          <a:ln xmlns:a="http://schemas.openxmlformats.org/drawingml/2006/main" w="22860">
            <a:solidFill>
              <a:srgbClr val="087E8B"/>
            </a:solidFill>
            <a:tailEnd type="triangle" w="med" len="med"/>
          </a:ln>
        </p:spPr>
      </p:cxnSp>
      <p:cxnSp>
        <p:nvCxnSpPr>
          <p:cNvPr id="53" name=""/>
          <p:cNvCxnSpPr>
            <a:stCxn xmlns:a="http://schemas.openxmlformats.org/drawingml/2006/main" id="11" idx="3"/>
            <a:endCxn xmlns:a="http://schemas.openxmlformats.org/drawingml/2006/main" id="22" idx="1"/>
          </p:cNvCxnSpPr>
          <p:nvPr/>
        </p:nvCxnSpPr>
        <p:spPr>
          <a:xfrm xmlns:a="http://schemas.openxmlformats.org/drawingml/2006/main" flipV="1">
            <a:off x="7381875" y="3224213"/>
            <a:ext cx="628650" cy="642938"/>
          </a:xfrm>
          <a:prstGeom xmlns:a="http://schemas.openxmlformats.org/drawingml/2006/main" prst="straightConnector1">
            <a:avLst/>
          </a:prstGeom>
          <a:ln xmlns:a="http://schemas.openxmlformats.org/drawingml/2006/main" w="22860">
            <a:solidFill>
              <a:srgbClr val="087E8B"/>
            </a:solidFill>
            <a:tailEnd type="triangle" w="med" len="med"/>
          </a:ln>
        </p:spPr>
      </p:cxnSp>
      <p:cxnSp>
        <p:nvCxnSpPr>
          <p:cNvPr id="54" name=""/>
          <p:cNvCxnSpPr>
            <a:stCxn xmlns:a="http://schemas.openxmlformats.org/drawingml/2006/main" id="22" idx="2"/>
            <a:endCxn xmlns:a="http://schemas.openxmlformats.org/drawingml/2006/main" id="23" idx="0"/>
          </p:cNvCxnSpPr>
          <p:nvPr/>
        </p:nvCxnSpPr>
        <p:spPr>
          <a:xfrm xmlns:a="http://schemas.openxmlformats.org/drawingml/2006/main">
            <a:off x="9472613" y="3629025"/>
            <a:ext cx="0" cy="609600"/>
          </a:xfrm>
          <a:prstGeom xmlns:a="http://schemas.openxmlformats.org/drawingml/2006/main" prst="straightConnector1">
            <a:avLst/>
          </a:prstGeom>
          <a:ln xmlns:a="http://schemas.openxmlformats.org/drawingml/2006/main" w="22860">
            <a:solidFill>
              <a:srgbClr val="087E8B"/>
            </a:solidFill>
            <a:tailEnd type="triangle" w="med" len="med"/>
          </a:ln>
        </p:spPr>
      </p:cxnSp>
      <p:sp>
        <p:nvSpPr>
          <p:cNvPr id="27" name="text-409">
            <a:extLst xmlns:a="http://schemas.openxmlformats.org/drawingml/2006/main">
              <a:ext uri="{FF2B5EF4-FFF2-40B4-BE49-F238E27FC236}">
                <a16:creationId xmlns:a16="http://schemas.microsoft.com/office/drawing/2014/main" id="{6DB42C01-AB39-453A-9F1E-CFB83EEBA114}"/>
              </a:ext>
            </a:extLst>
          </p:cNvPr>
          <p:cNvSpPr>
            <a:spLocks xmlns:a="http://schemas.openxmlformats.org/drawingml/2006/main" noGrp="1"/>
          </p:cNvSpPr>
          <p:nvPr/>
        </p:nvSpPr>
        <p:spPr>
          <a:xfrm xmlns:a="http://schemas.openxmlformats.org/drawingml/2006/main">
            <a:off x="571500" y="5410200"/>
            <a:ext cx="3619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42B3F"/>
                </a:solidFill>
                <a:latin typeface="Arial"/>
                <a:ea typeface="Arial"/>
                <a:cs typeface="Arial"/>
              </a:defRPr>
            </a:pPr>
            <a:r>
              <a:rPr sz="2025" b="0">
                <a:solidFill>
                  <a:srgbClr val="142B3F"/>
                </a:solidFill>
                <a:latin typeface="Arial"/>
                <a:ea typeface="Arial"/>
                <a:cs typeface="Arial"/>
              </a:rPr>
              <a:t>Blocks enter as resources</a:t>
            </a:r>
          </a:p>
          <a:p xmlns:a="http://schemas.openxmlformats.org/drawingml/2006/main">
            <a:pPr algn="l">
              <a:defRPr sz="2025" b="0">
                <a:solidFill>
                  <a:srgbClr val="142B3F"/>
                </a:solidFill>
                <a:latin typeface="Arial"/>
                <a:ea typeface="Arial"/>
                <a:cs typeface="Arial"/>
              </a:defRPr>
            </a:pPr>
            <a:r>
              <a:rPr sz="2025" b="0">
                <a:solidFill>
                  <a:srgbClr val="142B3F"/>
                </a:solidFill>
                <a:latin typeface="Arial"/>
                <a:ea typeface="Arial"/>
                <a:cs typeface="Arial"/>
              </a:rPr>
              <a:t>become available</a:t>
            </a:r>
          </a:p>
        </p:txBody>
      </p:sp>
      <p:sp>
        <p:nvSpPr>
          <p:cNvPr id="28" name="text-410">
            <a:extLst xmlns:a="http://schemas.openxmlformats.org/drawingml/2006/main">
              <a:ext uri="{FF2B5EF4-FFF2-40B4-BE49-F238E27FC236}">
                <a16:creationId xmlns:a16="http://schemas.microsoft.com/office/drawing/2014/main" id="{7C4EDC11-B248-47BA-AF05-9BE3948951F9}"/>
              </a:ext>
            </a:extLst>
          </p:cNvPr>
          <p:cNvSpPr>
            <a:spLocks xmlns:a="http://schemas.openxmlformats.org/drawingml/2006/main" noGrp="1"/>
          </p:cNvSpPr>
          <p:nvPr/>
        </p:nvSpPr>
        <p:spPr>
          <a:xfrm xmlns:a="http://schemas.openxmlformats.org/drawingml/2006/main">
            <a:off x="4476750" y="5762625"/>
            <a:ext cx="685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087E8B"/>
                </a:solidFill>
                <a:latin typeface="Arial"/>
                <a:ea typeface="Arial"/>
                <a:cs typeface="Arial"/>
              </a:defRPr>
            </a:pPr>
            <a:r>
              <a:rPr sz="1875" b="0">
                <a:solidFill>
                  <a:srgbClr val="087E8B"/>
                </a:solidFill>
                <a:latin typeface="Arial"/>
                <a:ea typeface="Arial"/>
                <a:cs typeface="Arial"/>
              </a:rPr>
              <a:t>Many SMs execute work concurrently. Core reuse continues over time.</a:t>
            </a:r>
          </a:p>
        </p:txBody>
      </p:sp>
    </p:spTree>
    <p:extLst>
      <p:ext uri="{BB962C8B-B14F-4D97-AF65-F5344CB8AC3E}">
        <p14:creationId xmlns:p14="http://schemas.microsoft.com/office/powerpoint/2010/main" val="609411166"/>
      </p:ext>
    </p:extLst>
  </p:cSld>
</p:sld>
</file>

<file path=ppt/slides/slide5.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18" name="text-411">
            <a:extLst xmlns:a="http://schemas.openxmlformats.org/drawingml/2006/main">
              <a:ext uri="{FF2B5EF4-FFF2-40B4-BE49-F238E27FC236}">
                <a16:creationId xmlns:a16="http://schemas.microsoft.com/office/drawing/2014/main" id="{F0EC0882-CE53-43E9-A118-CDC8BD8C0BBC}"/>
              </a:ext>
            </a:extLst>
          </p:cNvPr>
          <p:cNvSpPr>
            <a:spLocks xmlns:a="http://schemas.openxmlformats.org/drawingml/2006/main" noGrp="1"/>
          </p:cNvSpPr>
          <p:nvPr/>
        </p:nvSpPr>
        <p:spPr>
          <a:xfrm xmlns:a="http://schemas.openxmlformats.org/drawingml/2006/main">
            <a:off x="571500" y="4572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B3F"/>
                </a:solidFill>
                <a:latin typeface="Arial"/>
                <a:ea typeface="Arial"/>
                <a:cs typeface="Arial"/>
              </a:defRPr>
            </a:pPr>
            <a:r>
              <a:rPr sz="3300" b="1">
                <a:solidFill>
                  <a:srgbClr val="142B3F"/>
                </a:solidFill>
                <a:latin typeface="Arial"/>
                <a:ea typeface="Arial"/>
                <a:cs typeface="Arial"/>
              </a:rPr>
              <a:t>Image size and transfer overhead</a:t>
            </a:r>
          </a:p>
        </p:txBody>
      </p:sp>
      <p:sp>
        <p:nvSpPr>
          <p:cNvPr id="2" name="text-412">
            <a:extLst xmlns:a="http://schemas.openxmlformats.org/drawingml/2006/main">
              <a:ext uri="{FF2B5EF4-FFF2-40B4-BE49-F238E27FC236}">
                <a16:creationId xmlns:a16="http://schemas.microsoft.com/office/drawing/2014/main" id="{797A6D82-AC37-442B-B8BD-1086D3560EFE}"/>
              </a:ext>
            </a:extLst>
          </p:cNvPr>
          <p:cNvSpPr>
            <a:spLocks xmlns:a="http://schemas.openxmlformats.org/drawingml/2006/main" noGrp="1"/>
          </p:cNvSpPr>
          <p:nvPr/>
        </p:nvSpPr>
        <p:spPr>
          <a:xfrm xmlns:a="http://schemas.openxmlformats.org/drawingml/2006/main">
            <a:off x="571500" y="6400800"/>
            <a:ext cx="1038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496274"/>
                </a:solidFill>
                <a:latin typeface="Arial"/>
                <a:ea typeface="Arial"/>
                <a:cs typeface="Arial"/>
              </a:defRPr>
            </a:pPr>
            <a:r>
              <a:rPr sz="1200" b="0">
                <a:solidFill>
                  <a:srgbClr val="496274"/>
                </a:solidFill>
                <a:latin typeface="Arial"/>
                <a:ea typeface="Arial"/>
                <a:cs typeface="Arial"/>
              </a:rPr>
              <a:t>Sources: [1] [3] [7]. Full references in appendix and companion PDF.</a:t>
            </a:r>
          </a:p>
        </p:txBody>
      </p:sp>
      <p:sp>
        <p:nvSpPr>
          <p:cNvPr id="3" name="text-413">
            <a:extLst xmlns:a="http://schemas.openxmlformats.org/drawingml/2006/main">
              <a:ext uri="{FF2B5EF4-FFF2-40B4-BE49-F238E27FC236}">
                <a16:creationId xmlns:a16="http://schemas.microsoft.com/office/drawing/2014/main" id="{6BBD384F-6190-47CD-AFD6-CB7AABE1D351}"/>
              </a:ext>
            </a:extLst>
          </p:cNvPr>
          <p:cNvSpPr>
            <a:spLocks xmlns:a="http://schemas.openxmlformats.org/drawingml/2006/main" noGrp="1"/>
          </p:cNvSpPr>
          <p:nvPr/>
        </p:nvSpPr>
        <p:spPr>
          <a:xfrm xmlns:a="http://schemas.openxmlformats.org/drawingml/2006/main">
            <a:off x="11144250" y="64008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496274"/>
                </a:solidFill>
                <a:latin typeface="Arial"/>
                <a:ea typeface="Arial"/>
                <a:cs typeface="Arial"/>
              </a:defRPr>
            </a:pPr>
            <a:r>
              <a:rPr sz="1200" b="0">
                <a:solidFill>
                  <a:srgbClr val="496274"/>
                </a:solidFill>
                <a:latin typeface="Arial"/>
                <a:ea typeface="Arial"/>
                <a:cs typeface="Arial"/>
              </a:rPr>
              <a:t>5</a:t>
            </a:r>
          </a:p>
        </p:txBody>
      </p:sp>
      <p:sp>
        <p:nvSpPr>
          <p:cNvPr id="4" name="text-414">
            <a:extLst xmlns:a="http://schemas.openxmlformats.org/drawingml/2006/main">
              <a:ext uri="{FF2B5EF4-FFF2-40B4-BE49-F238E27FC236}">
                <a16:creationId xmlns:a16="http://schemas.microsoft.com/office/drawing/2014/main" id="{DD6EC604-6C45-4836-B70F-514AC0D7C027}"/>
              </a:ext>
            </a:extLst>
          </p:cNvPr>
          <p:cNvSpPr>
            <a:spLocks xmlns:a="http://schemas.openxmlformats.org/drawingml/2006/main" noGrp="1"/>
          </p:cNvSpPr>
          <p:nvPr/>
        </p:nvSpPr>
        <p:spPr>
          <a:xfrm xmlns:a="http://schemas.openxmlformats.org/drawingml/2006/main">
            <a:off x="571500" y="16097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42B3F"/>
                </a:solidFill>
                <a:latin typeface="Arial"/>
                <a:ea typeface="Arial"/>
                <a:cs typeface="Arial"/>
              </a:defRPr>
            </a:pPr>
            <a:r>
              <a:rPr sz="2700" b="1">
                <a:solidFill>
                  <a:srgbClr val="142B3F"/>
                </a:solidFill>
                <a:latin typeface="Arial"/>
                <a:ea typeface="Arial"/>
                <a:cs typeface="Arial"/>
              </a:rPr>
              <a:t>GPU total = setup + H2D + kernel + D2H</a:t>
            </a:r>
          </a:p>
        </p:txBody>
      </p:sp>
      <p:sp>
        <p:nvSpPr>
          <p:cNvPr id="5" name="diagram-415">
            <a:extLst xmlns:a="http://schemas.openxmlformats.org/drawingml/2006/main">
              <a:ext uri="{FF2B5EF4-FFF2-40B4-BE49-F238E27FC236}">
                <a16:creationId xmlns:a16="http://schemas.microsoft.com/office/drawing/2014/main" id="{894AEFCF-E1EA-4A49-AA97-66CDA49ED25A}"/>
              </a:ext>
            </a:extLst>
          </p:cNvPr>
          <p:cNvSpPr>
            <a:spLocks xmlns:a="http://schemas.openxmlformats.org/drawingml/2006/main" noGrp="1"/>
          </p:cNvSpPr>
          <p:nvPr/>
        </p:nvSpPr>
        <p:spPr>
          <a:xfrm xmlns:a="http://schemas.openxmlformats.org/drawingml/2006/main">
            <a:off x="571500" y="2533650"/>
            <a:ext cx="2533650" cy="695325"/>
          </a:xfrm>
          <a:prstGeom xmlns:a="http://schemas.openxmlformats.org/drawingml/2006/main" prst="rect">
            <a:avLst/>
          </a:prstGeom>
          <a:solidFill xmlns:a="http://schemas.openxmlformats.org/drawingml/2006/main">
            <a:srgbClr val="DCE9ED"/>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875" b="0">
                <a:solidFill>
                  <a:srgbClr val="142B3F"/>
                </a:solidFill>
                <a:latin typeface="Arial"/>
                <a:ea typeface="Arial"/>
                <a:cs typeface="Arial"/>
              </a:defRPr>
            </a:pPr>
            <a:r>
              <a:rPr sz="1875" b="0">
                <a:solidFill>
                  <a:srgbClr val="142B3F"/>
                </a:solidFill>
                <a:latin typeface="Arial"/>
                <a:ea typeface="Arial"/>
                <a:cs typeface="Arial"/>
              </a:rPr>
              <a:t>Setup / launch</a:t>
            </a:r>
          </a:p>
        </p:txBody>
      </p:sp>
      <p:sp>
        <p:nvSpPr>
          <p:cNvPr id="6" name="flow-416">
            <a:extLst xmlns:a="http://schemas.openxmlformats.org/drawingml/2006/main">
              <a:ext uri="{FF2B5EF4-FFF2-40B4-BE49-F238E27FC236}">
                <a16:creationId xmlns:a16="http://schemas.microsoft.com/office/drawing/2014/main" id="{8E580EA4-F87D-49B3-95BC-EBCE5E002D51}"/>
              </a:ext>
            </a:extLst>
          </p:cNvPr>
          <p:cNvSpPr>
            <a:spLocks xmlns:a="http://schemas.openxmlformats.org/drawingml/2006/main" noGrp="1"/>
          </p:cNvSpPr>
          <p:nvPr/>
        </p:nvSpPr>
        <p:spPr>
          <a:xfrm xmlns:a="http://schemas.openxmlformats.org/drawingml/2006/main">
            <a:off x="3143250" y="2771775"/>
            <a:ext cx="200025" cy="209550"/>
          </a:xfrm>
          <a:prstGeom xmlns:a="http://schemas.openxmlformats.org/drawingml/2006/main" prst="rightArrow">
            <a:avLst/>
          </a:prstGeom>
          <a:solidFill xmlns:a="http://schemas.openxmlformats.org/drawingml/2006/main">
            <a:srgbClr val="087E8B"/>
          </a:solidFill>
          <a:ln xmlns:a="http://schemas.openxmlformats.org/drawingml/2006/main" w="0">
            <a:noFill/>
          </a:ln>
        </p:spPr>
      </p:sp>
      <p:sp>
        <p:nvSpPr>
          <p:cNvPr id="7" name="diagram-417">
            <a:extLst xmlns:a="http://schemas.openxmlformats.org/drawingml/2006/main">
              <a:ext uri="{FF2B5EF4-FFF2-40B4-BE49-F238E27FC236}">
                <a16:creationId xmlns:a16="http://schemas.microsoft.com/office/drawing/2014/main" id="{5C2A43C9-3AC5-4938-87CC-D01FE7E4E1CD}"/>
              </a:ext>
            </a:extLst>
          </p:cNvPr>
          <p:cNvSpPr>
            <a:spLocks xmlns:a="http://schemas.openxmlformats.org/drawingml/2006/main" noGrp="1"/>
          </p:cNvSpPr>
          <p:nvPr/>
        </p:nvSpPr>
        <p:spPr>
          <a:xfrm xmlns:a="http://schemas.openxmlformats.org/drawingml/2006/main">
            <a:off x="3371850" y="2533650"/>
            <a:ext cx="2533650" cy="695325"/>
          </a:xfrm>
          <a:prstGeom xmlns:a="http://schemas.openxmlformats.org/drawingml/2006/main" prst="rect">
            <a:avLst/>
          </a:prstGeom>
          <a:solidFill xmlns:a="http://schemas.openxmlformats.org/drawingml/2006/main">
            <a:srgbClr val="DCE9ED"/>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875" b="0">
                <a:solidFill>
                  <a:srgbClr val="142B3F"/>
                </a:solidFill>
                <a:latin typeface="Arial"/>
                <a:ea typeface="Arial"/>
                <a:cs typeface="Arial"/>
              </a:defRPr>
            </a:pPr>
            <a:r>
              <a:rPr sz="1875" b="0">
                <a:solidFill>
                  <a:srgbClr val="142B3F"/>
                </a:solidFill>
                <a:latin typeface="Arial"/>
                <a:ea typeface="Arial"/>
                <a:cs typeface="Arial"/>
              </a:rPr>
              <a:t>Input copy</a:t>
            </a:r>
          </a:p>
        </p:txBody>
      </p:sp>
      <p:sp>
        <p:nvSpPr>
          <p:cNvPr id="8" name="flow-418">
            <a:extLst xmlns:a="http://schemas.openxmlformats.org/drawingml/2006/main">
              <a:ext uri="{FF2B5EF4-FFF2-40B4-BE49-F238E27FC236}">
                <a16:creationId xmlns:a16="http://schemas.microsoft.com/office/drawing/2014/main" id="{9E587CC2-2AB8-41DB-B6FD-5D492B870E36}"/>
              </a:ext>
            </a:extLst>
          </p:cNvPr>
          <p:cNvSpPr>
            <a:spLocks xmlns:a="http://schemas.openxmlformats.org/drawingml/2006/main" noGrp="1"/>
          </p:cNvSpPr>
          <p:nvPr/>
        </p:nvSpPr>
        <p:spPr>
          <a:xfrm xmlns:a="http://schemas.openxmlformats.org/drawingml/2006/main">
            <a:off x="5943600" y="2771775"/>
            <a:ext cx="200025" cy="209550"/>
          </a:xfrm>
          <a:prstGeom xmlns:a="http://schemas.openxmlformats.org/drawingml/2006/main" prst="rightArrow">
            <a:avLst/>
          </a:prstGeom>
          <a:solidFill xmlns:a="http://schemas.openxmlformats.org/drawingml/2006/main">
            <a:srgbClr val="087E8B"/>
          </a:solidFill>
          <a:ln xmlns:a="http://schemas.openxmlformats.org/drawingml/2006/main" w="0">
            <a:noFill/>
          </a:ln>
        </p:spPr>
      </p:sp>
      <p:sp>
        <p:nvSpPr>
          <p:cNvPr id="9" name="diagram-419">
            <a:extLst xmlns:a="http://schemas.openxmlformats.org/drawingml/2006/main">
              <a:ext uri="{FF2B5EF4-FFF2-40B4-BE49-F238E27FC236}">
                <a16:creationId xmlns:a16="http://schemas.microsoft.com/office/drawing/2014/main" id="{4523488A-2D85-47B2-95B7-915369D973D3}"/>
              </a:ext>
            </a:extLst>
          </p:cNvPr>
          <p:cNvSpPr>
            <a:spLocks xmlns:a="http://schemas.openxmlformats.org/drawingml/2006/main" noGrp="1"/>
          </p:cNvSpPr>
          <p:nvPr/>
        </p:nvSpPr>
        <p:spPr>
          <a:xfrm xmlns:a="http://schemas.openxmlformats.org/drawingml/2006/main">
            <a:off x="6172200" y="2533650"/>
            <a:ext cx="2533650" cy="695325"/>
          </a:xfrm>
          <a:prstGeom xmlns:a="http://schemas.openxmlformats.org/drawingml/2006/main" prst="rect">
            <a:avLst/>
          </a:prstGeom>
          <a:solidFill xmlns:a="http://schemas.openxmlformats.org/drawingml/2006/main">
            <a:srgbClr val="D5ECE7"/>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875" b="0">
                <a:solidFill>
                  <a:srgbClr val="142B3F"/>
                </a:solidFill>
                <a:latin typeface="Arial"/>
                <a:ea typeface="Arial"/>
                <a:cs typeface="Arial"/>
              </a:defRPr>
            </a:pPr>
            <a:r>
              <a:rPr sz="1875" b="0">
                <a:solidFill>
                  <a:srgbClr val="142B3F"/>
                </a:solidFill>
                <a:latin typeface="Arial"/>
                <a:ea typeface="Arial"/>
                <a:cs typeface="Arial"/>
              </a:rPr>
              <a:t>Rotation kernel</a:t>
            </a:r>
          </a:p>
        </p:txBody>
      </p:sp>
      <p:sp>
        <p:nvSpPr>
          <p:cNvPr id="10" name="flow-420">
            <a:extLst xmlns:a="http://schemas.openxmlformats.org/drawingml/2006/main">
              <a:ext uri="{FF2B5EF4-FFF2-40B4-BE49-F238E27FC236}">
                <a16:creationId xmlns:a16="http://schemas.microsoft.com/office/drawing/2014/main" id="{23DD8F8C-1BAA-4D93-A8D3-93313A7B6FDE}"/>
              </a:ext>
            </a:extLst>
          </p:cNvPr>
          <p:cNvSpPr>
            <a:spLocks xmlns:a="http://schemas.openxmlformats.org/drawingml/2006/main" noGrp="1"/>
          </p:cNvSpPr>
          <p:nvPr/>
        </p:nvSpPr>
        <p:spPr>
          <a:xfrm xmlns:a="http://schemas.openxmlformats.org/drawingml/2006/main">
            <a:off x="8743950" y="2771775"/>
            <a:ext cx="200025" cy="209550"/>
          </a:xfrm>
          <a:prstGeom xmlns:a="http://schemas.openxmlformats.org/drawingml/2006/main" prst="rightArrow">
            <a:avLst/>
          </a:prstGeom>
          <a:solidFill xmlns:a="http://schemas.openxmlformats.org/drawingml/2006/main">
            <a:srgbClr val="087E8B"/>
          </a:solidFill>
          <a:ln xmlns:a="http://schemas.openxmlformats.org/drawingml/2006/main" w="0">
            <a:noFill/>
          </a:ln>
        </p:spPr>
      </p:sp>
      <p:sp>
        <p:nvSpPr>
          <p:cNvPr id="11" name="diagram-421">
            <a:extLst xmlns:a="http://schemas.openxmlformats.org/drawingml/2006/main">
              <a:ext uri="{FF2B5EF4-FFF2-40B4-BE49-F238E27FC236}">
                <a16:creationId xmlns:a16="http://schemas.microsoft.com/office/drawing/2014/main" id="{58078F79-E446-4A64-B83A-B17BC2995D72}"/>
              </a:ext>
            </a:extLst>
          </p:cNvPr>
          <p:cNvSpPr>
            <a:spLocks xmlns:a="http://schemas.openxmlformats.org/drawingml/2006/main" noGrp="1"/>
          </p:cNvSpPr>
          <p:nvPr/>
        </p:nvSpPr>
        <p:spPr>
          <a:xfrm xmlns:a="http://schemas.openxmlformats.org/drawingml/2006/main">
            <a:off x="8972550" y="2533650"/>
            <a:ext cx="2533650" cy="695325"/>
          </a:xfrm>
          <a:prstGeom xmlns:a="http://schemas.openxmlformats.org/drawingml/2006/main" prst="rect">
            <a:avLst/>
          </a:prstGeom>
          <a:solidFill xmlns:a="http://schemas.openxmlformats.org/drawingml/2006/main">
            <a:srgbClr val="DCE9ED"/>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875" b="0">
                <a:solidFill>
                  <a:srgbClr val="142B3F"/>
                </a:solidFill>
                <a:latin typeface="Arial"/>
                <a:ea typeface="Arial"/>
                <a:cs typeface="Arial"/>
              </a:defRPr>
            </a:pPr>
            <a:r>
              <a:rPr sz="1875" b="0">
                <a:solidFill>
                  <a:srgbClr val="142B3F"/>
                </a:solidFill>
                <a:latin typeface="Arial"/>
                <a:ea typeface="Arial"/>
                <a:cs typeface="Arial"/>
              </a:rPr>
              <a:t>Output copy</a:t>
            </a:r>
          </a:p>
        </p:txBody>
      </p:sp>
      <p:sp>
        <p:nvSpPr>
          <p:cNvPr id="12" name="text-422">
            <a:extLst xmlns:a="http://schemas.openxmlformats.org/drawingml/2006/main">
              <a:ext uri="{FF2B5EF4-FFF2-40B4-BE49-F238E27FC236}">
                <a16:creationId xmlns:a16="http://schemas.microsoft.com/office/drawing/2014/main" id="{E8A496D4-DFF6-4326-9087-50B5F5D51540}"/>
              </a:ext>
            </a:extLst>
          </p:cNvPr>
          <p:cNvSpPr>
            <a:spLocks xmlns:a="http://schemas.openxmlformats.org/drawingml/2006/main" noGrp="1"/>
          </p:cNvSpPr>
          <p:nvPr/>
        </p:nvSpPr>
        <p:spPr>
          <a:xfrm xmlns:a="http://schemas.openxmlformats.org/drawingml/2006/main">
            <a:off x="571500" y="3381375"/>
            <a:ext cx="11049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96274"/>
                </a:solidFill>
                <a:latin typeface="Arial"/>
                <a:ea typeface="Arial"/>
                <a:cs typeface="Arial"/>
              </a:defRPr>
            </a:pPr>
            <a:r>
              <a:rPr sz="1575" b="0">
                <a:solidFill>
                  <a:srgbClr val="496274"/>
                </a:solidFill>
                <a:latin typeface="Arial"/>
                <a:ea typeface="Arial"/>
                <a:cs typeface="Arial"/>
              </a:rPr>
              <a:t>Sequence only. Box widths do not represent measured times.</a:t>
            </a:r>
          </a:p>
        </p:txBody>
      </p:sp>
      <p:sp>
        <p:nvSpPr>
          <p:cNvPr id="13" name="text-423">
            <a:extLst xmlns:a="http://schemas.openxmlformats.org/drawingml/2006/main">
              <a:ext uri="{FF2B5EF4-FFF2-40B4-BE49-F238E27FC236}">
                <a16:creationId xmlns:a16="http://schemas.microsoft.com/office/drawing/2014/main" id="{510692F8-6D9E-4111-A9E2-48BE060E6F77}"/>
              </a:ext>
            </a:extLst>
          </p:cNvPr>
          <p:cNvSpPr>
            <a:spLocks xmlns:a="http://schemas.openxmlformats.org/drawingml/2006/main" noGrp="1"/>
          </p:cNvSpPr>
          <p:nvPr/>
        </p:nvSpPr>
        <p:spPr>
          <a:xfrm xmlns:a="http://schemas.openxmlformats.org/drawingml/2006/main">
            <a:off x="571500" y="4010025"/>
            <a:ext cx="4572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42B3F"/>
                </a:solidFill>
                <a:latin typeface="Arial"/>
                <a:ea typeface="Arial"/>
                <a:cs typeface="Arial"/>
              </a:defRPr>
            </a:pPr>
            <a:r>
              <a:rPr sz="2325" b="1">
                <a:solidFill>
                  <a:srgbClr val="142B3F"/>
                </a:solidFill>
                <a:latin typeface="Arial"/>
                <a:ea typeface="Arial"/>
                <a:cs typeface="Arial"/>
              </a:rPr>
              <a:t>Larger images</a:t>
            </a:r>
          </a:p>
        </p:txBody>
      </p:sp>
      <p:sp>
        <p:nvSpPr>
          <p:cNvPr id="14" name="text-424">
            <a:extLst xmlns:a="http://schemas.openxmlformats.org/drawingml/2006/main">
              <a:ext uri="{FF2B5EF4-FFF2-40B4-BE49-F238E27FC236}">
                <a16:creationId xmlns:a16="http://schemas.microsoft.com/office/drawing/2014/main" id="{5E7C042B-690F-43CB-ABA2-EFF39EFDA175}"/>
              </a:ext>
            </a:extLst>
          </p:cNvPr>
          <p:cNvSpPr>
            <a:spLocks xmlns:a="http://schemas.openxmlformats.org/drawingml/2006/main" noGrp="1"/>
          </p:cNvSpPr>
          <p:nvPr/>
        </p:nvSpPr>
        <p:spPr>
          <a:xfrm xmlns:a="http://schemas.openxmlformats.org/drawingml/2006/main">
            <a:off x="571500" y="4514850"/>
            <a:ext cx="5238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42B3F"/>
                </a:solidFill>
                <a:latin typeface="Arial"/>
                <a:ea typeface="Arial"/>
                <a:cs typeface="Arial"/>
              </a:defRPr>
            </a:pPr>
            <a:r>
              <a:rPr sz="2025" b="0">
                <a:solidFill>
                  <a:srgbClr val="142B3F"/>
                </a:solidFill>
                <a:latin typeface="Arial"/>
                <a:ea typeface="Arial"/>
                <a:cs typeface="Arial"/>
              </a:rPr>
              <a:t>More blocks improve utilisation</a:t>
            </a:r>
          </a:p>
          <a:p xmlns:a="http://schemas.openxmlformats.org/drawingml/2006/main">
            <a:pPr algn="l">
              <a:defRPr sz="2025" b="0">
                <a:solidFill>
                  <a:srgbClr val="142B3F"/>
                </a:solidFill>
                <a:latin typeface="Arial"/>
                <a:ea typeface="Arial"/>
                <a:cs typeface="Arial"/>
              </a:defRPr>
            </a:pPr>
            <a:r>
              <a:rPr sz="2025" b="0">
                <a:solidFill>
                  <a:srgbClr val="142B3F"/>
                </a:solidFill>
                <a:latin typeface="Arial"/>
                <a:ea typeface="Arial"/>
                <a:cs typeface="Arial"/>
              </a:rPr>
              <a:t>Fixed overhead costs less per pixel</a:t>
            </a:r>
          </a:p>
        </p:txBody>
      </p:sp>
      <p:sp>
        <p:nvSpPr>
          <p:cNvPr id="15" name="text-425">
            <a:extLst xmlns:a="http://schemas.openxmlformats.org/drawingml/2006/main">
              <a:ext uri="{FF2B5EF4-FFF2-40B4-BE49-F238E27FC236}">
                <a16:creationId xmlns:a16="http://schemas.microsoft.com/office/drawing/2014/main" id="{45561038-CBF0-434A-8EE2-E17FF254B6B4}"/>
              </a:ext>
            </a:extLst>
          </p:cNvPr>
          <p:cNvSpPr>
            <a:spLocks xmlns:a="http://schemas.openxmlformats.org/drawingml/2006/main" noGrp="1"/>
          </p:cNvSpPr>
          <p:nvPr/>
        </p:nvSpPr>
        <p:spPr>
          <a:xfrm xmlns:a="http://schemas.openxmlformats.org/drawingml/2006/main">
            <a:off x="6562725" y="4010025"/>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42B3F"/>
                </a:solidFill>
                <a:latin typeface="Arial"/>
                <a:ea typeface="Arial"/>
                <a:cs typeface="Arial"/>
              </a:defRPr>
            </a:pPr>
            <a:r>
              <a:rPr sz="2325" b="1">
                <a:solidFill>
                  <a:srgbClr val="142B3F"/>
                </a:solidFill>
                <a:latin typeface="Arial"/>
                <a:ea typeface="Arial"/>
                <a:cs typeface="Arial"/>
              </a:rPr>
              <a:t>Performance limits</a:t>
            </a:r>
          </a:p>
        </p:txBody>
      </p:sp>
      <p:sp>
        <p:nvSpPr>
          <p:cNvPr id="16" name="text-426">
            <a:extLst xmlns:a="http://schemas.openxmlformats.org/drawingml/2006/main">
              <a:ext uri="{FF2B5EF4-FFF2-40B4-BE49-F238E27FC236}">
                <a16:creationId xmlns:a16="http://schemas.microsoft.com/office/drawing/2014/main" id="{3FB17E55-4C98-45FE-88C1-2E5E7AC1CC55}"/>
              </a:ext>
            </a:extLst>
          </p:cNvPr>
          <p:cNvSpPr>
            <a:spLocks xmlns:a="http://schemas.openxmlformats.org/drawingml/2006/main" noGrp="1"/>
          </p:cNvSpPr>
          <p:nvPr/>
        </p:nvSpPr>
        <p:spPr>
          <a:xfrm xmlns:a="http://schemas.openxmlformats.org/drawingml/2006/main">
            <a:off x="6562725" y="4514850"/>
            <a:ext cx="50006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42B3F"/>
                </a:solidFill>
                <a:latin typeface="Arial"/>
                <a:ea typeface="Arial"/>
                <a:cs typeface="Arial"/>
              </a:defRPr>
            </a:pPr>
            <a:r>
              <a:rPr sz="2025" b="0">
                <a:solidFill>
                  <a:srgbClr val="142B3F"/>
                </a:solidFill>
                <a:latin typeface="Arial"/>
                <a:ea typeface="Arial"/>
                <a:cs typeface="Arial"/>
              </a:rPr>
              <a:t>Transfers also grow with image size</a:t>
            </a:r>
          </a:p>
          <a:p xmlns:a="http://schemas.openxmlformats.org/drawingml/2006/main">
            <a:pPr algn="l">
              <a:defRPr sz="2025" b="0">
                <a:solidFill>
                  <a:srgbClr val="142B3F"/>
                </a:solidFill>
                <a:latin typeface="Arial"/>
                <a:ea typeface="Arial"/>
                <a:cs typeface="Arial"/>
              </a:defRPr>
            </a:pPr>
            <a:r>
              <a:rPr sz="2025" b="0">
                <a:solidFill>
                  <a:srgbClr val="142B3F"/>
                </a:solidFill>
                <a:latin typeface="Arial"/>
                <a:ea typeface="Arial"/>
                <a:cs typeface="Arial"/>
              </a:rPr>
              <a:t>Bandwidth eventually limits the gain</a:t>
            </a:r>
          </a:p>
        </p:txBody>
      </p:sp>
      <p:sp>
        <p:nvSpPr>
          <p:cNvPr id="17" name="text-427">
            <a:extLst xmlns:a="http://schemas.openxmlformats.org/drawingml/2006/main">
              <a:ext uri="{FF2B5EF4-FFF2-40B4-BE49-F238E27FC236}">
                <a16:creationId xmlns:a16="http://schemas.microsoft.com/office/drawing/2014/main" id="{3FAC4289-C982-4C84-A199-E178AD385173}"/>
              </a:ext>
            </a:extLst>
          </p:cNvPr>
          <p:cNvSpPr>
            <a:spLocks xmlns:a="http://schemas.openxmlformats.org/drawingml/2006/main" noGrp="1"/>
          </p:cNvSpPr>
          <p:nvPr/>
        </p:nvSpPr>
        <p:spPr>
          <a:xfrm xmlns:a="http://schemas.openxmlformats.org/drawingml/2006/main">
            <a:off x="571500" y="5715000"/>
            <a:ext cx="10953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087E8B"/>
                </a:solidFill>
                <a:latin typeface="Arial"/>
                <a:ea typeface="Arial"/>
                <a:cs typeface="Arial"/>
              </a:defRPr>
            </a:pPr>
            <a:r>
              <a:rPr sz="2625" b="1">
                <a:solidFill>
                  <a:srgbClr val="087E8B"/>
                </a:solidFill>
                <a:latin typeface="Arial"/>
                <a:ea typeface="Arial"/>
                <a:cs typeface="Arial"/>
              </a:rPr>
              <a:t>Speed-up = CPU time / GPU total time</a:t>
            </a:r>
          </a:p>
        </p:txBody>
      </p:sp>
    </p:spTree>
    <p:extLst>
      <p:ext uri="{BB962C8B-B14F-4D97-AF65-F5344CB8AC3E}">
        <p14:creationId xmlns:p14="http://schemas.microsoft.com/office/powerpoint/2010/main" val="130562404"/>
      </p:ext>
    </p:extLst>
  </p:cSld>
</p:sld>
</file>

<file path=ppt/slides/slide6.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17" name="text-428">
            <a:extLst xmlns:a="http://schemas.openxmlformats.org/drawingml/2006/main">
              <a:ext uri="{FF2B5EF4-FFF2-40B4-BE49-F238E27FC236}">
                <a16:creationId xmlns:a16="http://schemas.microsoft.com/office/drawing/2014/main" id="{752386B5-DCAD-4061-AFC5-2E18B54B7282}"/>
              </a:ext>
            </a:extLst>
          </p:cNvPr>
          <p:cNvSpPr>
            <a:spLocks xmlns:a="http://schemas.openxmlformats.org/drawingml/2006/main" noGrp="1"/>
          </p:cNvSpPr>
          <p:nvPr/>
        </p:nvSpPr>
        <p:spPr>
          <a:xfrm xmlns:a="http://schemas.openxmlformats.org/drawingml/2006/main">
            <a:off x="571500" y="4572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B3F"/>
                </a:solidFill>
                <a:latin typeface="Arial"/>
                <a:ea typeface="Arial"/>
                <a:cs typeface="Arial"/>
              </a:defRPr>
            </a:pPr>
            <a:r>
              <a:rPr sz="3300" b="1">
                <a:solidFill>
                  <a:srgbClr val="142B3F"/>
                </a:solidFill>
                <a:latin typeface="Arial"/>
                <a:ea typeface="Arial"/>
                <a:cs typeface="Arial"/>
              </a:rPr>
              <a:t>GPUDirect Storage and image rotation</a:t>
            </a:r>
          </a:p>
        </p:txBody>
      </p:sp>
      <p:sp>
        <p:nvSpPr>
          <p:cNvPr id="2" name="text-429">
            <a:extLst xmlns:a="http://schemas.openxmlformats.org/drawingml/2006/main">
              <a:ext uri="{FF2B5EF4-FFF2-40B4-BE49-F238E27FC236}">
                <a16:creationId xmlns:a16="http://schemas.microsoft.com/office/drawing/2014/main" id="{8F6F9A2F-319F-473F-9AC8-87FAF84BBA82}"/>
              </a:ext>
            </a:extLst>
          </p:cNvPr>
          <p:cNvSpPr>
            <a:spLocks xmlns:a="http://schemas.openxmlformats.org/drawingml/2006/main" noGrp="1"/>
          </p:cNvSpPr>
          <p:nvPr/>
        </p:nvSpPr>
        <p:spPr>
          <a:xfrm xmlns:a="http://schemas.openxmlformats.org/drawingml/2006/main">
            <a:off x="571500" y="6400800"/>
            <a:ext cx="1038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496274"/>
                </a:solidFill>
                <a:latin typeface="Arial"/>
                <a:ea typeface="Arial"/>
                <a:cs typeface="Arial"/>
              </a:defRPr>
            </a:pPr>
            <a:r>
              <a:rPr sz="1200" b="0">
                <a:solidFill>
                  <a:srgbClr val="496274"/>
                </a:solidFill>
                <a:latin typeface="Arial"/>
                <a:ea typeface="Arial"/>
                <a:cs typeface="Arial"/>
              </a:rPr>
              <a:t>Sources: [8] [9]. Full references in appendix and companion PDF.</a:t>
            </a:r>
          </a:p>
        </p:txBody>
      </p:sp>
      <p:sp>
        <p:nvSpPr>
          <p:cNvPr id="3" name="text-430">
            <a:extLst xmlns:a="http://schemas.openxmlformats.org/drawingml/2006/main">
              <a:ext uri="{FF2B5EF4-FFF2-40B4-BE49-F238E27FC236}">
                <a16:creationId xmlns:a16="http://schemas.microsoft.com/office/drawing/2014/main" id="{9C0946CF-AB04-46AA-924A-995234738173}"/>
              </a:ext>
            </a:extLst>
          </p:cNvPr>
          <p:cNvSpPr>
            <a:spLocks xmlns:a="http://schemas.openxmlformats.org/drawingml/2006/main" noGrp="1"/>
          </p:cNvSpPr>
          <p:nvPr/>
        </p:nvSpPr>
        <p:spPr>
          <a:xfrm xmlns:a="http://schemas.openxmlformats.org/drawingml/2006/main">
            <a:off x="11144250" y="64008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496274"/>
                </a:solidFill>
                <a:latin typeface="Arial"/>
                <a:ea typeface="Arial"/>
                <a:cs typeface="Arial"/>
              </a:defRPr>
            </a:pPr>
            <a:r>
              <a:rPr sz="1200" b="0">
                <a:solidFill>
                  <a:srgbClr val="496274"/>
                </a:solidFill>
                <a:latin typeface="Arial"/>
                <a:ea typeface="Arial"/>
                <a:cs typeface="Arial"/>
              </a:rPr>
              <a:t>6</a:t>
            </a:r>
          </a:p>
        </p:txBody>
      </p:sp>
      <p:sp>
        <p:nvSpPr>
          <p:cNvPr id="4" name="text-431">
            <a:extLst xmlns:a="http://schemas.openxmlformats.org/drawingml/2006/main">
              <a:ext uri="{FF2B5EF4-FFF2-40B4-BE49-F238E27FC236}">
                <a16:creationId xmlns:a16="http://schemas.microsoft.com/office/drawing/2014/main" id="{18F83DA7-B89E-4DB8-939A-F08F3D61E8BA}"/>
              </a:ext>
            </a:extLst>
          </p:cNvPr>
          <p:cNvSpPr>
            <a:spLocks xmlns:a="http://schemas.openxmlformats.org/drawingml/2006/main" noGrp="1"/>
          </p:cNvSpPr>
          <p:nvPr/>
        </p:nvSpPr>
        <p:spPr>
          <a:xfrm xmlns:a="http://schemas.openxmlformats.org/drawingml/2006/main">
            <a:off x="571500" y="1619250"/>
            <a:ext cx="10477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42B3F"/>
                </a:solidFill>
                <a:latin typeface="Arial"/>
                <a:ea typeface="Arial"/>
                <a:cs typeface="Arial"/>
              </a:defRPr>
            </a:pPr>
            <a:r>
              <a:rPr sz="2325" b="1">
                <a:solidFill>
                  <a:srgbClr val="142B3F"/>
                </a:solidFill>
                <a:latin typeface="Arial"/>
                <a:ea typeface="Arial"/>
                <a:cs typeface="Arial"/>
              </a:rPr>
              <a:t>Conventional storage path</a:t>
            </a:r>
          </a:p>
        </p:txBody>
      </p:sp>
      <p:sp>
        <p:nvSpPr>
          <p:cNvPr id="5" name="diagram-432">
            <a:extLst xmlns:a="http://schemas.openxmlformats.org/drawingml/2006/main">
              <a:ext uri="{FF2B5EF4-FFF2-40B4-BE49-F238E27FC236}">
                <a16:creationId xmlns:a16="http://schemas.microsoft.com/office/drawing/2014/main" id="{790C1A8F-AFFF-426E-98E7-AE232DB04A73}"/>
              </a:ext>
            </a:extLst>
          </p:cNvPr>
          <p:cNvSpPr>
            <a:spLocks xmlns:a="http://schemas.openxmlformats.org/drawingml/2006/main" noGrp="1"/>
          </p:cNvSpPr>
          <p:nvPr/>
        </p:nvSpPr>
        <p:spPr>
          <a:xfrm xmlns:a="http://schemas.openxmlformats.org/drawingml/2006/main">
            <a:off x="571500" y="2257425"/>
            <a:ext cx="2085975" cy="695325"/>
          </a:xfrm>
          <a:prstGeom xmlns:a="http://schemas.openxmlformats.org/drawingml/2006/main" prst="rect">
            <a:avLst/>
          </a:prstGeom>
          <a:solidFill xmlns:a="http://schemas.openxmlformats.org/drawingml/2006/main">
            <a:srgbClr val="DCE9ED"/>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950" b="0">
                <a:solidFill>
                  <a:srgbClr val="142B3F"/>
                </a:solidFill>
                <a:latin typeface="Arial"/>
                <a:ea typeface="Arial"/>
                <a:cs typeface="Arial"/>
              </a:defRPr>
            </a:pPr>
            <a:r>
              <a:rPr sz="1950" b="0">
                <a:solidFill>
                  <a:srgbClr val="142B3F"/>
                </a:solidFill>
                <a:latin typeface="Arial"/>
                <a:ea typeface="Arial"/>
                <a:cs typeface="Arial"/>
              </a:rPr>
              <a:t>Storage</a:t>
            </a:r>
          </a:p>
        </p:txBody>
      </p:sp>
      <p:sp>
        <p:nvSpPr>
          <p:cNvPr id="6" name="diagram-433">
            <a:extLst xmlns:a="http://schemas.openxmlformats.org/drawingml/2006/main">
              <a:ext uri="{FF2B5EF4-FFF2-40B4-BE49-F238E27FC236}">
                <a16:creationId xmlns:a16="http://schemas.microsoft.com/office/drawing/2014/main" id="{742C4E63-B333-4D4A-817E-62B1B99DF4B4}"/>
              </a:ext>
            </a:extLst>
          </p:cNvPr>
          <p:cNvSpPr>
            <a:spLocks xmlns:a="http://schemas.openxmlformats.org/drawingml/2006/main" noGrp="1"/>
          </p:cNvSpPr>
          <p:nvPr/>
        </p:nvSpPr>
        <p:spPr>
          <a:xfrm xmlns:a="http://schemas.openxmlformats.org/drawingml/2006/main">
            <a:off x="4514850" y="2257425"/>
            <a:ext cx="2819400" cy="695325"/>
          </a:xfrm>
          <a:prstGeom xmlns:a="http://schemas.openxmlformats.org/drawingml/2006/main" prst="rect">
            <a:avLst/>
          </a:prstGeom>
          <a:solidFill xmlns:a="http://schemas.openxmlformats.org/drawingml/2006/main">
            <a:srgbClr val="D9E8F5"/>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875" b="0">
                <a:solidFill>
                  <a:srgbClr val="142B3F"/>
                </a:solidFill>
                <a:latin typeface="Arial"/>
                <a:ea typeface="Arial"/>
                <a:cs typeface="Arial"/>
              </a:defRPr>
            </a:pPr>
            <a:r>
              <a:rPr sz="1875" b="0">
                <a:solidFill>
                  <a:srgbClr val="142B3F"/>
                </a:solidFill>
                <a:latin typeface="Arial"/>
                <a:ea typeface="Arial"/>
                <a:cs typeface="Arial"/>
              </a:rPr>
              <a:t>CPU RAM staging</a:t>
            </a:r>
          </a:p>
        </p:txBody>
      </p:sp>
      <p:sp>
        <p:nvSpPr>
          <p:cNvPr id="7" name="diagram-434">
            <a:extLst xmlns:a="http://schemas.openxmlformats.org/drawingml/2006/main">
              <a:ext uri="{FF2B5EF4-FFF2-40B4-BE49-F238E27FC236}">
                <a16:creationId xmlns:a16="http://schemas.microsoft.com/office/drawing/2014/main" id="{3F7C8DA3-03D9-4452-856A-0E6BF55C81D2}"/>
              </a:ext>
            </a:extLst>
          </p:cNvPr>
          <p:cNvSpPr>
            <a:spLocks xmlns:a="http://schemas.openxmlformats.org/drawingml/2006/main" noGrp="1"/>
          </p:cNvSpPr>
          <p:nvPr/>
        </p:nvSpPr>
        <p:spPr>
          <a:xfrm xmlns:a="http://schemas.openxmlformats.org/drawingml/2006/main">
            <a:off x="8953500" y="2257425"/>
            <a:ext cx="2562225" cy="695325"/>
          </a:xfrm>
          <a:prstGeom xmlns:a="http://schemas.openxmlformats.org/drawingml/2006/main" prst="rect">
            <a:avLst/>
          </a:prstGeom>
          <a:solidFill xmlns:a="http://schemas.openxmlformats.org/drawingml/2006/main">
            <a:srgbClr val="D5ECE7"/>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950" b="0">
                <a:solidFill>
                  <a:srgbClr val="142B3F"/>
                </a:solidFill>
                <a:latin typeface="Arial"/>
                <a:ea typeface="Arial"/>
                <a:cs typeface="Arial"/>
              </a:defRPr>
            </a:pPr>
            <a:r>
              <a:rPr sz="1950" b="0">
                <a:solidFill>
                  <a:srgbClr val="142B3F"/>
                </a:solidFill>
                <a:latin typeface="Arial"/>
                <a:ea typeface="Arial"/>
                <a:cs typeface="Arial"/>
              </a:rPr>
              <a:t>GPU memory</a:t>
            </a:r>
          </a:p>
        </p:txBody>
      </p:sp>
      <p:cxnSp>
        <p:nvCxnSpPr>
          <p:cNvPr id="24" name=""/>
          <p:cNvCxnSpPr>
            <a:stCxn xmlns:a="http://schemas.openxmlformats.org/drawingml/2006/main" id="5" idx="3"/>
            <a:endCxn xmlns:a="http://schemas.openxmlformats.org/drawingml/2006/main" id="6" idx="1"/>
          </p:cNvCxnSpPr>
          <p:nvPr/>
        </p:nvCxnSpPr>
        <p:spPr>
          <a:xfrm xmlns:a="http://schemas.openxmlformats.org/drawingml/2006/main">
            <a:off x="2657475" y="2605088"/>
            <a:ext cx="1857375" cy="0"/>
          </a:xfrm>
          <a:prstGeom xmlns:a="http://schemas.openxmlformats.org/drawingml/2006/main" prst="straightConnector1">
            <a:avLst/>
          </a:prstGeom>
          <a:ln xmlns:a="http://schemas.openxmlformats.org/drawingml/2006/main" w="22860">
            <a:solidFill>
              <a:srgbClr val="087E8B"/>
            </a:solidFill>
            <a:tailEnd type="triangle" w="med" len="med"/>
          </a:ln>
        </p:spPr>
      </p:cxnSp>
      <p:cxnSp>
        <p:nvCxnSpPr>
          <p:cNvPr id="25" name=""/>
          <p:cNvCxnSpPr>
            <a:stCxn xmlns:a="http://schemas.openxmlformats.org/drawingml/2006/main" id="6" idx="3"/>
            <a:endCxn xmlns:a="http://schemas.openxmlformats.org/drawingml/2006/main" id="7" idx="1"/>
          </p:cNvCxnSpPr>
          <p:nvPr/>
        </p:nvCxnSpPr>
        <p:spPr>
          <a:xfrm xmlns:a="http://schemas.openxmlformats.org/drawingml/2006/main">
            <a:off x="7334250" y="2605088"/>
            <a:ext cx="1619250" cy="0"/>
          </a:xfrm>
          <a:prstGeom xmlns:a="http://schemas.openxmlformats.org/drawingml/2006/main" prst="straightConnector1">
            <a:avLst/>
          </a:prstGeom>
          <a:ln xmlns:a="http://schemas.openxmlformats.org/drawingml/2006/main" w="22860">
            <a:solidFill>
              <a:srgbClr val="087E8B"/>
            </a:solidFill>
            <a:tailEnd type="triangle" w="med" len="med"/>
          </a:ln>
        </p:spPr>
      </p:cxnSp>
      <p:sp>
        <p:nvSpPr>
          <p:cNvPr id="10" name="text-435">
            <a:extLst xmlns:a="http://schemas.openxmlformats.org/drawingml/2006/main">
              <a:ext uri="{FF2B5EF4-FFF2-40B4-BE49-F238E27FC236}">
                <a16:creationId xmlns:a16="http://schemas.microsoft.com/office/drawing/2014/main" id="{7A6FB998-06F7-4C3D-A355-1A0A7BB254D1}"/>
              </a:ext>
            </a:extLst>
          </p:cNvPr>
          <p:cNvSpPr>
            <a:spLocks xmlns:a="http://schemas.openxmlformats.org/drawingml/2006/main" noGrp="1"/>
          </p:cNvSpPr>
          <p:nvPr/>
        </p:nvSpPr>
        <p:spPr>
          <a:xfrm xmlns:a="http://schemas.openxmlformats.org/drawingml/2006/main">
            <a:off x="571500" y="3419475"/>
            <a:ext cx="10858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42B3F"/>
                </a:solidFill>
                <a:latin typeface="Arial"/>
                <a:ea typeface="Arial"/>
                <a:cs typeface="Arial"/>
              </a:defRPr>
            </a:pPr>
            <a:r>
              <a:rPr sz="2325" b="1">
                <a:solidFill>
                  <a:srgbClr val="142B3F"/>
                </a:solidFill>
                <a:latin typeface="Arial"/>
                <a:ea typeface="Arial"/>
                <a:cs typeface="Arial"/>
              </a:rPr>
              <a:t>Supported GPUDirect Storage path</a:t>
            </a:r>
          </a:p>
        </p:txBody>
      </p:sp>
      <p:sp>
        <p:nvSpPr>
          <p:cNvPr id="11" name="diagram-436">
            <a:extLst xmlns:a="http://schemas.openxmlformats.org/drawingml/2006/main">
              <a:ext uri="{FF2B5EF4-FFF2-40B4-BE49-F238E27FC236}">
                <a16:creationId xmlns:a16="http://schemas.microsoft.com/office/drawing/2014/main" id="{666DECC4-FF3F-4581-BE4E-B52B612374DB}"/>
              </a:ext>
            </a:extLst>
          </p:cNvPr>
          <p:cNvSpPr>
            <a:spLocks xmlns:a="http://schemas.openxmlformats.org/drawingml/2006/main" noGrp="1"/>
          </p:cNvSpPr>
          <p:nvPr/>
        </p:nvSpPr>
        <p:spPr>
          <a:xfrm xmlns:a="http://schemas.openxmlformats.org/drawingml/2006/main">
            <a:off x="571500" y="4076700"/>
            <a:ext cx="2085975" cy="695325"/>
          </a:xfrm>
          <a:prstGeom xmlns:a="http://schemas.openxmlformats.org/drawingml/2006/main" prst="rect">
            <a:avLst/>
          </a:prstGeom>
          <a:solidFill xmlns:a="http://schemas.openxmlformats.org/drawingml/2006/main">
            <a:srgbClr val="DCE9ED"/>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950" b="0">
                <a:solidFill>
                  <a:srgbClr val="142B3F"/>
                </a:solidFill>
                <a:latin typeface="Arial"/>
                <a:ea typeface="Arial"/>
                <a:cs typeface="Arial"/>
              </a:defRPr>
            </a:pPr>
            <a:r>
              <a:rPr sz="1950" b="0">
                <a:solidFill>
                  <a:srgbClr val="142B3F"/>
                </a:solidFill>
                <a:latin typeface="Arial"/>
                <a:ea typeface="Arial"/>
                <a:cs typeface="Arial"/>
              </a:rPr>
              <a:t>Storage</a:t>
            </a:r>
          </a:p>
        </p:txBody>
      </p:sp>
      <p:sp>
        <p:nvSpPr>
          <p:cNvPr id="12" name="diagram-437">
            <a:extLst xmlns:a="http://schemas.openxmlformats.org/drawingml/2006/main">
              <a:ext uri="{FF2B5EF4-FFF2-40B4-BE49-F238E27FC236}">
                <a16:creationId xmlns:a16="http://schemas.microsoft.com/office/drawing/2014/main" id="{2CEFE6D8-1096-45E6-9DCD-F0B3545F670C}"/>
              </a:ext>
            </a:extLst>
          </p:cNvPr>
          <p:cNvSpPr>
            <a:spLocks xmlns:a="http://schemas.openxmlformats.org/drawingml/2006/main" noGrp="1"/>
          </p:cNvSpPr>
          <p:nvPr/>
        </p:nvSpPr>
        <p:spPr>
          <a:xfrm xmlns:a="http://schemas.openxmlformats.org/drawingml/2006/main">
            <a:off x="8953500" y="4076700"/>
            <a:ext cx="2562225" cy="695325"/>
          </a:xfrm>
          <a:prstGeom xmlns:a="http://schemas.openxmlformats.org/drawingml/2006/main" prst="rect">
            <a:avLst/>
          </a:prstGeom>
          <a:solidFill xmlns:a="http://schemas.openxmlformats.org/drawingml/2006/main">
            <a:srgbClr val="D5ECE7"/>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950" b="0">
                <a:solidFill>
                  <a:srgbClr val="142B3F"/>
                </a:solidFill>
                <a:latin typeface="Arial"/>
                <a:ea typeface="Arial"/>
                <a:cs typeface="Arial"/>
              </a:defRPr>
            </a:pPr>
            <a:r>
              <a:rPr sz="1950" b="0">
                <a:solidFill>
                  <a:srgbClr val="142B3F"/>
                </a:solidFill>
                <a:latin typeface="Arial"/>
                <a:ea typeface="Arial"/>
                <a:cs typeface="Arial"/>
              </a:rPr>
              <a:t>GPU memory</a:t>
            </a:r>
          </a:p>
        </p:txBody>
      </p:sp>
      <p:cxnSp>
        <p:nvCxnSpPr>
          <p:cNvPr id="29" name=""/>
          <p:cNvCxnSpPr>
            <a:stCxn xmlns:a="http://schemas.openxmlformats.org/drawingml/2006/main" id="11" idx="3"/>
            <a:endCxn xmlns:a="http://schemas.openxmlformats.org/drawingml/2006/main" id="12" idx="1"/>
          </p:cNvCxnSpPr>
          <p:nvPr/>
        </p:nvCxnSpPr>
        <p:spPr>
          <a:xfrm xmlns:a="http://schemas.openxmlformats.org/drawingml/2006/main">
            <a:off x="2657475" y="4424363"/>
            <a:ext cx="6296025" cy="0"/>
          </a:xfrm>
          <a:prstGeom xmlns:a="http://schemas.openxmlformats.org/drawingml/2006/main" prst="straightConnector1">
            <a:avLst/>
          </a:prstGeom>
          <a:ln xmlns:a="http://schemas.openxmlformats.org/drawingml/2006/main" w="22860">
            <a:solidFill>
              <a:srgbClr val="087E8B"/>
            </a:solidFill>
            <a:tailEnd type="triangle" w="med" len="med"/>
          </a:ln>
        </p:spPr>
      </p:cxnSp>
      <p:sp>
        <p:nvSpPr>
          <p:cNvPr id="14" name="text-438">
            <a:extLst xmlns:a="http://schemas.openxmlformats.org/drawingml/2006/main">
              <a:ext uri="{FF2B5EF4-FFF2-40B4-BE49-F238E27FC236}">
                <a16:creationId xmlns:a16="http://schemas.microsoft.com/office/drawing/2014/main" id="{4F7F80F1-5449-4F62-853E-26E917F8834D}"/>
              </a:ext>
            </a:extLst>
          </p:cNvPr>
          <p:cNvSpPr>
            <a:spLocks xmlns:a="http://schemas.openxmlformats.org/drawingml/2006/main" noGrp="1"/>
          </p:cNvSpPr>
          <p:nvPr/>
        </p:nvSpPr>
        <p:spPr>
          <a:xfrm xmlns:a="http://schemas.openxmlformats.org/drawingml/2006/main">
            <a:off x="3448050" y="3952875"/>
            <a:ext cx="4857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800" b="0">
                <a:solidFill>
                  <a:srgbClr val="087E8B"/>
                </a:solidFill>
                <a:latin typeface="Arial"/>
                <a:ea typeface="Arial"/>
                <a:cs typeface="Arial"/>
              </a:defRPr>
            </a:pPr>
            <a:r>
              <a:rPr sz="1800" b="0">
                <a:solidFill>
                  <a:srgbClr val="087E8B"/>
                </a:solidFill>
                <a:latin typeface="Arial"/>
                <a:ea typeface="Arial"/>
                <a:cs typeface="Arial"/>
              </a:rPr>
              <a:t>Direct DMA. CPU still controls I/O.</a:t>
            </a:r>
          </a:p>
        </p:txBody>
      </p:sp>
      <p:sp>
        <p:nvSpPr>
          <p:cNvPr id="15" name="text-439">
            <a:extLst xmlns:a="http://schemas.openxmlformats.org/drawingml/2006/main">
              <a:ext uri="{FF2B5EF4-FFF2-40B4-BE49-F238E27FC236}">
                <a16:creationId xmlns:a16="http://schemas.microsoft.com/office/drawing/2014/main" id="{A4B166B7-409A-430C-9CA9-82DFECFD2AFB}"/>
              </a:ext>
            </a:extLst>
          </p:cNvPr>
          <p:cNvSpPr>
            <a:spLocks xmlns:a="http://schemas.openxmlformats.org/drawingml/2006/main" noGrp="1"/>
          </p:cNvSpPr>
          <p:nvPr/>
        </p:nvSpPr>
        <p:spPr>
          <a:xfrm xmlns:a="http://schemas.openxmlformats.org/drawingml/2006/main">
            <a:off x="571500" y="5229225"/>
            <a:ext cx="1095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142B3F"/>
                </a:solidFill>
                <a:latin typeface="Arial"/>
                <a:ea typeface="Arial"/>
                <a:cs typeface="Arial"/>
              </a:defRPr>
            </a:pPr>
            <a:r>
              <a:rPr sz="2025" b="1">
                <a:solidFill>
                  <a:srgbClr val="142B3F"/>
                </a:solidFill>
                <a:latin typeface="Arial"/>
                <a:ea typeface="Arial"/>
                <a:cs typeface="Arial"/>
              </a:rPr>
              <a:t>Useful: large batches when storage I/O limits throughput</a:t>
            </a:r>
          </a:p>
        </p:txBody>
      </p:sp>
      <p:sp>
        <p:nvSpPr>
          <p:cNvPr id="16" name="text-440">
            <a:extLst xmlns:a="http://schemas.openxmlformats.org/drawingml/2006/main">
              <a:ext uri="{FF2B5EF4-FFF2-40B4-BE49-F238E27FC236}">
                <a16:creationId xmlns:a16="http://schemas.microsoft.com/office/drawing/2014/main" id="{355F39F6-1F8B-4725-B17A-8DB6C51B2319}"/>
              </a:ext>
            </a:extLst>
          </p:cNvPr>
          <p:cNvSpPr>
            <a:spLocks xmlns:a="http://schemas.openxmlformats.org/drawingml/2006/main" noGrp="1"/>
          </p:cNvSpPr>
          <p:nvPr/>
        </p:nvSpPr>
        <p:spPr>
          <a:xfrm xmlns:a="http://schemas.openxmlformats.org/drawingml/2006/main">
            <a:off x="571500" y="5743575"/>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142B3F"/>
                </a:solidFill>
                <a:latin typeface="Arial"/>
                <a:ea typeface="Arial"/>
                <a:cs typeface="Arial"/>
              </a:defRPr>
            </a:pPr>
            <a:r>
              <a:rPr sz="1950" b="0">
                <a:solidFill>
                  <a:srgbClr val="142B3F"/>
                </a:solidFill>
                <a:latin typeface="Arial"/>
                <a:ea typeface="Arial"/>
                <a:cs typeface="Arial"/>
              </a:rPr>
              <a:t>Limited: small jobs, data already in RAM, or CPU-only decoding</a:t>
            </a:r>
          </a:p>
        </p:txBody>
      </p:sp>
    </p:spTree>
    <p:extLst>
      <p:ext uri="{BB962C8B-B14F-4D97-AF65-F5344CB8AC3E}">
        <p14:creationId xmlns:p14="http://schemas.microsoft.com/office/powerpoint/2010/main" val="1148897999"/>
      </p:ext>
    </p:extLst>
  </p:cSld>
</p:sld>
</file>

<file path=ppt/slides/slide7.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8" name="text-441">
            <a:extLst xmlns:a="http://schemas.openxmlformats.org/drawingml/2006/main">
              <a:ext uri="{FF2B5EF4-FFF2-40B4-BE49-F238E27FC236}">
                <a16:creationId xmlns:a16="http://schemas.microsoft.com/office/drawing/2014/main" id="{D308D29F-108B-430B-9572-5D53EB8360EC}"/>
              </a:ext>
            </a:extLst>
          </p:cNvPr>
          <p:cNvSpPr>
            <a:spLocks xmlns:a="http://schemas.openxmlformats.org/drawingml/2006/main" noGrp="1"/>
          </p:cNvSpPr>
          <p:nvPr/>
        </p:nvSpPr>
        <p:spPr>
          <a:xfrm xmlns:a="http://schemas.openxmlformats.org/drawingml/2006/main">
            <a:off x="571500" y="4572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B3F"/>
                </a:solidFill>
                <a:latin typeface="Arial"/>
                <a:ea typeface="Arial"/>
                <a:cs typeface="Arial"/>
              </a:defRPr>
            </a:pPr>
            <a:r>
              <a:rPr sz="3300" b="1">
                <a:solidFill>
                  <a:srgbClr val="142B3F"/>
                </a:solidFill>
                <a:latin typeface="Arial"/>
                <a:ea typeface="Arial"/>
                <a:cs typeface="Arial"/>
              </a:rPr>
              <a:t>Appendix A: CUDA launch and memory copies</a:t>
            </a:r>
          </a:p>
        </p:txBody>
      </p:sp>
      <p:sp>
        <p:nvSpPr>
          <p:cNvPr id="2" name="text-442">
            <a:extLst xmlns:a="http://schemas.openxmlformats.org/drawingml/2006/main">
              <a:ext uri="{FF2B5EF4-FFF2-40B4-BE49-F238E27FC236}">
                <a16:creationId xmlns:a16="http://schemas.microsoft.com/office/drawing/2014/main" id="{5C750D81-3ECC-42ED-A3FD-BBB63D2BE06E}"/>
              </a:ext>
            </a:extLst>
          </p:cNvPr>
          <p:cNvSpPr>
            <a:spLocks xmlns:a="http://schemas.openxmlformats.org/drawingml/2006/main" noGrp="1"/>
          </p:cNvSpPr>
          <p:nvPr/>
        </p:nvSpPr>
        <p:spPr>
          <a:xfrm xmlns:a="http://schemas.openxmlformats.org/drawingml/2006/main">
            <a:off x="571500" y="13144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496274"/>
                </a:solidFill>
                <a:latin typeface="Arial"/>
                <a:ea typeface="Arial"/>
                <a:cs typeface="Arial"/>
              </a:defRPr>
            </a:pPr>
            <a:r>
              <a:rPr sz="1650" b="0">
                <a:solidFill>
                  <a:srgbClr val="496274"/>
                </a:solidFill>
                <a:latin typeface="Arial"/>
                <a:ea typeface="Arial"/>
                <a:cs typeface="Arial"/>
              </a:rPr>
              <a:t>Supplementary material for Q&amp;A</a:t>
            </a:r>
          </a:p>
        </p:txBody>
      </p:sp>
      <p:sp>
        <p:nvSpPr>
          <p:cNvPr id="3" name="text-443">
            <a:extLst xmlns:a="http://schemas.openxmlformats.org/drawingml/2006/main">
              <a:ext uri="{FF2B5EF4-FFF2-40B4-BE49-F238E27FC236}">
                <a16:creationId xmlns:a16="http://schemas.microsoft.com/office/drawing/2014/main" id="{816A4CBB-E054-4D94-84CC-8A9BC1B5A385}"/>
              </a:ext>
            </a:extLst>
          </p:cNvPr>
          <p:cNvSpPr>
            <a:spLocks xmlns:a="http://schemas.openxmlformats.org/drawingml/2006/main" noGrp="1"/>
          </p:cNvSpPr>
          <p:nvPr/>
        </p:nvSpPr>
        <p:spPr>
          <a:xfrm xmlns:a="http://schemas.openxmlformats.org/drawingml/2006/main">
            <a:off x="571500" y="6400800"/>
            <a:ext cx="1038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496274"/>
                </a:solidFill>
                <a:latin typeface="Arial"/>
                <a:ea typeface="Arial"/>
                <a:cs typeface="Arial"/>
              </a:defRPr>
            </a:pPr>
            <a:r>
              <a:rPr sz="1200" b="0">
                <a:solidFill>
                  <a:srgbClr val="496274"/>
                </a:solidFill>
                <a:latin typeface="Arial"/>
                <a:ea typeface="Arial"/>
                <a:cs typeface="Arial"/>
              </a:rPr>
              <a:t>Sources: [1] [2] [10]. Full references in appendix and companion PDF.</a:t>
            </a:r>
          </a:p>
        </p:txBody>
      </p:sp>
      <p:sp>
        <p:nvSpPr>
          <p:cNvPr id="4" name="text-444">
            <a:extLst xmlns:a="http://schemas.openxmlformats.org/drawingml/2006/main">
              <a:ext uri="{FF2B5EF4-FFF2-40B4-BE49-F238E27FC236}">
                <a16:creationId xmlns:a16="http://schemas.microsoft.com/office/drawing/2014/main" id="{A309D1D9-C498-4ED9-9212-523BD158F429}"/>
              </a:ext>
            </a:extLst>
          </p:cNvPr>
          <p:cNvSpPr>
            <a:spLocks xmlns:a="http://schemas.openxmlformats.org/drawingml/2006/main" noGrp="1"/>
          </p:cNvSpPr>
          <p:nvPr/>
        </p:nvSpPr>
        <p:spPr>
          <a:xfrm xmlns:a="http://schemas.openxmlformats.org/drawingml/2006/main">
            <a:off x="11144250" y="64008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496274"/>
                </a:solidFill>
                <a:latin typeface="Arial"/>
                <a:ea typeface="Arial"/>
                <a:cs typeface="Arial"/>
              </a:defRPr>
            </a:pPr>
            <a:r>
              <a:rPr sz="1200" b="0">
                <a:solidFill>
                  <a:srgbClr val="496274"/>
                </a:solidFill>
                <a:latin typeface="Arial"/>
                <a:ea typeface="Arial"/>
                <a:cs typeface="Arial"/>
              </a:rPr>
              <a:t>7</a:t>
            </a:r>
          </a:p>
        </p:txBody>
      </p:sp>
      <p:sp>
        <p:nvSpPr>
          <p:cNvPr id="5" name="text-445">
            <a:extLst xmlns:a="http://schemas.openxmlformats.org/drawingml/2006/main">
              <a:ext uri="{FF2B5EF4-FFF2-40B4-BE49-F238E27FC236}">
                <a16:creationId xmlns:a16="http://schemas.microsoft.com/office/drawing/2014/main" id="{D507AE21-8833-41B8-BC2E-BE623FBBECBF}"/>
              </a:ext>
            </a:extLst>
          </p:cNvPr>
          <p:cNvSpPr>
            <a:spLocks xmlns:a="http://schemas.openxmlformats.org/drawingml/2006/main" noGrp="1"/>
          </p:cNvSpPr>
          <p:nvPr/>
        </p:nvSpPr>
        <p:spPr>
          <a:xfrm xmlns:a="http://schemas.openxmlformats.org/drawingml/2006/main">
            <a:off x="571500" y="2152650"/>
            <a:ext cx="10953750" cy="2628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42B3F"/>
                </a:solidFill>
                <a:latin typeface="Consolas"/>
                <a:ea typeface="Consolas"/>
                <a:cs typeface="Consolas"/>
              </a:defRPr>
            </a:pPr>
            <a:r>
              <a:rPr sz="2025" b="0">
                <a:solidFill>
                  <a:srgbClr val="142B3F"/>
                </a:solidFill>
                <a:latin typeface="Consolas"/>
                <a:ea typeface="Consolas"/>
                <a:cs typeface="Consolas"/>
              </a:rPr>
              <a:t>dim3 block(16, 16);</a:t>
            </a:r>
          </a:p>
          <a:p xmlns:a="http://schemas.openxmlformats.org/drawingml/2006/main">
            <a:pPr algn="l">
              <a:defRPr sz="2025" b="0">
                <a:solidFill>
                  <a:srgbClr val="142B3F"/>
                </a:solidFill>
                <a:latin typeface="Consolas"/>
                <a:ea typeface="Consolas"/>
                <a:cs typeface="Consolas"/>
              </a:defRPr>
            </a:pPr>
            <a:r>
              <a:rPr sz="2025" b="0">
                <a:solidFill>
                  <a:srgbClr val="142B3F"/>
                </a:solidFill>
                <a:latin typeface="Consolas"/>
                <a:ea typeface="Consolas"/>
                <a:cs typeface="Consolas"/>
              </a:rPr>
              <a:t>dim3 grid((W + 15) / 16, (H + 15) / 16);</a:t>
            </a:r>
          </a:p>
          <a:p xmlns:a="http://schemas.openxmlformats.org/drawingml/2006/main">
            <a:r>
              <a:t/>
            </a:r>
          </a:p>
          <a:p xmlns:a="http://schemas.openxmlformats.org/drawingml/2006/main">
            <a:pPr algn="l">
              <a:defRPr sz="2025" b="0">
                <a:solidFill>
                  <a:srgbClr val="142B3F"/>
                </a:solidFill>
                <a:latin typeface="Consolas"/>
                <a:ea typeface="Consolas"/>
                <a:cs typeface="Consolas"/>
              </a:defRPr>
            </a:pPr>
            <a:r>
              <a:rPr sz="2025" b="0">
                <a:solidFill>
                  <a:srgbClr val="142B3F"/>
                </a:solidFill>
                <a:latin typeface="Consolas"/>
                <a:ea typeface="Consolas"/>
                <a:cs typeface="Consolas"/>
              </a:rPr>
              <a:t>cudaMemcpy(d_in, h_in, bytes, cudaMemcpyHostToDevice);</a:t>
            </a:r>
          </a:p>
          <a:p xmlns:a="http://schemas.openxmlformats.org/drawingml/2006/main">
            <a:pPr algn="l">
              <a:defRPr sz="2025" b="0">
                <a:solidFill>
                  <a:srgbClr val="142B3F"/>
                </a:solidFill>
                <a:latin typeface="Consolas"/>
                <a:ea typeface="Consolas"/>
                <a:cs typeface="Consolas"/>
              </a:defRPr>
            </a:pPr>
            <a:r>
              <a:rPr sz="2025" b="0">
                <a:solidFill>
                  <a:srgbClr val="142B3F"/>
                </a:solidFill>
                <a:latin typeface="Consolas"/>
                <a:ea typeface="Consolas"/>
                <a:cs typeface="Consolas"/>
              </a:rPr>
              <a:t>rotate_rgb&lt;&lt;&lt;grid, block&gt;&gt;&gt;(d_in, d_out, W, H, c, s);</a:t>
            </a:r>
          </a:p>
          <a:p xmlns:a="http://schemas.openxmlformats.org/drawingml/2006/main">
            <a:pPr algn="l">
              <a:defRPr sz="2025" b="0">
                <a:solidFill>
                  <a:srgbClr val="142B3F"/>
                </a:solidFill>
                <a:latin typeface="Consolas"/>
                <a:ea typeface="Consolas"/>
                <a:cs typeface="Consolas"/>
              </a:defRPr>
            </a:pPr>
            <a:r>
              <a:rPr sz="2025" b="0">
                <a:solidFill>
                  <a:srgbClr val="142B3F"/>
                </a:solidFill>
                <a:latin typeface="Consolas"/>
                <a:ea typeface="Consolas"/>
                <a:cs typeface="Consolas"/>
              </a:rPr>
              <a:t>cudaMemcpy(h_out, d_out, bytes, cudaMemcpyDeviceToHost);</a:t>
            </a:r>
          </a:p>
        </p:txBody>
      </p:sp>
      <p:sp>
        <p:nvSpPr>
          <p:cNvPr id="6" name="text-446">
            <a:extLst xmlns:a="http://schemas.openxmlformats.org/drawingml/2006/main">
              <a:ext uri="{FF2B5EF4-FFF2-40B4-BE49-F238E27FC236}">
                <a16:creationId xmlns:a16="http://schemas.microsoft.com/office/drawing/2014/main" id="{792D0E9F-C326-4095-9B45-967468E86008}"/>
              </a:ext>
            </a:extLst>
          </p:cNvPr>
          <p:cNvSpPr>
            <a:spLocks xmlns:a="http://schemas.openxmlformats.org/drawingml/2006/main" noGrp="1"/>
          </p:cNvSpPr>
          <p:nvPr/>
        </p:nvSpPr>
        <p:spPr>
          <a:xfrm xmlns:a="http://schemas.openxmlformats.org/drawingml/2006/main">
            <a:off x="571500" y="487680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42B3F"/>
                </a:solidFill>
                <a:latin typeface="Arial"/>
                <a:ea typeface="Arial"/>
                <a:cs typeface="Arial"/>
              </a:defRPr>
            </a:pPr>
            <a:r>
              <a:rPr sz="2100" b="1">
                <a:solidFill>
                  <a:srgbClr val="142B3F"/>
                </a:solidFill>
                <a:latin typeface="Arial"/>
                <a:ea typeface="Arial"/>
                <a:cs typeface="Arial"/>
              </a:rPr>
              <a:t>Global pixel coordinates</a:t>
            </a:r>
          </a:p>
        </p:txBody>
      </p:sp>
      <p:sp>
        <p:nvSpPr>
          <p:cNvPr id="7" name="text-447">
            <a:extLst xmlns:a="http://schemas.openxmlformats.org/drawingml/2006/main">
              <a:ext uri="{FF2B5EF4-FFF2-40B4-BE49-F238E27FC236}">
                <a16:creationId xmlns:a16="http://schemas.microsoft.com/office/drawing/2014/main" id="{7DD702C8-FB0C-4007-B4DC-80CDCC5C9061}"/>
              </a:ext>
            </a:extLst>
          </p:cNvPr>
          <p:cNvSpPr>
            <a:spLocks xmlns:a="http://schemas.openxmlformats.org/drawingml/2006/main" noGrp="1"/>
          </p:cNvSpPr>
          <p:nvPr/>
        </p:nvSpPr>
        <p:spPr>
          <a:xfrm xmlns:a="http://schemas.openxmlformats.org/drawingml/2006/main">
            <a:off x="571500" y="5381625"/>
            <a:ext cx="10763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142B3F"/>
                </a:solidFill>
                <a:latin typeface="Consolas"/>
                <a:ea typeface="Consolas"/>
                <a:cs typeface="Consolas"/>
              </a:defRPr>
            </a:pPr>
            <a:r>
              <a:rPr sz="1950" b="0">
                <a:solidFill>
                  <a:srgbClr val="142B3F"/>
                </a:solidFill>
                <a:latin typeface="Consolas"/>
                <a:ea typeface="Consolas"/>
                <a:cs typeface="Consolas"/>
              </a:rPr>
              <a:t>x = blockIdx.x * blockDim.x + threadIdx.x</a:t>
            </a:r>
          </a:p>
          <a:p xmlns:a="http://schemas.openxmlformats.org/drawingml/2006/main">
            <a:pPr algn="l">
              <a:defRPr sz="1950" b="0">
                <a:solidFill>
                  <a:srgbClr val="142B3F"/>
                </a:solidFill>
                <a:latin typeface="Consolas"/>
                <a:ea typeface="Consolas"/>
                <a:cs typeface="Consolas"/>
              </a:defRPr>
            </a:pPr>
            <a:r>
              <a:rPr sz="1950" b="0">
                <a:solidFill>
                  <a:srgbClr val="142B3F"/>
                </a:solidFill>
                <a:latin typeface="Consolas"/>
                <a:ea typeface="Consolas"/>
                <a:cs typeface="Consolas"/>
              </a:rPr>
              <a:t>y = blockIdx.y * blockDim.y + threadIdx.y</a:t>
            </a:r>
          </a:p>
        </p:txBody>
      </p:sp>
    </p:spTree>
    <p:extLst>
      <p:ext uri="{BB962C8B-B14F-4D97-AF65-F5344CB8AC3E}">
        <p14:creationId xmlns:p14="http://schemas.microsoft.com/office/powerpoint/2010/main" val="1508700468"/>
      </p:ext>
    </p:extLst>
  </p:cSld>
</p:sld>
</file>

<file path=ppt/slides/slide8.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9" name="text-448">
            <a:extLst xmlns:a="http://schemas.openxmlformats.org/drawingml/2006/main">
              <a:ext uri="{FF2B5EF4-FFF2-40B4-BE49-F238E27FC236}">
                <a16:creationId xmlns:a16="http://schemas.microsoft.com/office/drawing/2014/main" id="{7351A98C-8C07-447C-BE46-9549B1A716D6}"/>
              </a:ext>
            </a:extLst>
          </p:cNvPr>
          <p:cNvSpPr>
            <a:spLocks xmlns:a="http://schemas.openxmlformats.org/drawingml/2006/main" noGrp="1"/>
          </p:cNvSpPr>
          <p:nvPr/>
        </p:nvSpPr>
        <p:spPr>
          <a:xfrm xmlns:a="http://schemas.openxmlformats.org/drawingml/2006/main">
            <a:off x="571500" y="4572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B3F"/>
                </a:solidFill>
                <a:latin typeface="Arial"/>
                <a:ea typeface="Arial"/>
                <a:cs typeface="Arial"/>
              </a:defRPr>
            </a:pPr>
            <a:r>
              <a:rPr sz="3300" b="1">
                <a:solidFill>
                  <a:srgbClr val="142B3F"/>
                </a:solidFill>
                <a:latin typeface="Arial"/>
                <a:ea typeface="Arial"/>
                <a:cs typeface="Arial"/>
              </a:rPr>
              <a:t>Appendix B: Independent pixel calculations</a:t>
            </a:r>
          </a:p>
        </p:txBody>
      </p:sp>
      <p:sp>
        <p:nvSpPr>
          <p:cNvPr id="2" name="text-449">
            <a:extLst xmlns:a="http://schemas.openxmlformats.org/drawingml/2006/main">
              <a:ext uri="{FF2B5EF4-FFF2-40B4-BE49-F238E27FC236}">
                <a16:creationId xmlns:a16="http://schemas.microsoft.com/office/drawing/2014/main" id="{DD8A841C-FBCC-4574-81A2-1D4BE154C78A}"/>
              </a:ext>
            </a:extLst>
          </p:cNvPr>
          <p:cNvSpPr>
            <a:spLocks xmlns:a="http://schemas.openxmlformats.org/drawingml/2006/main" noGrp="1"/>
          </p:cNvSpPr>
          <p:nvPr/>
        </p:nvSpPr>
        <p:spPr>
          <a:xfrm xmlns:a="http://schemas.openxmlformats.org/drawingml/2006/main">
            <a:off x="571500" y="13144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496274"/>
                </a:solidFill>
                <a:latin typeface="Arial"/>
                <a:ea typeface="Arial"/>
                <a:cs typeface="Arial"/>
              </a:defRPr>
            </a:pPr>
            <a:r>
              <a:rPr sz="1650" b="0">
                <a:solidFill>
                  <a:srgbClr val="496274"/>
                </a:solidFill>
                <a:latin typeface="Arial"/>
                <a:ea typeface="Arial"/>
                <a:cs typeface="Arial"/>
              </a:rPr>
              <a:t>Supplementary material for Q&amp;A</a:t>
            </a:r>
          </a:p>
        </p:txBody>
      </p:sp>
      <p:sp>
        <p:nvSpPr>
          <p:cNvPr id="3" name="text-450">
            <a:extLst xmlns:a="http://schemas.openxmlformats.org/drawingml/2006/main">
              <a:ext uri="{FF2B5EF4-FFF2-40B4-BE49-F238E27FC236}">
                <a16:creationId xmlns:a16="http://schemas.microsoft.com/office/drawing/2014/main" id="{DBF8D17C-84ED-4B6B-BF4D-D00007916888}"/>
              </a:ext>
            </a:extLst>
          </p:cNvPr>
          <p:cNvSpPr>
            <a:spLocks xmlns:a="http://schemas.openxmlformats.org/drawingml/2006/main" noGrp="1"/>
          </p:cNvSpPr>
          <p:nvPr/>
        </p:nvSpPr>
        <p:spPr>
          <a:xfrm xmlns:a="http://schemas.openxmlformats.org/drawingml/2006/main">
            <a:off x="571500" y="6400800"/>
            <a:ext cx="1038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496274"/>
                </a:solidFill>
                <a:latin typeface="Arial"/>
                <a:ea typeface="Arial"/>
                <a:cs typeface="Arial"/>
              </a:defRPr>
            </a:pPr>
            <a:r>
              <a:rPr sz="1200" b="0">
                <a:solidFill>
                  <a:srgbClr val="496274"/>
                </a:solidFill>
                <a:latin typeface="Arial"/>
                <a:ea typeface="Arial"/>
                <a:cs typeface="Arial"/>
              </a:rPr>
              <a:t>Sources: [1] [4] [5]. Full references in appendix and companion PDF.</a:t>
            </a:r>
          </a:p>
        </p:txBody>
      </p:sp>
      <p:sp>
        <p:nvSpPr>
          <p:cNvPr id="4" name="text-451">
            <a:extLst xmlns:a="http://schemas.openxmlformats.org/drawingml/2006/main">
              <a:ext uri="{FF2B5EF4-FFF2-40B4-BE49-F238E27FC236}">
                <a16:creationId xmlns:a16="http://schemas.microsoft.com/office/drawing/2014/main" id="{7041A3DC-35F6-49BA-A118-D77195E7C97C}"/>
              </a:ext>
            </a:extLst>
          </p:cNvPr>
          <p:cNvSpPr>
            <a:spLocks xmlns:a="http://schemas.openxmlformats.org/drawingml/2006/main" noGrp="1"/>
          </p:cNvSpPr>
          <p:nvPr/>
        </p:nvSpPr>
        <p:spPr>
          <a:xfrm xmlns:a="http://schemas.openxmlformats.org/drawingml/2006/main">
            <a:off x="11144250" y="64008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496274"/>
                </a:solidFill>
                <a:latin typeface="Arial"/>
                <a:ea typeface="Arial"/>
                <a:cs typeface="Arial"/>
              </a:defRPr>
            </a:pPr>
            <a:r>
              <a:rPr sz="1200" b="0">
                <a:solidFill>
                  <a:srgbClr val="496274"/>
                </a:solidFill>
                <a:latin typeface="Arial"/>
                <a:ea typeface="Arial"/>
                <a:cs typeface="Arial"/>
              </a:rPr>
              <a:t>8</a:t>
            </a:r>
          </a:p>
        </p:txBody>
      </p:sp>
      <p:sp>
        <p:nvSpPr>
          <p:cNvPr id="5" name="text-452">
            <a:extLst xmlns:a="http://schemas.openxmlformats.org/drawingml/2006/main">
              <a:ext uri="{FF2B5EF4-FFF2-40B4-BE49-F238E27FC236}">
                <a16:creationId xmlns:a16="http://schemas.microsoft.com/office/drawing/2014/main" id="{B09935FE-DFE0-4363-80AB-7A8C56AC8DB3}"/>
              </a:ext>
            </a:extLst>
          </p:cNvPr>
          <p:cNvSpPr>
            <a:spLocks xmlns:a="http://schemas.openxmlformats.org/drawingml/2006/main" noGrp="1"/>
          </p:cNvSpPr>
          <p:nvPr/>
        </p:nvSpPr>
        <p:spPr>
          <a:xfrm xmlns:a="http://schemas.openxmlformats.org/drawingml/2006/main">
            <a:off x="571500" y="1971675"/>
            <a:ext cx="10763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42B3F"/>
                </a:solidFill>
                <a:latin typeface="Arial"/>
                <a:ea typeface="Arial"/>
                <a:cs typeface="Arial"/>
              </a:defRPr>
            </a:pPr>
            <a:r>
              <a:rPr sz="2100" b="1">
                <a:solidFill>
                  <a:srgbClr val="142B3F"/>
                </a:solidFill>
                <a:latin typeface="Arial"/>
                <a:ea typeface="Arial"/>
                <a:cs typeface="Arial"/>
              </a:rPr>
              <a:t>Brightness: channel operation</a:t>
            </a:r>
          </a:p>
        </p:txBody>
      </p:sp>
      <p:sp>
        <p:nvSpPr>
          <p:cNvPr id="6" name="text-453">
            <a:extLst xmlns:a="http://schemas.openxmlformats.org/drawingml/2006/main">
              <a:ext uri="{FF2B5EF4-FFF2-40B4-BE49-F238E27FC236}">
                <a16:creationId xmlns:a16="http://schemas.microsoft.com/office/drawing/2014/main" id="{E6EF8800-5A62-453D-A246-79907596C5AD}"/>
              </a:ext>
            </a:extLst>
          </p:cNvPr>
          <p:cNvSpPr>
            <a:spLocks xmlns:a="http://schemas.openxmlformats.org/drawingml/2006/main" noGrp="1"/>
          </p:cNvSpPr>
          <p:nvPr/>
        </p:nvSpPr>
        <p:spPr>
          <a:xfrm xmlns:a="http://schemas.openxmlformats.org/drawingml/2006/main">
            <a:off x="571500" y="2428875"/>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142B3F"/>
                </a:solidFill>
                <a:latin typeface="Consolas"/>
                <a:ea typeface="Consolas"/>
                <a:cs typeface="Consolas"/>
              </a:defRPr>
            </a:pPr>
            <a:r>
              <a:rPr sz="1800" b="0">
                <a:solidFill>
                  <a:srgbClr val="142B3F"/>
                </a:solidFill>
                <a:latin typeface="Consolas"/>
                <a:ea typeface="Consolas"/>
                <a:cs typeface="Consolas"/>
              </a:rPr>
              <a:t>int v = int(input[i]) + brightness;</a:t>
            </a:r>
          </a:p>
          <a:p xmlns:a="http://schemas.openxmlformats.org/drawingml/2006/main">
            <a:pPr algn="l">
              <a:defRPr sz="1800" b="0">
                <a:solidFill>
                  <a:srgbClr val="142B3F"/>
                </a:solidFill>
                <a:latin typeface="Consolas"/>
                <a:ea typeface="Consolas"/>
                <a:cs typeface="Consolas"/>
              </a:defRPr>
            </a:pPr>
            <a:r>
              <a:rPr sz="1800" b="0">
                <a:solidFill>
                  <a:srgbClr val="142B3F"/>
                </a:solidFill>
                <a:latin typeface="Consolas"/>
                <a:ea typeface="Consolas"/>
                <a:cs typeface="Consolas"/>
              </a:rPr>
              <a:t>output[i] = v &lt; 0 ? 0 : (v &gt; 255 ? 255 : v);</a:t>
            </a:r>
          </a:p>
        </p:txBody>
      </p:sp>
      <p:sp>
        <p:nvSpPr>
          <p:cNvPr id="7" name="text-454">
            <a:extLst xmlns:a="http://schemas.openxmlformats.org/drawingml/2006/main">
              <a:ext uri="{FF2B5EF4-FFF2-40B4-BE49-F238E27FC236}">
                <a16:creationId xmlns:a16="http://schemas.microsoft.com/office/drawing/2014/main" id="{23945105-9528-40D0-ABA7-9CD2A9096F14}"/>
              </a:ext>
            </a:extLst>
          </p:cNvPr>
          <p:cNvSpPr>
            <a:spLocks xmlns:a="http://schemas.openxmlformats.org/drawingml/2006/main" noGrp="1"/>
          </p:cNvSpPr>
          <p:nvPr/>
        </p:nvSpPr>
        <p:spPr>
          <a:xfrm xmlns:a="http://schemas.openxmlformats.org/drawingml/2006/main">
            <a:off x="571500" y="344805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42B3F"/>
                </a:solidFill>
                <a:latin typeface="Arial"/>
                <a:ea typeface="Arial"/>
                <a:cs typeface="Arial"/>
              </a:defRPr>
            </a:pPr>
            <a:r>
              <a:rPr sz="2100" b="1">
                <a:solidFill>
                  <a:srgbClr val="142B3F"/>
                </a:solidFill>
                <a:latin typeface="Arial"/>
                <a:ea typeface="Arial"/>
                <a:cs typeface="Arial"/>
              </a:rPr>
              <a:t>Rotation: inverse mapping in image coordinates</a:t>
            </a:r>
          </a:p>
        </p:txBody>
      </p:sp>
      <p:sp>
        <p:nvSpPr>
          <p:cNvPr id="8" name="text-455">
            <a:extLst xmlns:a="http://schemas.openxmlformats.org/drawingml/2006/main">
              <a:ext uri="{FF2B5EF4-FFF2-40B4-BE49-F238E27FC236}">
                <a16:creationId xmlns:a16="http://schemas.microsoft.com/office/drawing/2014/main" id="{9EAC5B01-8697-4DE1-A812-BF7E0DA039AA}"/>
              </a:ext>
            </a:extLst>
          </p:cNvPr>
          <p:cNvSpPr>
            <a:spLocks xmlns:a="http://schemas.openxmlformats.org/drawingml/2006/main" noGrp="1"/>
          </p:cNvSpPr>
          <p:nvPr/>
        </p:nvSpPr>
        <p:spPr>
          <a:xfrm xmlns:a="http://schemas.openxmlformats.org/drawingml/2006/main">
            <a:off x="571500" y="3981450"/>
            <a:ext cx="10953750" cy="2209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142B3F"/>
                </a:solidFill>
                <a:latin typeface="Consolas"/>
                <a:ea typeface="Consolas"/>
                <a:cs typeface="Consolas"/>
              </a:defRPr>
            </a:pPr>
            <a:r>
              <a:rPr sz="1800" b="0">
                <a:solidFill>
                  <a:srgbClr val="142B3F"/>
                </a:solidFill>
                <a:latin typeface="Consolas"/>
                <a:ea typeface="Consolas"/>
                <a:cs typeface="Consolas"/>
              </a:rPr>
              <a:t>if (x &gt;= W || y &gt;= H) return;</a:t>
            </a:r>
          </a:p>
          <a:p xmlns:a="http://schemas.openxmlformats.org/drawingml/2006/main">
            <a:pPr algn="l">
              <a:defRPr sz="1800" b="0">
                <a:solidFill>
                  <a:srgbClr val="142B3F"/>
                </a:solidFill>
                <a:latin typeface="Consolas"/>
                <a:ea typeface="Consolas"/>
                <a:cs typeface="Consolas"/>
              </a:defRPr>
            </a:pPr>
            <a:r>
              <a:rPr sz="1800" b="0">
                <a:solidFill>
                  <a:srgbClr val="142B3F"/>
                </a:solidFill>
                <a:latin typeface="Consolas"/>
                <a:ea typeface="Consolas"/>
                <a:cs typeface="Consolas"/>
              </a:rPr>
              <a:t>float sx = c*(x-cx) - s*(y-cy) + cx;</a:t>
            </a:r>
          </a:p>
          <a:p xmlns:a="http://schemas.openxmlformats.org/drawingml/2006/main">
            <a:pPr algn="l">
              <a:defRPr sz="1800" b="0">
                <a:solidFill>
                  <a:srgbClr val="142B3F"/>
                </a:solidFill>
                <a:latin typeface="Consolas"/>
                <a:ea typeface="Consolas"/>
                <a:cs typeface="Consolas"/>
              </a:defRPr>
            </a:pPr>
            <a:r>
              <a:rPr sz="1800" b="0">
                <a:solidFill>
                  <a:srgbClr val="142B3F"/>
                </a:solidFill>
                <a:latin typeface="Consolas"/>
                <a:ea typeface="Consolas"/>
                <a:cs typeface="Consolas"/>
              </a:rPr>
              <a:t>float sy = s*(x-cx) + c*(y-cy) + cy;</a:t>
            </a:r>
          </a:p>
          <a:p xmlns:a="http://schemas.openxmlformats.org/drawingml/2006/main">
            <a:pPr algn="l">
              <a:defRPr sz="1800" b="0">
                <a:solidFill>
                  <a:srgbClr val="142B3F"/>
                </a:solidFill>
                <a:latin typeface="Consolas"/>
                <a:ea typeface="Consolas"/>
                <a:cs typeface="Consolas"/>
              </a:defRPr>
            </a:pPr>
            <a:r>
              <a:rPr sz="1800" b="0">
                <a:solidFill>
                  <a:srgbClr val="142B3F"/>
                </a:solidFill>
                <a:latin typeface="Consolas"/>
                <a:ea typeface="Consolas"/>
                <a:cs typeface="Consolas"/>
              </a:rPr>
              <a:t>int ix = int(floorf(sx + 0.5f));</a:t>
            </a:r>
          </a:p>
          <a:p xmlns:a="http://schemas.openxmlformats.org/drawingml/2006/main">
            <a:pPr algn="l">
              <a:defRPr sz="1800" b="0">
                <a:solidFill>
                  <a:srgbClr val="142B3F"/>
                </a:solidFill>
                <a:latin typeface="Consolas"/>
                <a:ea typeface="Consolas"/>
                <a:cs typeface="Consolas"/>
              </a:defRPr>
            </a:pPr>
            <a:r>
              <a:rPr sz="1800" b="0">
                <a:solidFill>
                  <a:srgbClr val="142B3F"/>
                </a:solidFill>
                <a:latin typeface="Consolas"/>
                <a:ea typeface="Consolas"/>
                <a:cs typeface="Consolas"/>
              </a:rPr>
              <a:t>int iy = int(floorf(sy + 0.5f));</a:t>
            </a:r>
          </a:p>
          <a:p xmlns:a="http://schemas.openxmlformats.org/drawingml/2006/main">
            <a:pPr algn="l">
              <a:defRPr sz="1800" b="0">
                <a:solidFill>
                  <a:srgbClr val="142B3F"/>
                </a:solidFill>
                <a:latin typeface="Consolas"/>
                <a:ea typeface="Consolas"/>
                <a:cs typeface="Consolas"/>
              </a:defRPr>
            </a:pPr>
            <a:r>
              <a:rPr sz="1800" b="0">
                <a:solidFill>
                  <a:srgbClr val="142B3F"/>
                </a:solidFill>
                <a:latin typeface="Consolas"/>
                <a:ea typeface="Consolas"/>
                <a:cs typeface="Consolas"/>
              </a:rPr>
              <a:t>// Copy input(ix, iy) when valid, otherwise write black.</a:t>
            </a:r>
          </a:p>
        </p:txBody>
      </p:sp>
    </p:spTree>
    <p:extLst>
      <p:ext uri="{BB962C8B-B14F-4D97-AF65-F5344CB8AC3E}">
        <p14:creationId xmlns:p14="http://schemas.microsoft.com/office/powerpoint/2010/main" val="1774797799"/>
      </p:ext>
    </p:extLst>
  </p:cSld>
</p:sld>
</file>

<file path=ppt/slides/slide9.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10" name="text-456">
            <a:extLst xmlns:a="http://schemas.openxmlformats.org/drawingml/2006/main">
              <a:ext uri="{FF2B5EF4-FFF2-40B4-BE49-F238E27FC236}">
                <a16:creationId xmlns:a16="http://schemas.microsoft.com/office/drawing/2014/main" id="{E803D225-2892-46EC-96F3-40D457BB5FDA}"/>
              </a:ext>
            </a:extLst>
          </p:cNvPr>
          <p:cNvSpPr>
            <a:spLocks xmlns:a="http://schemas.openxmlformats.org/drawingml/2006/main" noGrp="1"/>
          </p:cNvSpPr>
          <p:nvPr/>
        </p:nvSpPr>
        <p:spPr>
          <a:xfrm xmlns:a="http://schemas.openxmlformats.org/drawingml/2006/main">
            <a:off x="571500" y="4572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B3F"/>
                </a:solidFill>
                <a:latin typeface="Arial"/>
                <a:ea typeface="Arial"/>
                <a:cs typeface="Arial"/>
              </a:defRPr>
            </a:pPr>
            <a:r>
              <a:rPr sz="3300" b="1">
                <a:solidFill>
                  <a:srgbClr val="142B3F"/>
                </a:solidFill>
                <a:latin typeface="Arial"/>
                <a:ea typeface="Arial"/>
                <a:cs typeface="Arial"/>
              </a:rPr>
              <a:t>Appendix C: References</a:t>
            </a:r>
          </a:p>
        </p:txBody>
      </p:sp>
      <p:sp>
        <p:nvSpPr>
          <p:cNvPr id="2" name="text-457">
            <a:extLst xmlns:a="http://schemas.openxmlformats.org/drawingml/2006/main">
              <a:ext uri="{FF2B5EF4-FFF2-40B4-BE49-F238E27FC236}">
                <a16:creationId xmlns:a16="http://schemas.microsoft.com/office/drawing/2014/main" id="{8E7ACA22-E465-4638-A7BC-87BCA0DAE433}"/>
              </a:ext>
            </a:extLst>
          </p:cNvPr>
          <p:cNvSpPr>
            <a:spLocks xmlns:a="http://schemas.openxmlformats.org/drawingml/2006/main" noGrp="1"/>
          </p:cNvSpPr>
          <p:nvPr/>
        </p:nvSpPr>
        <p:spPr>
          <a:xfrm xmlns:a="http://schemas.openxmlformats.org/drawingml/2006/main">
            <a:off x="571500" y="13144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496274"/>
                </a:solidFill>
                <a:latin typeface="Arial"/>
                <a:ea typeface="Arial"/>
                <a:cs typeface="Arial"/>
              </a:defRPr>
            </a:pPr>
            <a:r>
              <a:rPr sz="1650" b="0">
                <a:solidFill>
                  <a:srgbClr val="496274"/>
                </a:solidFill>
                <a:latin typeface="Arial"/>
                <a:ea typeface="Arial"/>
                <a:cs typeface="Arial"/>
              </a:rPr>
              <a:t>Supplementary material for Q&amp;A</a:t>
            </a:r>
          </a:p>
        </p:txBody>
      </p:sp>
      <p:sp>
        <p:nvSpPr>
          <p:cNvPr id="3" name="text-458">
            <a:extLst xmlns:a="http://schemas.openxmlformats.org/drawingml/2006/main">
              <a:ext uri="{FF2B5EF4-FFF2-40B4-BE49-F238E27FC236}">
                <a16:creationId xmlns:a16="http://schemas.microsoft.com/office/drawing/2014/main" id="{9E3FD47B-02E4-46E8-A43B-2BA99D7EA856}"/>
              </a:ext>
            </a:extLst>
          </p:cNvPr>
          <p:cNvSpPr>
            <a:spLocks xmlns:a="http://schemas.openxmlformats.org/drawingml/2006/main" noGrp="1"/>
          </p:cNvSpPr>
          <p:nvPr/>
        </p:nvSpPr>
        <p:spPr>
          <a:xfrm xmlns:a="http://schemas.openxmlformats.org/drawingml/2006/main">
            <a:off x="571500" y="6400800"/>
            <a:ext cx="1038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496274"/>
                </a:solidFill>
                <a:latin typeface="Arial"/>
                <a:ea typeface="Arial"/>
                <a:cs typeface="Arial"/>
              </a:defRPr>
            </a:pPr>
            <a:r>
              <a:rPr sz="1200" b="0">
                <a:solidFill>
                  <a:srgbClr val="496274"/>
                </a:solidFill>
                <a:latin typeface="Arial"/>
                <a:ea typeface="Arial"/>
                <a:cs typeface="Arial"/>
              </a:rPr>
              <a:t>Task 1 supplementary material</a:t>
            </a:r>
          </a:p>
        </p:txBody>
      </p:sp>
      <p:sp>
        <p:nvSpPr>
          <p:cNvPr id="4" name="text-459">
            <a:extLst xmlns:a="http://schemas.openxmlformats.org/drawingml/2006/main">
              <a:ext uri="{FF2B5EF4-FFF2-40B4-BE49-F238E27FC236}">
                <a16:creationId xmlns:a16="http://schemas.microsoft.com/office/drawing/2014/main" id="{A3DDCA75-C8DD-4F8F-AE12-B9DF0FE1E0AE}"/>
              </a:ext>
            </a:extLst>
          </p:cNvPr>
          <p:cNvSpPr>
            <a:spLocks xmlns:a="http://schemas.openxmlformats.org/drawingml/2006/main" noGrp="1"/>
          </p:cNvSpPr>
          <p:nvPr/>
        </p:nvSpPr>
        <p:spPr>
          <a:xfrm xmlns:a="http://schemas.openxmlformats.org/drawingml/2006/main">
            <a:off x="11144250" y="64008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496274"/>
                </a:solidFill>
                <a:latin typeface="Arial"/>
                <a:ea typeface="Arial"/>
                <a:cs typeface="Arial"/>
              </a:defRPr>
            </a:pPr>
            <a:r>
              <a:rPr sz="1200" b="0">
                <a:solidFill>
                  <a:srgbClr val="496274"/>
                </a:solidFill>
                <a:latin typeface="Arial"/>
                <a:ea typeface="Arial"/>
                <a:cs typeface="Arial"/>
              </a:rPr>
              <a:t>9</a:t>
            </a:r>
          </a:p>
        </p:txBody>
      </p:sp>
      <p:sp>
        <p:nvSpPr>
          <p:cNvPr id="5" name="text-460">
            <a:extLst xmlns:a="http://schemas.openxmlformats.org/drawingml/2006/main">
              <a:ext uri="{FF2B5EF4-FFF2-40B4-BE49-F238E27FC236}">
                <a16:creationId xmlns:a16="http://schemas.microsoft.com/office/drawing/2014/main" id="{76B4F89F-90CE-45C5-849A-5887FC64FD67}"/>
              </a:ext>
            </a:extLst>
          </p:cNvPr>
          <p:cNvSpPr>
            <a:spLocks xmlns:a="http://schemas.openxmlformats.org/drawingml/2006/main" noGrp="1"/>
          </p:cNvSpPr>
          <p:nvPr/>
        </p:nvSpPr>
        <p:spPr>
          <a:xfrm xmlns:a="http://schemas.openxmlformats.org/drawingml/2006/main">
            <a:off x="571500" y="2095500"/>
            <a:ext cx="10858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142B3F"/>
                </a:solidFill>
                <a:latin typeface="Arial"/>
                <a:ea typeface="Arial"/>
                <a:cs typeface="Arial"/>
              </a:defRPr>
            </a:pPr>
            <a:r>
              <a:rPr sz="1725" b="0">
                <a:solidFill>
                  <a:srgbClr val="142B3F"/>
                </a:solidFill>
                <a:latin typeface="Arial"/>
                <a:ea typeface="Arial"/>
                <a:cs typeface="Arial"/>
              </a:rPr>
              <a:t>[1] Monash University, Introduction to CUDA Programming with Google Colab, Week 9, Parts A-D (supplied notebook)</a:t>
            </a:r>
          </a:p>
        </p:txBody>
      </p:sp>
      <p:sp>
        <p:nvSpPr>
          <p:cNvPr id="6" name="text-461">
            <a:extLst xmlns:a="http://schemas.openxmlformats.org/drawingml/2006/main">
              <a:ext uri="{FF2B5EF4-FFF2-40B4-BE49-F238E27FC236}">
                <a16:creationId xmlns:a16="http://schemas.microsoft.com/office/drawing/2014/main" id="{A39124DF-CF8D-4209-91B6-DD1CE9697B8F}"/>
              </a:ext>
            </a:extLst>
          </p:cNvPr>
          <p:cNvSpPr>
            <a:spLocks xmlns:a="http://schemas.openxmlformats.org/drawingml/2006/main" noGrp="1"/>
          </p:cNvSpPr>
          <p:nvPr/>
        </p:nvSpPr>
        <p:spPr>
          <a:xfrm xmlns:a="http://schemas.openxmlformats.org/drawingml/2006/main">
            <a:off x="571500" y="2886075"/>
            <a:ext cx="10858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142B3F"/>
                </a:solidFill>
                <a:latin typeface="Arial"/>
                <a:ea typeface="Arial"/>
                <a:cs typeface="Arial"/>
              </a:defRPr>
            </a:pPr>
            <a:r>
              <a:rPr sz="1725" b="0">
                <a:solidFill>
                  <a:srgbClr val="142B3F"/>
                </a:solidFill>
                <a:latin typeface="Arial"/>
                <a:ea typeface="Arial"/>
                <a:cs typeface="Arial"/>
              </a:rPr>
              <a:t>[2] NVIDIA, CUDA Programming Guide, Programming Model</a:t>
            </a:r>
          </a:p>
        </p:txBody>
      </p:sp>
      <p:sp>
        <p:nvSpPr>
          <p:cNvPr id="7" name="text-462">
            <a:extLst xmlns:a="http://schemas.openxmlformats.org/drawingml/2006/main">
              <a:ext uri="{FF2B5EF4-FFF2-40B4-BE49-F238E27FC236}">
                <a16:creationId xmlns:a16="http://schemas.microsoft.com/office/drawing/2014/main" id="{3F21A443-C314-44C0-B567-DADD54AC30A2}"/>
              </a:ext>
            </a:extLst>
          </p:cNvPr>
          <p:cNvSpPr>
            <a:spLocks xmlns:a="http://schemas.openxmlformats.org/drawingml/2006/main" noGrp="1"/>
          </p:cNvSpPr>
          <p:nvPr/>
        </p:nvSpPr>
        <p:spPr>
          <a:xfrm xmlns:a="http://schemas.openxmlformats.org/drawingml/2006/main">
            <a:off x="571500" y="3676650"/>
            <a:ext cx="10858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142B3F"/>
                </a:solidFill>
                <a:latin typeface="Arial"/>
                <a:ea typeface="Arial"/>
                <a:cs typeface="Arial"/>
              </a:defRPr>
            </a:pPr>
            <a:r>
              <a:rPr sz="1725" b="0">
                <a:solidFill>
                  <a:srgbClr val="142B3F"/>
                </a:solidFill>
                <a:latin typeface="Arial"/>
                <a:ea typeface="Arial"/>
                <a:cs typeface="Arial"/>
              </a:rPr>
              <a:t>[3] NVIDIA, CUDA C++ Best Practices Guide, Heterogeneous Computing</a:t>
            </a:r>
          </a:p>
        </p:txBody>
      </p:sp>
      <p:sp>
        <p:nvSpPr>
          <p:cNvPr id="8" name="text-463">
            <a:extLst xmlns:a="http://schemas.openxmlformats.org/drawingml/2006/main">
              <a:ext uri="{FF2B5EF4-FFF2-40B4-BE49-F238E27FC236}">
                <a16:creationId xmlns:a16="http://schemas.microsoft.com/office/drawing/2014/main" id="{95564237-9A33-48A1-855F-002C96864B83}"/>
              </a:ext>
            </a:extLst>
          </p:cNvPr>
          <p:cNvSpPr>
            <a:spLocks xmlns:a="http://schemas.openxmlformats.org/drawingml/2006/main" noGrp="1"/>
          </p:cNvSpPr>
          <p:nvPr/>
        </p:nvSpPr>
        <p:spPr>
          <a:xfrm xmlns:a="http://schemas.openxmlformats.org/drawingml/2006/main">
            <a:off x="571500" y="4467225"/>
            <a:ext cx="10858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142B3F"/>
                </a:solidFill>
                <a:latin typeface="Arial"/>
                <a:ea typeface="Arial"/>
                <a:cs typeface="Arial"/>
              </a:defRPr>
            </a:pPr>
            <a:r>
              <a:rPr sz="1725" b="0">
                <a:solidFill>
                  <a:srgbClr val="142B3F"/>
                </a:solidFill>
                <a:latin typeface="Arial"/>
                <a:ea typeface="Arial"/>
                <a:cs typeface="Arial"/>
              </a:rPr>
              <a:t>[4] Monash University, Applied #2 Assessment Specification and Applied #2 Rubric (supplied PDFs)</a:t>
            </a:r>
          </a:p>
        </p:txBody>
      </p:sp>
      <p:sp>
        <p:nvSpPr>
          <p:cNvPr id="9" name="text-464">
            <a:extLst xmlns:a="http://schemas.openxmlformats.org/drawingml/2006/main">
              <a:ext uri="{FF2B5EF4-FFF2-40B4-BE49-F238E27FC236}">
                <a16:creationId xmlns:a16="http://schemas.microsoft.com/office/drawing/2014/main" id="{7050C532-3A63-4683-B8FC-A2B6A0DA7D18}"/>
              </a:ext>
            </a:extLst>
          </p:cNvPr>
          <p:cNvSpPr>
            <a:spLocks xmlns:a="http://schemas.openxmlformats.org/drawingml/2006/main" noGrp="1"/>
          </p:cNvSpPr>
          <p:nvPr/>
        </p:nvSpPr>
        <p:spPr>
          <a:xfrm xmlns:a="http://schemas.openxmlformats.org/drawingml/2006/main">
            <a:off x="571500" y="5257800"/>
            <a:ext cx="10858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142B3F"/>
                </a:solidFill>
                <a:latin typeface="Arial"/>
                <a:ea typeface="Arial"/>
                <a:cs typeface="Arial"/>
              </a:defRPr>
            </a:pPr>
            <a:r>
              <a:rPr sz="1725" b="0">
                <a:solidFill>
                  <a:srgbClr val="142B3F"/>
                </a:solidFill>
                <a:latin typeface="Arial"/>
                <a:ea typeface="Arial"/>
                <a:cs typeface="Arial"/>
              </a:rPr>
              <a:t>[5] NVIDIA, NPP Image Geometry Transforms, Rotate</a:t>
            </a:r>
          </a:p>
        </p:txBody>
      </p:sp>
    </p:spTree>
    <p:extLst>
      <p:ext uri="{BB962C8B-B14F-4D97-AF65-F5344CB8AC3E}">
        <p14:creationId xmlns:p14="http://schemas.microsoft.com/office/powerpoint/2010/main" val="1016300056"/>
      </p:ext>
    </p:extLst>
  </p:cSld>
</p:sld>
</file>

<file path=ppt/slides/slide10.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10" name="text-465">
            <a:extLst xmlns:a="http://schemas.openxmlformats.org/drawingml/2006/main">
              <a:ext uri="{FF2B5EF4-FFF2-40B4-BE49-F238E27FC236}">
                <a16:creationId xmlns:a16="http://schemas.microsoft.com/office/drawing/2014/main" id="{755CAAE0-D6B9-4766-BADC-421F0144E021}"/>
              </a:ext>
            </a:extLst>
          </p:cNvPr>
          <p:cNvSpPr>
            <a:spLocks xmlns:a="http://schemas.openxmlformats.org/drawingml/2006/main" noGrp="1"/>
          </p:cNvSpPr>
          <p:nvPr/>
        </p:nvSpPr>
        <p:spPr>
          <a:xfrm xmlns:a="http://schemas.openxmlformats.org/drawingml/2006/main">
            <a:off x="571500" y="4572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B3F"/>
                </a:solidFill>
                <a:latin typeface="Arial"/>
                <a:ea typeface="Arial"/>
                <a:cs typeface="Arial"/>
              </a:defRPr>
            </a:pPr>
            <a:r>
              <a:rPr sz="3300" b="1">
                <a:solidFill>
                  <a:srgbClr val="142B3F"/>
                </a:solidFill>
                <a:latin typeface="Arial"/>
                <a:ea typeface="Arial"/>
                <a:cs typeface="Arial"/>
              </a:rPr>
              <a:t>Appendix D: References</a:t>
            </a:r>
          </a:p>
        </p:txBody>
      </p:sp>
      <p:sp>
        <p:nvSpPr>
          <p:cNvPr id="2" name="text-466">
            <a:extLst xmlns:a="http://schemas.openxmlformats.org/drawingml/2006/main">
              <a:ext uri="{FF2B5EF4-FFF2-40B4-BE49-F238E27FC236}">
                <a16:creationId xmlns:a16="http://schemas.microsoft.com/office/drawing/2014/main" id="{626079D1-F5AA-4610-9F29-FE8150B1496F}"/>
              </a:ext>
            </a:extLst>
          </p:cNvPr>
          <p:cNvSpPr>
            <a:spLocks xmlns:a="http://schemas.openxmlformats.org/drawingml/2006/main" noGrp="1"/>
          </p:cNvSpPr>
          <p:nvPr/>
        </p:nvSpPr>
        <p:spPr>
          <a:xfrm xmlns:a="http://schemas.openxmlformats.org/drawingml/2006/main">
            <a:off x="571500" y="13144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496274"/>
                </a:solidFill>
                <a:latin typeface="Arial"/>
                <a:ea typeface="Arial"/>
                <a:cs typeface="Arial"/>
              </a:defRPr>
            </a:pPr>
            <a:r>
              <a:rPr sz="1650" b="0">
                <a:solidFill>
                  <a:srgbClr val="496274"/>
                </a:solidFill>
                <a:latin typeface="Arial"/>
                <a:ea typeface="Arial"/>
                <a:cs typeface="Arial"/>
              </a:rPr>
              <a:t>Supplementary material for Q&amp;A</a:t>
            </a:r>
          </a:p>
        </p:txBody>
      </p:sp>
      <p:sp>
        <p:nvSpPr>
          <p:cNvPr id="3" name="text-467">
            <a:extLst xmlns:a="http://schemas.openxmlformats.org/drawingml/2006/main">
              <a:ext uri="{FF2B5EF4-FFF2-40B4-BE49-F238E27FC236}">
                <a16:creationId xmlns:a16="http://schemas.microsoft.com/office/drawing/2014/main" id="{53192F67-92FE-4474-8F95-E2A6308A0C14}"/>
              </a:ext>
            </a:extLst>
          </p:cNvPr>
          <p:cNvSpPr>
            <a:spLocks xmlns:a="http://schemas.openxmlformats.org/drawingml/2006/main" noGrp="1"/>
          </p:cNvSpPr>
          <p:nvPr/>
        </p:nvSpPr>
        <p:spPr>
          <a:xfrm xmlns:a="http://schemas.openxmlformats.org/drawingml/2006/main">
            <a:off x="571500" y="6400800"/>
            <a:ext cx="1038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496274"/>
                </a:solidFill>
                <a:latin typeface="Arial"/>
                <a:ea typeface="Arial"/>
                <a:cs typeface="Arial"/>
              </a:defRPr>
            </a:pPr>
            <a:r>
              <a:rPr sz="1200" b="0">
                <a:solidFill>
                  <a:srgbClr val="496274"/>
                </a:solidFill>
                <a:latin typeface="Arial"/>
                <a:ea typeface="Arial"/>
                <a:cs typeface="Arial"/>
              </a:rPr>
              <a:t>Task 1 supplementary material</a:t>
            </a:r>
          </a:p>
        </p:txBody>
      </p:sp>
      <p:sp>
        <p:nvSpPr>
          <p:cNvPr id="4" name="text-468">
            <a:extLst xmlns:a="http://schemas.openxmlformats.org/drawingml/2006/main">
              <a:ext uri="{FF2B5EF4-FFF2-40B4-BE49-F238E27FC236}">
                <a16:creationId xmlns:a16="http://schemas.microsoft.com/office/drawing/2014/main" id="{CD4B08E4-3196-4C96-9682-219EC210EE72}"/>
              </a:ext>
            </a:extLst>
          </p:cNvPr>
          <p:cNvSpPr>
            <a:spLocks xmlns:a="http://schemas.openxmlformats.org/drawingml/2006/main" noGrp="1"/>
          </p:cNvSpPr>
          <p:nvPr/>
        </p:nvSpPr>
        <p:spPr>
          <a:xfrm xmlns:a="http://schemas.openxmlformats.org/drawingml/2006/main">
            <a:off x="11144250" y="64008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496274"/>
                </a:solidFill>
                <a:latin typeface="Arial"/>
                <a:ea typeface="Arial"/>
                <a:cs typeface="Arial"/>
              </a:defRPr>
            </a:pPr>
            <a:r>
              <a:rPr sz="1200" b="0">
                <a:solidFill>
                  <a:srgbClr val="496274"/>
                </a:solidFill>
                <a:latin typeface="Arial"/>
                <a:ea typeface="Arial"/>
                <a:cs typeface="Arial"/>
              </a:rPr>
              <a:t>10</a:t>
            </a:r>
          </a:p>
        </p:txBody>
      </p:sp>
      <p:sp>
        <p:nvSpPr>
          <p:cNvPr id="5" name="text-469">
            <a:extLst xmlns:a="http://schemas.openxmlformats.org/drawingml/2006/main">
              <a:ext uri="{FF2B5EF4-FFF2-40B4-BE49-F238E27FC236}">
                <a16:creationId xmlns:a16="http://schemas.microsoft.com/office/drawing/2014/main" id="{88BB3148-8306-4B6A-9EFB-F3068498F3E3}"/>
              </a:ext>
            </a:extLst>
          </p:cNvPr>
          <p:cNvSpPr>
            <a:spLocks xmlns:a="http://schemas.openxmlformats.org/drawingml/2006/main" noGrp="1"/>
          </p:cNvSpPr>
          <p:nvPr/>
        </p:nvSpPr>
        <p:spPr>
          <a:xfrm xmlns:a="http://schemas.openxmlformats.org/drawingml/2006/main">
            <a:off x="571500" y="2095500"/>
            <a:ext cx="10858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142B3F"/>
                </a:solidFill>
                <a:latin typeface="Arial"/>
                <a:ea typeface="Arial"/>
                <a:cs typeface="Arial"/>
              </a:defRPr>
            </a:pPr>
            <a:r>
              <a:rPr sz="1725" b="0">
                <a:solidFill>
                  <a:srgbClr val="142B3F"/>
                </a:solidFill>
                <a:latin typeface="Arial"/>
                <a:ea typeface="Arial"/>
                <a:cs typeface="Arial"/>
              </a:rPr>
              <a:t>[6] NVIDIA, CUDA C++ Programming Guide, SIMT Architecture and Hardware Multithreading</a:t>
            </a:r>
          </a:p>
        </p:txBody>
      </p:sp>
      <p:sp>
        <p:nvSpPr>
          <p:cNvPr id="6" name="text-470">
            <a:extLst xmlns:a="http://schemas.openxmlformats.org/drawingml/2006/main">
              <a:ext uri="{FF2B5EF4-FFF2-40B4-BE49-F238E27FC236}">
                <a16:creationId xmlns:a16="http://schemas.microsoft.com/office/drawing/2014/main" id="{5E572509-A3D0-4F04-AAF6-81FEC649901B}"/>
              </a:ext>
            </a:extLst>
          </p:cNvPr>
          <p:cNvSpPr>
            <a:spLocks xmlns:a="http://schemas.openxmlformats.org/drawingml/2006/main" noGrp="1"/>
          </p:cNvSpPr>
          <p:nvPr/>
        </p:nvSpPr>
        <p:spPr>
          <a:xfrm xmlns:a="http://schemas.openxmlformats.org/drawingml/2006/main">
            <a:off x="571500" y="2886075"/>
            <a:ext cx="10858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142B3F"/>
                </a:solidFill>
                <a:latin typeface="Arial"/>
                <a:ea typeface="Arial"/>
                <a:cs typeface="Arial"/>
              </a:defRPr>
            </a:pPr>
            <a:r>
              <a:rPr sz="1725" b="0">
                <a:solidFill>
                  <a:srgbClr val="142B3F"/>
                </a:solidFill>
                <a:latin typeface="Arial"/>
                <a:ea typeface="Arial"/>
                <a:cs typeface="Arial"/>
              </a:rPr>
              <a:t>[7] NVIDIA, CUDA C++ Best Practices Guide, Data Transfer Between Host and Device</a:t>
            </a:r>
          </a:p>
        </p:txBody>
      </p:sp>
      <p:sp>
        <p:nvSpPr>
          <p:cNvPr id="7" name="text-471">
            <a:extLst xmlns:a="http://schemas.openxmlformats.org/drawingml/2006/main">
              <a:ext uri="{FF2B5EF4-FFF2-40B4-BE49-F238E27FC236}">
                <a16:creationId xmlns:a16="http://schemas.microsoft.com/office/drawing/2014/main" id="{8A867435-162C-4C31-A5C2-1DD675CAD1CE}"/>
              </a:ext>
            </a:extLst>
          </p:cNvPr>
          <p:cNvSpPr>
            <a:spLocks xmlns:a="http://schemas.openxmlformats.org/drawingml/2006/main" noGrp="1"/>
          </p:cNvSpPr>
          <p:nvPr/>
        </p:nvSpPr>
        <p:spPr>
          <a:xfrm xmlns:a="http://schemas.openxmlformats.org/drawingml/2006/main">
            <a:off x="571500" y="3676650"/>
            <a:ext cx="10858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142B3F"/>
                </a:solidFill>
                <a:latin typeface="Arial"/>
                <a:ea typeface="Arial"/>
                <a:cs typeface="Arial"/>
              </a:defRPr>
            </a:pPr>
            <a:r>
              <a:rPr sz="1725" b="0">
                <a:solidFill>
                  <a:srgbClr val="142B3F"/>
                </a:solidFill>
                <a:latin typeface="Arial"/>
                <a:ea typeface="Arial"/>
                <a:cs typeface="Arial"/>
              </a:rPr>
              <a:t>[8] NVIDIA, GPUDirect Storage Overview Guide</a:t>
            </a:r>
          </a:p>
        </p:txBody>
      </p:sp>
      <p:sp>
        <p:nvSpPr>
          <p:cNvPr id="8" name="text-472">
            <a:extLst xmlns:a="http://schemas.openxmlformats.org/drawingml/2006/main">
              <a:ext uri="{FF2B5EF4-FFF2-40B4-BE49-F238E27FC236}">
                <a16:creationId xmlns:a16="http://schemas.microsoft.com/office/drawing/2014/main" id="{E270A063-AA60-4863-9071-6A06850EB71B}"/>
              </a:ext>
            </a:extLst>
          </p:cNvPr>
          <p:cNvSpPr>
            <a:spLocks xmlns:a="http://schemas.openxmlformats.org/drawingml/2006/main" noGrp="1"/>
          </p:cNvSpPr>
          <p:nvPr/>
        </p:nvSpPr>
        <p:spPr>
          <a:xfrm xmlns:a="http://schemas.openxmlformats.org/drawingml/2006/main">
            <a:off x="571500" y="4467225"/>
            <a:ext cx="10858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142B3F"/>
                </a:solidFill>
                <a:latin typeface="Arial"/>
                <a:ea typeface="Arial"/>
                <a:cs typeface="Arial"/>
              </a:defRPr>
            </a:pPr>
            <a:r>
              <a:rPr sz="1725" b="0">
                <a:solidFill>
                  <a:srgbClr val="142B3F"/>
                </a:solidFill>
                <a:latin typeface="Arial"/>
                <a:ea typeface="Arial"/>
                <a:cs typeface="Arial"/>
              </a:rPr>
              <a:t>[9] NVIDIA, GPUDirect Storage Design Guide</a:t>
            </a:r>
          </a:p>
        </p:txBody>
      </p:sp>
      <p:sp>
        <p:nvSpPr>
          <p:cNvPr id="9" name="text-473">
            <a:extLst xmlns:a="http://schemas.openxmlformats.org/drawingml/2006/main">
              <a:ext uri="{FF2B5EF4-FFF2-40B4-BE49-F238E27FC236}">
                <a16:creationId xmlns:a16="http://schemas.microsoft.com/office/drawing/2014/main" id="{69659B0E-409C-464E-8483-1AD06B6B2189}"/>
              </a:ext>
            </a:extLst>
          </p:cNvPr>
          <p:cNvSpPr>
            <a:spLocks xmlns:a="http://schemas.openxmlformats.org/drawingml/2006/main" noGrp="1"/>
          </p:cNvSpPr>
          <p:nvPr/>
        </p:nvSpPr>
        <p:spPr>
          <a:xfrm xmlns:a="http://schemas.openxmlformats.org/drawingml/2006/main">
            <a:off x="571500" y="5257800"/>
            <a:ext cx="10858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142B3F"/>
                </a:solidFill>
                <a:latin typeface="Arial"/>
                <a:ea typeface="Arial"/>
                <a:cs typeface="Arial"/>
              </a:defRPr>
            </a:pPr>
            <a:r>
              <a:rPr sz="1725" b="0">
                <a:solidFill>
                  <a:srgbClr val="142B3F"/>
                </a:solidFill>
                <a:latin typeface="Arial"/>
                <a:ea typeface="Arial"/>
                <a:cs typeface="Arial"/>
              </a:rPr>
              <a:t>[10] NVIDIA, CUDA API Synchronization Behavior</a:t>
            </a:r>
          </a:p>
        </p:txBody>
      </p:sp>
    </p:spTree>
    <p:extLst>
      <p:ext uri="{BB962C8B-B14F-4D97-AF65-F5344CB8AC3E}">
        <p14:creationId xmlns:p14="http://schemas.microsoft.com/office/powerpoint/2010/main" val="75117822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2026-10-06T06:12:29.0180000Z</dcterms:created>
  <dcterms:modified xsi:type="dcterms:W3CDTF">2026-10-06T06:12:29.0180000Z</dcterms:modified>
</coreProperties>
</file>