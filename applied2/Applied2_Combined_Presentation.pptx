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71d494d85894db3" /><Relationship Type="http://schemas.openxmlformats.org/officeDocument/2006/relationships/extended-properties" Target="/docProps/app.xml" Id="Rac0f7af7d41043e4" /><Relationship Type="http://schemas.openxmlformats.org/officeDocument/2006/relationships/officeDocument" Target="/ppt/presentation.xml" Id="R42b597692e0a4ed8" /></Relationships>
</file>

<file path=ppt/presentation.xml><?xml version="1.0" encoding="utf-8"?>
<p:presentation xmlns:p="http://schemas.openxmlformats.org/presentationml/2006/main">
  <p:sldMasterIdLst>
    <p:sldMasterId xmlns:r="http://schemas.openxmlformats.org/officeDocument/2006/relationships" id="2147483648" r:id="Re797f497dade4ab1"/>
  </p:sldMasterIdLst>
  <p:notesMasterIdLst>
    <p:notesMasterId xmlns:r="http://schemas.openxmlformats.org/officeDocument/2006/relationships" r:id="R64d9d0a8e63d4d1b"/>
  </p:notesMasterIdLst>
  <p:sldIdLst>
    <p:sldId xmlns:r="http://schemas.openxmlformats.org/officeDocument/2006/relationships" id="256" r:id="R73f8962b83b9467a"/>
    <p:sldId xmlns:r="http://schemas.openxmlformats.org/officeDocument/2006/relationships" id="257" r:id="Rf5ca4cf5ff14475e"/>
    <p:sldId xmlns:r="http://schemas.openxmlformats.org/officeDocument/2006/relationships" id="258" r:id="Re477c5737f484fe3"/>
    <p:sldId xmlns:r="http://schemas.openxmlformats.org/officeDocument/2006/relationships" id="259" r:id="R5d12e8aae315485c"/>
    <p:sldId xmlns:r="http://schemas.openxmlformats.org/officeDocument/2006/relationships" id="260" r:id="R9075b302e67e4070"/>
    <p:sldId xmlns:r="http://schemas.openxmlformats.org/officeDocument/2006/relationships" id="261" r:id="Re3273c13e1cb4b40"/>
    <p:sldId xmlns:r="http://schemas.openxmlformats.org/officeDocument/2006/relationships" id="262" r:id="R22ca2255783841dd"/>
    <p:sldId xmlns:r="http://schemas.openxmlformats.org/officeDocument/2006/relationships" id="263" r:id="Rab1c4080e9414b5a"/>
    <p:sldId xmlns:r="http://schemas.openxmlformats.org/officeDocument/2006/relationships" id="264" r:id="Rdc251063995c4ad2"/>
    <p:sldId xmlns:r="http://schemas.openxmlformats.org/officeDocument/2006/relationships" id="265" r:id="R5c0906df589a4463"/>
    <p:sldId xmlns:r="http://schemas.openxmlformats.org/officeDocument/2006/relationships" id="266" r:id="R506a801a0ea24da2"/>
    <p:sldId xmlns:r="http://schemas.openxmlformats.org/officeDocument/2006/relationships" id="267" r:id="R352417bf7d8e410d"/>
    <p:sldId xmlns:r="http://schemas.openxmlformats.org/officeDocument/2006/relationships" id="268" r:id="Rd3af473b9a9048c7"/>
    <p:sldId xmlns:r="http://schemas.openxmlformats.org/officeDocument/2006/relationships" id="269" r:id="R525166939ea643fb"/>
    <p:sldId xmlns:r="http://schemas.openxmlformats.org/officeDocument/2006/relationships" id="270" r:id="Rd89ffb6c6bb144fe"/>
    <p:sldId xmlns:r="http://schemas.openxmlformats.org/officeDocument/2006/relationships" id="271" r:id="Rbd92d46988944fa7"/>
    <p:sldId xmlns:r="http://schemas.openxmlformats.org/officeDocument/2006/relationships" id="272" r:id="R02c5f453fd91461f"/>
    <p:sldId xmlns:r="http://schemas.openxmlformats.org/officeDocument/2006/relationships" id="273" r:id="R2a512e9c534c405f"/>
    <p:sldId xmlns:r="http://schemas.openxmlformats.org/officeDocument/2006/relationships" id="274" r:id="Rb6d78c6c307a4e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5ecdfb4b2946df" /><Relationship Type="http://schemas.openxmlformats.org/officeDocument/2006/relationships/slideMaster" Target="/ppt/slideMasters/slideMaster1.xml" Id="Re797f497dade4ab1" /><Relationship Type="http://schemas.openxmlformats.org/officeDocument/2006/relationships/notesMaster" Target="/ppt/notesMasters/notesMaster1.xml" Id="R64d9d0a8e63d4d1b" /><Relationship Type="http://schemas.openxmlformats.org/officeDocument/2006/relationships/presProps" Target="/ppt/presProps.xml" Id="Rd7e2e0626f784c8a" /><Relationship Type="http://schemas.openxmlformats.org/officeDocument/2006/relationships/tableStyles" Target="/ppt/tableStyles.xml" Id="R1e6c8ef8cbc44311" /><Relationship Type="http://schemas.openxmlformats.org/officeDocument/2006/relationships/slide" Target="/ppt/slides/slide1.xml" Id="R73f8962b83b9467a" /><Relationship Type="http://schemas.openxmlformats.org/officeDocument/2006/relationships/slide" Target="/ppt/slides/slide2.xml" Id="Rf5ca4cf5ff14475e" /><Relationship Type="http://schemas.openxmlformats.org/officeDocument/2006/relationships/slide" Target="/ppt/slides/slide3.xml" Id="Re477c5737f484fe3" /><Relationship Type="http://schemas.openxmlformats.org/officeDocument/2006/relationships/slide" Target="/ppt/slides/slide4.xml" Id="R5d12e8aae315485c" /><Relationship Type="http://schemas.openxmlformats.org/officeDocument/2006/relationships/slide" Target="/ppt/slides/slide5.xml" Id="R9075b302e67e4070" /><Relationship Type="http://schemas.openxmlformats.org/officeDocument/2006/relationships/slide" Target="/ppt/slides/slide6.xml" Id="Re3273c13e1cb4b40" /><Relationship Type="http://schemas.openxmlformats.org/officeDocument/2006/relationships/slide" Target="/ppt/slides/slide7.xml" Id="R22ca2255783841dd" /><Relationship Type="http://schemas.openxmlformats.org/officeDocument/2006/relationships/slide" Target="/ppt/slides/slide8.xml" Id="Rab1c4080e9414b5a" /><Relationship Type="http://schemas.openxmlformats.org/officeDocument/2006/relationships/slide" Target="/ppt/slides/slide9.xml" Id="Rdc251063995c4ad2" /><Relationship Type="http://schemas.openxmlformats.org/officeDocument/2006/relationships/slide" Target="/ppt/slides/slide10.xml" Id="R5c0906df589a4463" /><Relationship Type="http://schemas.openxmlformats.org/officeDocument/2006/relationships/slide" Target="/ppt/slides/slide11.xml" Id="R506a801a0ea24da2" /><Relationship Type="http://schemas.openxmlformats.org/officeDocument/2006/relationships/slide" Target="/ppt/slides/slide12.xml" Id="R352417bf7d8e410d" /><Relationship Type="http://schemas.openxmlformats.org/officeDocument/2006/relationships/slide" Target="/ppt/slides/slide13.xml" Id="Rd3af473b9a9048c7" /><Relationship Type="http://schemas.openxmlformats.org/officeDocument/2006/relationships/slide" Target="/ppt/slides/slide14.xml" Id="R525166939ea643fb" /><Relationship Type="http://schemas.openxmlformats.org/officeDocument/2006/relationships/slide" Target="/ppt/slides/slide15.xml" Id="Rd89ffb6c6bb144fe" /><Relationship Type="http://schemas.openxmlformats.org/officeDocument/2006/relationships/slide" Target="/ppt/slides/slide16.xml" Id="Rbd92d46988944fa7" /><Relationship Type="http://schemas.openxmlformats.org/officeDocument/2006/relationships/slide" Target="/ppt/slides/slide17.xml" Id="R02c5f453fd91461f" /><Relationship Type="http://schemas.openxmlformats.org/officeDocument/2006/relationships/slide" Target="/ppt/slides/slide18.xml" Id="R2a512e9c534c405f" /><Relationship Type="http://schemas.openxmlformats.org/officeDocument/2006/relationships/slide" Target="/ppt/slides/slide19.xml" Id="Rb6d78c6c307a4e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a3c0035a9945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1f5a2e6c45c4b26" /><Relationship Type="http://schemas.openxmlformats.org/officeDocument/2006/relationships/notesMaster" Target="/ppt/notesMasters/notesMaster1.xml" Id="R28b3fde43f014b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32427f103fe04594" /><Relationship Type="http://schemas.openxmlformats.org/officeDocument/2006/relationships/notesMaster" Target="/ppt/notesMasters/notesMaster1.xml" Id="Rf8d2cfd8c84549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d4e6a4f8b4472d" /><Relationship Type="http://schemas.openxmlformats.org/officeDocument/2006/relationships/notesMaster" Target="/ppt/notesMasters/notesMaster1.xml" Id="Rb7a54e2ededd4d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99dfbce84c64ddb" /><Relationship Type="http://schemas.openxmlformats.org/officeDocument/2006/relationships/notesMaster" Target="/ppt/notesMasters/notesMaster1.xml" Id="Rf397e86a64074a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7b32ed77aee44634" /><Relationship Type="http://schemas.openxmlformats.org/officeDocument/2006/relationships/notesMaster" Target="/ppt/notesMasters/notesMaster1.xml" Id="R5093b3aa84ba43cd" /></Relationships>
</file>

<file path=ppt/notesSlides/_rels/notesSlide6.xml.rels>&#65279;<?xml version="1.0" encoding="utf-8"?><Relationships xmlns="http://schemas.openxmlformats.org/package/2006/relationships"><Relationship Type="http://schemas.openxmlformats.org/officeDocument/2006/relationships/slide" Target="/ppt/slides/slide6.xml" Id="R418fe68d368b4584" /><Relationship Type="http://schemas.openxmlformats.org/officeDocument/2006/relationships/notesMaster" Target="/ppt/notesMasters/notesMaster1.xml" Id="R15d7a1784b7e42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03d0e9a9d243bc" /><Relationship Type="http://schemas.openxmlformats.org/officeDocument/2006/relationships/notesMaster" Target="/ppt/notesMasters/notesMaster1.xml" Id="Rb9202e7a1c6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b075cdba4be24180" /><Relationship Type="http://schemas.openxmlformats.org/officeDocument/2006/relationships/notesMaster" Target="/ppt/notesMasters/notesMaster1.xml" Id="R5ec2bf1a34c64c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55ea98f9c38142db" /><Relationship Type="http://schemas.openxmlformats.org/officeDocument/2006/relationships/notesMaster" Target="/ppt/notesMasters/notesMaster1.xml" Id="R88a3a0e2ac2644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7c6a5f0e594f30" /><Relationship Type="http://schemas.openxmlformats.org/officeDocument/2006/relationships/notesMaster" Target="/ppt/notesMasters/notesMaster1.xml" Id="Rb323d57310ff41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a7ce27162044626" /><Relationship Type="http://schemas.openxmlformats.org/officeDocument/2006/relationships/notesMaster" Target="/ppt/notesMasters/notesMaster1.xml" Id="Re95ddcf5d7754bc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a2b523a0b974207" /><Relationship Type="http://schemas.openxmlformats.org/officeDocument/2006/relationships/notesMaster" Target="/ppt/notesMasters/notesMaster1.xml" Id="Rced9e9a89337434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ee49ad3c74b4757" /><Relationship Type="http://schemas.openxmlformats.org/officeDocument/2006/relationships/notesMaster" Target="/ppt/notesMasters/notesMaster1.xml" Id="R443ff82cd752452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0c6e8979314508" /><Relationship Type="http://schemas.openxmlformats.org/officeDocument/2006/relationships/notesMaster" Target="/ppt/notesMasters/notesMaster1.xml" Id="R0b7ee60f96ae476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1ee86aa1c964f79" /><Relationship Type="http://schemas.openxmlformats.org/officeDocument/2006/relationships/notesMaster" Target="/ppt/notesMasters/notesMaster1.xml" Id="Re2978681df9f42b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fd2dfebaeee46e3" /><Relationship Type="http://schemas.openxmlformats.org/officeDocument/2006/relationships/notesMaster" Target="/ppt/notesMasters/notesMaster1.xml" Id="Rc7ce7398f6004b8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1a5bb4094154946" /><Relationship Type="http://schemas.openxmlformats.org/officeDocument/2006/relationships/notesMaster" Target="/ppt/notesMasters/notesMaster1.xml" Id="Rd1bad1c3cf6d43f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897f29405e547b3" /><Relationship Type="http://schemas.openxmlformats.org/officeDocument/2006/relationships/notesMaster" Target="/ppt/notesMasters/notesMaster1.xml" Id="Rc1aa46edff2d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efc2b4de8b54001" /><Relationship Type="http://schemas.openxmlformats.org/officeDocument/2006/relationships/notesMaster" Target="/ppt/notesMasters/notesMaster1.xml" Id="R472d87deb0b54d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I'll explain how we'd rotate a large image using CUDA. The CPU, or host, loads and decodes the image, allocates buffers and launches the work. The GPU, or device, calculates the output pixels. In this design, system RAM and GPU memory are separate. We copy the pixels across PCIe using a host-to-device cudaMemcpy, then copy the result back. Those transfers take time, even when the rotation kernel is fast.</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a:p xmlns:a="http://schemas.openxmlformats.org/drawingml/2006/main">
            <a:r>
              <a:t>[3] NVIDIA, CUDA C++ Best Practices Guide, Heterogeneous Computing. https://docs.nvidia.com/cuda/cuda-c-best-practices-guide/index.html#heterogeneous-computing. Accessed 6 October 2026. Parallel work, memory transfers and measuring complete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35 seconds.</a:t>
            </a:r>
          </a:p>
          <a:p xmlns:a="http://schemas.openxmlformats.org/drawingml/2006/main">
            <a:r>
              <a:t/>
            </a:r>
          </a:p>
          <a:p xmlns:a="http://schemas.openxmlformats.org/drawingml/2006/main">
            <a:r>
              <a:t>SPEAKER SCRIPT</a:t>
            </a:r>
          </a:p>
          <a:p xmlns:a="http://schemas.openxmlformats.org/drawingml/2006/main">
            <a:r>
              <a:t>Brightness is data-parallel because each pixel gets the same independent adjustment. Rotation also gives each thread independent work, but the source position changes. We start with an output pixel and map backwards to its source, so every destination gets written. Here, that produces a ninety-degree counterclockwise rotation. We use nearest-neighbour sampling, keep the original dimensions and fill uncovered pixels with black. It's simple, but diagonal edges can look jagged and corners can be cropped.</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[4] Monash University, Applied #2 Assessment Specification and Applied #2 Rubric (supplied PDFs). ../Applied #2 - Assessment Specification.pdf. Accessed 6 October 2026. Task 1 parts (a)-(c), diagrams, marking criteria and submission instructions.</a:t>
            </a:r>
          </a:p>
          <a:p xmlns:a="http://schemas.openxmlformats.org/drawingml/2006/main">
            <a:r>
              <a:t>[5] NVIDIA, NPP Image Geometry Transforms, Rotate. https://docs.nvidia.com/cuda/archive/13.0.3/npp/image_geometry_transforms.html#rotate. Accessed 6 October 2026. An established CUDA image-processing library with rotation, shifts and interpolation parameters.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CUDA organises threads into blocks, and blocks into a grid. The launch here specifies both. For a one-thousand-and-twenty-four square image, sixteen-by-sixteen threads gives two hundred and fifty-six threads per block. We need sixty-four-by-sixty-four blocks: four thousand and ninety-six blocks, launching just over one million threads. Our bounds check handles images that don't divide evenly by sixteen.</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25 seconds.</a:t>
            </a:r>
          </a:p>
          <a:p xmlns:a="http://schemas.openxmlformats.org/drawingml/2006/main">
            <a:r>
              <a:t/>
            </a:r>
          </a:p>
          <a:p xmlns:a="http://schemas.openxmlformats.org/drawingml/2006/main">
            <a:r>
              <a:t>SPEAKER SCRIPT</a:t>
            </a:r>
          </a:p>
          <a:p xmlns:a="http://schemas.openxmlformats.org/drawingml/2006/main">
            <a:r>
              <a:t>That doesn't mean we need a million CUDA cores. An SM, or streaming multiprocessor, keeps blocks resident and schedules warps of thirty-two threads. The execution units are reused over time. More blocks enter as resources become available. Register use limits residency, so a bigger block doesn't automatically improve performance.</a:t>
            </a:r>
          </a:p>
          <a:p xmlns:a="http://schemas.openxmlformats.org/drawingml/2006/main">
            <a:r>
              <a:t/>
            </a:r>
          </a:p>
          <a:p xmlns:a="http://schemas.openxmlformats.org/drawingml/2006/main">
            <a:r>
              <a:t>SOURCES</a:t>
            </a:r>
          </a:p>
          <a:p xmlns:a="http://schemas.openxmlformats.org/drawingml/2006/main">
            <a:r>
              <a:t>[2] NVIDIA, CUDA Programming Guide, Programming Model. https://docs.nvidia.com/cuda/cuda-programming-guide/01-introduction/programming-model.html. Accessed 6 October 2026. Host/device roles, kernel configuration, blocks and grids.</a:t>
            </a:r>
          </a:p>
          <a:p xmlns:a="http://schemas.openxmlformats.org/drawingml/2006/main">
            <a:r>
              <a:t>[6] NVIDIA, CUDA C++ Programming Guide, SIMT Architecture and Hardware Multithreading. https://docs.nvidia.com/cuda/archive/13.0.0/cuda-c-programming-guide/index.html#simt-architecture. Accessed 6 October 2026. 32-thread warps, streaming multiprocessors and scheduling.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Larger images usually keep more SMs busy and spread launch overhead across more pixels. Coalesced writes use memory bandwidth efficiently, while rotation's irregular reads can limit performance. Keeping intermediate images on the GPU avoids repeated copies. For a fair speed-up, compare CPU time against the complete GPU time: setup, both transfers and the kernel. Our next step is to measure those stages; we haven't claimed a benchmark result.</a:t>
            </a:r>
          </a:p>
          <a:p xmlns:a="http://schemas.openxmlformats.org/drawingml/2006/main">
            <a:r>
              <a:t/>
            </a:r>
          </a:p>
          <a:p xmlns:a="http://schemas.openxmlformats.org/drawingml/2006/main">
            <a:r>
              <a:t>SOURCES</a:t>
            </a:r>
          </a:p>
          <a:p xmlns:a="http://schemas.openxmlformats.org/drawingml/2006/main">
            <a:r>
              <a:t>[1] Monash University, Introduction to CUDA Programming with Google Colab, Week 9, Parts A-D (supplied notebook). ../../W9/Week 9 Applied/Week 9 Applied/[FIT3143] Introduction to CUDA Programming with Google Colab.ipynb. Accessed 6 October 2026. Course source for the seven reflection questions, RGB brightness and timing setup.</a:t>
            </a:r>
          </a:p>
          <a:p xmlns:a="http://schemas.openxmlformats.org/drawingml/2006/main">
            <a:r>
              <a:t>[3] NVIDIA, CUDA C++ Best Practices Guide, Heterogeneous Computing. https://docs.nvidia.com/cuda/cuda-c-best-practices-guide/index.html#heterogeneous-computing. Accessed 6 October 2026. Parallel work, memory transfers and measuring complete cost.</a:t>
            </a:r>
          </a:p>
          <a:p xmlns:a="http://schemas.openxmlformats.org/drawingml/2006/main">
            <a:r>
              <a:t>[7] NVIDIA, CUDA C++ Best Practices Guide, Data Transfer Between Host and Device. https://docs.nvidia.com/cuda/cuda-c-best-practices-guide/index.html#data-transfer-between-host-and-device. Accessed 6 October 2026. Transfer cost, pinned memory and overlap considerations.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1 MAIN SLIDE. Suggested speaking time: 30 seconds.</a:t>
            </a:r>
          </a:p>
          <a:p xmlns:a="http://schemas.openxmlformats.org/drawingml/2006/main">
            <a:r>
              <a:t/>
            </a:r>
          </a:p>
          <a:p xmlns:a="http://schemas.openxmlformats.org/drawingml/2006/main">
            <a:r>
              <a:t>SPEAKER SCRIPT</a:t>
            </a:r>
          </a:p>
          <a:p xmlns:a="http://schemas.openxmlformats.org/drawingml/2006/main">
            <a:r>
              <a:t>GPUDirect Storage can transfer data from supported storage into GPU memory through DMA, removing CPU RAM staging. The CPU still controls the I/O. It could help repeated large batches when storage is the bottleneck. It may offer little benefit for small jobs or CPU-only image decoding. So our design separates kernel performance from the complete pipeline. My teammate will now discuss what scaling that computing power means for AI.</a:t>
            </a:r>
          </a:p>
          <a:p xmlns:a="http://schemas.openxmlformats.org/drawingml/2006/main">
            <a:r>
              <a:t/>
            </a:r>
          </a:p>
          <a:p xmlns:a="http://schemas.openxmlformats.org/drawingml/2006/main">
            <a:r>
              <a:t>SOURCES</a:t>
            </a:r>
          </a:p>
          <a:p xmlns:a="http://schemas.openxmlformats.org/drawingml/2006/main">
            <a:r>
              <a:t>[8] NVIDIA, GPUDirect Storage Overview Guide. https://docs.nvidia.com/gpudirect-storage/overview-guide/index.html. Accessed 6 October 2026. Direct DMA path and CPU bounce-buffer avoidance.</a:t>
            </a:r>
          </a:p>
          <a:p xmlns:a="http://schemas.openxmlformats.org/drawingml/2006/main">
            <a:r>
              <a:t>[9] NVIDIA, GPUDirect Storage Design Guide. https://docs.nvidia.com/gpudirect-storage/design-guide/index.html. Accessed 6 October 2026. Pipeline bottlenecks, topology and applicability.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2 MAIN SLIDE. Suggested speaking time: 40 seconds.</a:t>
            </a:r>
          </a:p>
          <a:p xmlns:a="http://schemas.openxmlformats.org/drawingml/2006/main">
            <a:r>
              <a:t/>
            </a:r>
          </a:p>
          <a:p xmlns:a="http://schemas.openxmlformats.org/drawingml/2006/main">
            <a:r>
              <a:t>SPEAKER SCRIPT</a:t>
            </a:r>
          </a:p>
          <a:p xmlns:a="http://schemas.openxmlformats.org/drawingml/2006/main">
            <a:r>
              <a:t>We've seen how one GPU divides an image into parallel work. HPC takes that idea across many processors, with fast networks and storage. In data-parallel AI training, each GPU holds the same model but processes different examples. They synchronise gradients before updating it. Larger models can also split layers across GPUs. This increases capacity, but communication means doubling the GPUs won't necessarily halve the runtime. The ethical question is who benefits from that scale, and who pays for it.</a:t>
            </a:r>
          </a:p>
          <a:p xmlns:a="http://schemas.openxmlformats.org/drawingml/2006/main">
            <a:r>
              <a:t/>
            </a:r>
          </a:p>
          <a:p xmlns:a="http://schemas.openxmlformats.org/drawingml/2006/main">
            <a:r>
              <a:t>SOURCES</a:t>
            </a:r>
          </a:p>
          <a:p xmlns:a="http://schemas.openxmlformats.org/drawingml/2006/main">
            <a:r>
              <a:t>[11] NVIDIA, Megatron Core Parallelism Strategies Guide, 2026 documentation. [Online]. Available: https://docs.nvidia.com/megatron-core/developer-guide/latest/user-guide/parallelism-guide.html. Accessed 6 October 2026. Primary technical documentation for data, tensor and pipeline parallelism and communication considerations.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2 MAIN SLIDE. Suggested speaking time: 65 seconds.</a:t>
            </a:r>
          </a:p>
          <a:p xmlns:a="http://schemas.openxmlformats.org/drawingml/2006/main">
            <a:r>
              <a:t/>
            </a:r>
          </a:p>
          <a:p xmlns:a="http://schemas.openxmlformats.org/drawingml/2006/main">
            <a:r>
              <a:t>SPEAKER SCRIPT</a:t>
            </a:r>
          </a:p>
          <a:p xmlns:a="http://schemas.openxmlformats.org/drawingml/2006/main">
            <a:r>
              <a:t>The environmental impact is our main focus. According to the IEA's 2026 report, all data centres used an estimated four hundred and eighty-five terawatt-hours in 2025. Its 2030 projection is nine hundred and fifty: roughly ninety-six percent more. That's the whole sector, including AI and other workloads, and the future bar is a forecast. On the right, electricity use grew seventeen percent across all data centres in 2025, versus fifty percent for the AI-focused subset. Those groups overlap, so we can't add the rates. Efficiency per task can improve while total demand grows, because usage grows faster. The actual harm also depends on the electricity source and local cooling-water pressure. A faster training run alone doesn't tell us its total energy or emissions.</a:t>
            </a:r>
          </a:p>
          <a:p xmlns:a="http://schemas.openxmlformats.org/drawingml/2006/main">
            <a:r>
              <a:t/>
            </a:r>
          </a:p>
          <a:p xmlns:a="http://schemas.openxmlformats.org/drawingml/2006/main">
            <a:r>
              <a:t>SOURCES</a:t>
            </a:r>
          </a:p>
          <a:p xmlns:a="http://schemas.openxmlformats.org/drawingml/2006/main">
            <a:r>
              <a:t>[12] IEA, Key Questions on Energy and AI, Executive summary, 2026. [Online]. Available: https://www.iea.org/reports/key-questions-on-energy-and-ai/executive-summary. Accessed 6 October 2026. Published 16 April 2026. Reports 485 TWh in 2025, projects 950 TWh in 2030, and gives 17% and 50% electricity-demand growth figures for 2025. CC BY 4.0.</a:t>
            </a:r>
          </a:p>
          <a:p xmlns:a="http://schemas.openxmlformats.org/drawingml/2006/main">
            <a:r>
              <a:t/>
            </a:r>
          </a:p>
          <a:p xmlns:a="http://schemas.openxmlformats.org/drawingml/2006/main">
            <a:r>
              <a:t>[13] IEA, Data centre electricity use surged in 2025, 2026. [Online]. Available: https://www.iea.org/news/data-centre-electricity-use-surged-in-2025-even-with-tightening-bottlenecks-driving-a-scramble-for-solutions. Accessed 6 October 2026. 16 April 2026 press release. Explains efficiency, growing AI use, grid bottlenecks and affordability considerations.</a:t>
            </a:r>
          </a:p>
          <a:p xmlns:a="http://schemas.openxmlformats.org/drawingml/2006/main">
            <a:r>
              <a:t/>
            </a:r>
          </a:p>
          <a:p xmlns:a="http://schemas.openxmlformats.org/drawingml/2006/main">
            <a:r>
              <a:t>[18] P. Li et al., Making AI Less Thirsty, 2023 preprint. [Online]. Available: https://arxiv.org/abs/2304.03271. Accessed 6 October 2026. Primary research on water withdrawal/consumption and the spatial and temporal variation of AI water footprints. Used qualitatively, without presenting its model-specific numerical estimates as universal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2 MAIN SLIDE. Suggested speaking time: 35 seconds.</a:t>
            </a:r>
          </a:p>
          <a:p xmlns:a="http://schemas.openxmlformats.org/drawingml/2006/main">
            <a:r>
              <a:t/>
            </a:r>
          </a:p>
          <a:p xmlns:a="http://schemas.openxmlformats.org/drawingml/2006/main">
            <a:r>
              <a:t>SPEAKER SCRIPT</a:t>
            </a:r>
          </a:p>
          <a:p xmlns:a="http://schemas.openxmlformats.org/drawingml/2006/main">
            <a:r>
              <a:t>Scaling also raises privacy, fairness and access questions. Research has shown that exposed gradients can reveal training data under some conditions. So distributing work doesn't automatically protect privacy, and more compute doesn't remove dataset bias. Expensive clusters also shape who can do research. Historical compute-divide research describes that concentration; NAIRR offers a current US response, supporting over six hundred teams and six thousand students. Shared capacity helps, but doesn't prove equal access worldwide.</a:t>
            </a:r>
          </a:p>
          <a:p xmlns:a="http://schemas.openxmlformats.org/drawingml/2006/main">
            <a:r>
              <a:t/>
            </a:r>
          </a:p>
          <a:p xmlns:a="http://schemas.openxmlformats.org/drawingml/2006/main">
            <a:r>
              <a:t>SOURCES</a:t>
            </a:r>
          </a:p>
          <a:p xmlns:a="http://schemas.openxmlformats.org/drawingml/2006/main">
            <a:r>
              <a:t>[14] OECD, AI Principles, Updated 2024. [Online]. Available: https://www.oecd.org/en/topics/ai-principles.html. Accessed 6 October 2026. Fairness, privacy, transparency, robustness and accountability as policy goals.</a:t>
            </a:r>
          </a:p>
          <a:p xmlns:a="http://schemas.openxmlformats.org/drawingml/2006/main">
            <a:r>
              <a:t/>
            </a:r>
          </a:p>
          <a:p xmlns:a="http://schemas.openxmlformats.org/drawingml/2006/main">
            <a:r>
              <a:t>[15] NIST, AI Risk Management Framework 1.0 Playbook, 2023 framework; current online playbook. [Online]. Available: https://airc.nist.gov/airmf-resources/playbook/. Accessed 6 October 2026. Voluntary suggested actions aligned with Govern, Map, Measure and Manage. The online resource notes that the framework is being updated.</a:t>
            </a:r>
          </a:p>
          <a:p xmlns:a="http://schemas.openxmlformats.org/drawingml/2006/main">
            <a:r>
              <a:t/>
            </a:r>
          </a:p>
          <a:p xmlns:a="http://schemas.openxmlformats.org/drawingml/2006/main">
            <a:r>
              <a:t>[16] NSF, NAIRR at 2 years, 2026. [Online]. Available: https://www.nsf.gov/cise/updates/nairr-2-years-advancing-american-artificial-intelligence. Accessed 6 October 2026. 19 March 2026. More than 600 teams and 6,000 students supported since 2024. A US access initiative, not a global participation statistic.</a:t>
            </a:r>
          </a:p>
          <a:p xmlns:a="http://schemas.openxmlformats.org/drawingml/2006/main">
            <a:r>
              <a:t/>
            </a:r>
          </a:p>
          <a:p xmlns:a="http://schemas.openxmlformats.org/drawingml/2006/main">
            <a:r>
              <a:t>[20] N. Ahmed and M. Wahed, The De-democratization of AI, 2020 research preprint. [Online]. Available: https://arxiv.org/abs/2010.15581. Accessed 6 October 2026. Studies conference participation and the compute divide. Historical evidence from its dataset, not a 2026 global access census.</a:t>
            </a:r>
          </a:p>
          <a:p xmlns:a="http://schemas.openxmlformats.org/drawingml/2006/main">
            <a:r>
              <a:t/>
            </a:r>
          </a:p>
          <a:p xmlns:a="http://schemas.openxmlformats.org/drawingml/2006/main">
            <a:r>
              <a:t>[21] I. O. Gallegos et al., Bias and Fairness in Large Language Models: A Survey, 2024 revised survey; Computational Linguistics. [Online]. Available: https://arxiv.org/abs/2309.00770. Accessed 6 October 2026. Separates fairness metrics, evaluation datasets and mitigation stages. Fairness must be evaluated for specific harms and groups.</a:t>
            </a:r>
          </a:p>
          <a:p xmlns:a="http://schemas.openxmlformats.org/drawingml/2006/main">
            <a:r>
              <a:t/>
            </a:r>
          </a:p>
          <a:p xmlns:a="http://schemas.openxmlformats.org/drawingml/2006/main">
            <a:r>
              <a:t>[22] L. Zhu, Z. Liu and S. Han, Deep Leakage from Gradients, 2019 research paper. [Online]. Available: https://arxiv.org/abs/1906.08935. Accessed 6 October 2026. Demonstrates input reconstruction from shared gradients under experimental conditions. Does not show that every production all-reduce is compromised.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TASK 2 MAIN SLIDE. Suggested speaking time: 40 seconds.</a:t>
            </a:r>
          </a:p>
          <a:p xmlns:a="http://schemas.openxmlformats.org/drawingml/2006/main">
            <a:r>
              <a:t/>
            </a:r>
          </a:p>
          <a:p xmlns:a="http://schemas.openxmlformats.org/drawingml/2006/main">
            <a:r>
              <a:t>SPEAKER SCRIPT</a:t>
            </a:r>
          </a:p>
          <a:p xmlns:a="http://schemas.openxmlformats.org/drawingml/2006/main">
            <a:r>
              <a:t>Our proposal combines performance targets with an energy budget. Green AI argues that efficiency should be evaluated alongside accuracy. Carbon-aware scheduling can move flexible jobs to cleaner periods, although urgent jobs can't always wait. OECD principles and NIST's risk framework guide privacy, fairness and accountability. We would also publish clear allocation rules. Next, measure a real training job's energy, scaling efficiency and useful output. These charts show sector trends, not that job's footprint. Responsible HPC means checking benefits against resource costs and who bears them. Thank you; we're happy to take questions.</a:t>
            </a:r>
          </a:p>
          <a:p xmlns:a="http://schemas.openxmlformats.org/drawingml/2006/main">
            <a:r>
              <a:t/>
            </a:r>
          </a:p>
          <a:p xmlns:a="http://schemas.openxmlformats.org/drawingml/2006/main">
            <a:r>
              <a:t>SOURCES</a:t>
            </a:r>
          </a:p>
          <a:p xmlns:a="http://schemas.openxmlformats.org/drawingml/2006/main">
            <a:r>
              <a:t>[14] OECD, AI Principles, Updated 2024. [Online]. Available: https://www.oecd.org/en/topics/ai-principles.html. Accessed 6 October 2026. Fairness, privacy, transparency, robustness and accountability as policy goals.</a:t>
            </a:r>
          </a:p>
          <a:p xmlns:a="http://schemas.openxmlformats.org/drawingml/2006/main">
            <a:r>
              <a:t/>
            </a:r>
          </a:p>
          <a:p xmlns:a="http://schemas.openxmlformats.org/drawingml/2006/main">
            <a:r>
              <a:t>[15] NIST, AI Risk Management Framework 1.0 Playbook, 2023 framework; current online playbook. [Online]. Available: https://airc.nist.gov/airmf-resources/playbook/. Accessed 6 October 2026. Voluntary suggested actions aligned with Govern, Map, Measure and Manage. The online resource notes that the framework is being updated.</a:t>
            </a:r>
          </a:p>
          <a:p xmlns:a="http://schemas.openxmlformats.org/drawingml/2006/main">
            <a:r>
              <a:t/>
            </a:r>
          </a:p>
          <a:p xmlns:a="http://schemas.openxmlformats.org/drawingml/2006/main">
            <a:r>
              <a:t>[16] NSF, NAIRR at 2 years, 2026. [Online]. Available: https://www.nsf.gov/cise/updates/nairr-2-years-advancing-american-artificial-intelligence. Accessed 6 October 2026. 19 March 2026. More than 600 teams and 6,000 students supported since 2024. A US access initiative, not a global participation statistic.</a:t>
            </a:r>
          </a:p>
          <a:p xmlns:a="http://schemas.openxmlformats.org/drawingml/2006/main">
            <a:r>
              <a:t/>
            </a:r>
          </a:p>
          <a:p xmlns:a="http://schemas.openxmlformats.org/drawingml/2006/main">
            <a:r>
              <a:t>[17] A. Radovanovic et al., Carbon-Aware Computing for Datacenters, 2021. [Online]. Available: https://arxiv.org/abs/2106.11750. Accessed 6 October 2026. Primary research describing Google's scheduling of temporally flexible workloads using carbon-intensity forecasts while preserving daily capacity.</a:t>
            </a:r>
          </a:p>
          <a:p xmlns:a="http://schemas.openxmlformats.org/drawingml/2006/main">
            <a:r>
              <a:t/>
            </a:r>
          </a:p>
          <a:p xmlns:a="http://schemas.openxmlformats.org/drawingml/2006/main">
            <a:r>
              <a:t>[18] P. Li et al., Making AI Less Thirsty, 2023 preprint. [Online]. Available: https://arxiv.org/abs/2304.03271. Accessed 6 October 2026. Primary research on water withdrawal/consumption and the spatial and temporal variation of AI water footprints. Used qualitatively, without presenting its model-specific numerical estimates as universal measurements.</a:t>
            </a:r>
          </a:p>
          <a:p xmlns:a="http://schemas.openxmlformats.org/drawingml/2006/main">
            <a:r>
              <a:t/>
            </a:r>
          </a:p>
          <a:p xmlns:a="http://schemas.openxmlformats.org/drawingml/2006/main">
            <a:r>
              <a:t>[19] R. Schwartz et al., Green AI, 2019 position paper. [Online]. Available: https://arxiv.org/abs/1907.10597. Accessed 6 October 2026. Proposes evaluating efficiency and reporting financial cost alongside accuracy. Use as a policy argument, not a current electricity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six-minute prepared presentation ends after the ten main slides. Invite questions from the markers. The specification allocates approximately 1-2 minutes for Q&amp;A separately. Clearly labelled appendices follow this shared Q&amp;A slide. Review the Task 1 and Task 2 study guides before the session. AI tools are prohibited during the assessed presentation and interview.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CUDA C++ snippets. Buffers, dimensions and byte count must already be valid. A full program must allocate/free memory, check API and launch errors, and validate capacity. The blocking D2H copy follows work in the default stream and returns once that copy completes. For timing asynchronous work, synchronise appropriately or use CUDA events. The supplied notebook uses Numba Python syntax: brightness_kernel[blocks_per_grid, threads_per_block](...). It represents the same grid/block model, whereas the specification asks about CUDA C++ &lt;&lt;&lt;grid, block&gt;&gt;&gt; syntax. No full program was compiled or run.</a:t>
            </a:r>
          </a:p>
          <a:p xmlns:a="http://schemas.openxmlformats.org/drawingml/2006/main">
            <a:r>
              <a:t/>
            </a:r>
          </a:p>
          <a:p xmlns:a="http://schemas.openxmlformats.org/drawingml/2006/main">
            <a:r>
              <a:t>[1] Supplied Colab notebook.</a:t>
            </a:r>
          </a:p>
          <a:p xmlns:a="http://schemas.openxmlformats.org/drawingml/2006/main">
            <a:r>
              <a:t>[2] https://docs.nvidia.com/cuda/cuda-programming-guide/01-introduction/programming-model.html</a:t>
            </a:r>
          </a:p>
          <a:p xmlns:a="http://schemas.openxmlformats.org/drawingml/2006/main">
            <a:r>
              <a:t>[10] https://docs.nvidia.com/cuda/cuda-driver-api/api-sync-behavior.html</a:t>
            </a:r>
          </a:p>
          <a:p xmlns:a="http://schemas.openxmlformats.org/drawingml/2006/main">
            <a:r>
              <a:t>Accessed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Excerpts from the illustrative kernel examples supplied with this deck. The full snippets calculate x and y from block/thread indices, use centre cx=(W-1)/2 and cy=(H-1)/2, and loop over RGB channels. c=cos(theta), s=sin(theta) are computed once on the host. Positive theta means visually counterclockwise rotation with image y pointing downward. Brightness reads and writes one channel at the corresponding index. Rotation uses immutable input and a separate output buffer. Total work O(W*H) and total storage O(W*H) for fixed channel count. These examples have not been compiled or benchmarked. See the companion PDF for edge cases.</a:t>
            </a:r>
          </a:p>
          <a:p xmlns:a="http://schemas.openxmlformats.org/drawingml/2006/main">
            <a:r>
              <a:t/>
            </a:r>
          </a:p>
          <a:p xmlns:a="http://schemas.openxmlformats.org/drawingml/2006/main">
            <a:r>
              <a:t>[1] Supplied Monash Colab notebook.</a:t>
            </a:r>
          </a:p>
          <a:p xmlns:a="http://schemas.openxmlformats.org/drawingml/2006/main">
            <a:r>
              <a:t>[4] Applied #2 Assessment Specification.</a:t>
            </a:r>
          </a:p>
          <a:p xmlns:a="http://schemas.openxmlformats.org/drawingml/2006/main">
            <a:r>
              <a:t>[5] NVIDIA NPP rotation library reference, https://docs.nvidia.com/cuda/archive/13.0.3/npp/image_geometry_transforms.html#rotate.</a:t>
            </a:r>
          </a:p>
          <a:p xmlns:a="http://schemas.openxmlformats.org/drawingml/2006/main">
            <a:r>
              <a:t>Accessed 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Monash University, Introduction to CUDA Programming with Google Colab, Week 9, Parts A-D (supplied notebook). [Online]. Available: ../../W9/Week 9 Applied/Week 9 Applied/[FIT3143] Introduction to CUDA Programming with Google Colab.ipynb. Accessed: 6 October 2026. Course source for the seven reflection questions, RGB brightness and timing setup.</a:t>
            </a:r>
          </a:p>
          <a:p xmlns:a="http://schemas.openxmlformats.org/drawingml/2006/main">
            <a:r>
              <a:t/>
            </a:r>
          </a:p>
          <a:p xmlns:a="http://schemas.openxmlformats.org/drawingml/2006/main">
            <a:r>
              <a:t>[2] NVIDIA, CUDA Programming Guide, Programming Model. [Online]. Available: https://docs.nvidia.com/cuda/cuda-programming-guide/01-introduction/programming-model.html. Accessed: 6 October 2026. Host/device roles, kernel configuration, blocks and grids.</a:t>
            </a:r>
          </a:p>
          <a:p xmlns:a="http://schemas.openxmlformats.org/drawingml/2006/main">
            <a:r>
              <a:t/>
            </a:r>
          </a:p>
          <a:p xmlns:a="http://schemas.openxmlformats.org/drawingml/2006/main">
            <a:r>
              <a:t>[3] NVIDIA, CUDA C++ Best Practices Guide, Heterogeneous Computing. [Online]. Available: https://docs.nvidia.com/cuda/cuda-c-best-practices-guide/index.html#heterogeneous-computing. Accessed: 6 October 2026. Parallel work, memory transfers and measuring complete cost.</a:t>
            </a:r>
          </a:p>
          <a:p xmlns:a="http://schemas.openxmlformats.org/drawingml/2006/main">
            <a:r>
              <a:t/>
            </a:r>
          </a:p>
          <a:p xmlns:a="http://schemas.openxmlformats.org/drawingml/2006/main">
            <a:r>
              <a:t>[4] Monash University, Applied #2 Assessment Specification and Applied #2 Rubric (supplied PDFs). [Online]. Available: ../Applied #2 - Assessment Specification.pdf. Accessed: 6 October 2026. Task 1 parts (a)-(c), diagrams, marking criteria and submission instructions.</a:t>
            </a:r>
          </a:p>
          <a:p xmlns:a="http://schemas.openxmlformats.org/drawingml/2006/main">
            <a:r>
              <a:t/>
            </a:r>
          </a:p>
          <a:p xmlns:a="http://schemas.openxmlformats.org/drawingml/2006/main">
            <a:r>
              <a:t>[5] NVIDIA, NPP Image Geometry Transforms, Rotate. [Online]. Available: https://docs.nvidia.com/cuda/archive/13.0.3/npp/image_geometry_transforms.html#rotate. Accessed: 6 October 2026. An established CUDA image-processing library with rotation, shifts and interpolation parameters.</a:t>
            </a:r>
          </a:p>
          <a:p xmlns:a="http://schemas.openxmlformats.org/drawingml/2006/main">
            <a:r>
              <a:t/>
            </a:r>
          </a:p>
          <a:p xmlns:a="http://schemas.openxmlformats.org/drawingml/2006/main">
            <a:r>
              <a:t>AI assistance: OpenAI Codex helped prepare the research, explanations, diagrams and illustrative code. The companion PDF includes an AI declaration and user prompt record. No performance measurements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NVIDIA, CUDA C++ Programming Guide, SIMT Architecture and Hardware Multithreading. [Online]. Available: https://docs.nvidia.com/cuda/archive/13.0.0/cuda-c-programming-guide/index.html#simt-architecture. Accessed: 6 October 2026. 32-thread warps, streaming multiprocessors and scheduling.</a:t>
            </a:r>
          </a:p>
          <a:p xmlns:a="http://schemas.openxmlformats.org/drawingml/2006/main">
            <a:r>
              <a:t/>
            </a:r>
          </a:p>
          <a:p xmlns:a="http://schemas.openxmlformats.org/drawingml/2006/main">
            <a:r>
              <a:t>[7] NVIDIA, CUDA C++ Best Practices Guide, Data Transfer Between Host and Device. [Online]. Available: https://docs.nvidia.com/cuda/cuda-c-best-practices-guide/index.html#data-transfer-between-host-and-device. Accessed: 6 October 2026. Transfer cost, pinned memory and overlap considerations.</a:t>
            </a:r>
          </a:p>
          <a:p xmlns:a="http://schemas.openxmlformats.org/drawingml/2006/main">
            <a:r>
              <a:t/>
            </a:r>
          </a:p>
          <a:p xmlns:a="http://schemas.openxmlformats.org/drawingml/2006/main">
            <a:r>
              <a:t>[8] NVIDIA, GPUDirect Storage Overview Guide. [Online]. Available: https://docs.nvidia.com/gpudirect-storage/overview-guide/index.html. Accessed: 6 October 2026. Direct DMA path and CPU bounce-buffer avoidance.</a:t>
            </a:r>
          </a:p>
          <a:p xmlns:a="http://schemas.openxmlformats.org/drawingml/2006/main">
            <a:r>
              <a:t/>
            </a:r>
          </a:p>
          <a:p xmlns:a="http://schemas.openxmlformats.org/drawingml/2006/main">
            <a:r>
              <a:t>[9] NVIDIA, GPUDirect Storage Design Guide. [Online]. Available: https://docs.nvidia.com/gpudirect-storage/design-guide/index.html. Accessed: 6 October 2026. Pipeline bottlenecks, topology and applicability.</a:t>
            </a:r>
          </a:p>
          <a:p xmlns:a="http://schemas.openxmlformats.org/drawingml/2006/main">
            <a:r>
              <a:t/>
            </a:r>
          </a:p>
          <a:p xmlns:a="http://schemas.openxmlformats.org/drawingml/2006/main">
            <a:r>
              <a:t>[10] NVIDIA, CUDA API Synchronization Behavior. [Online]. Available: https://docs.nvidia.com/cuda/cuda-driver-api/api-sync-behavior.html. Accessed: 6 October 2026. Pageable/pinned memory staging and synchronisation caveats.</a:t>
            </a:r>
          </a:p>
          <a:p xmlns:a="http://schemas.openxmlformats.org/drawingml/2006/main">
            <a:r>
              <a:t/>
            </a:r>
          </a:p>
          <a:p xmlns:a="http://schemas.openxmlformats.org/drawingml/2006/main">
            <a:r>
              <a:t>AI assistance: OpenAI Codex helped prepare the research, explanations, diagrams and illustrative code. The companion PDF includes an AI declaration and user prompt record. No performance measurements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Abbreviated teaching excerpts, not a complete program. H2D and D2H stand for cudaMemcpyHostToDevice and cudaMemcpyDeviceToHost. Full examples and preconditions are in Task1_CUDA_Performance_Examples.cu. ThreadIdx.x varies fastest; 32-wide blocks align a warp with one row, while 16-wide blocks span two. Neither choice is universally best: source-read locality, register use, alignment and occupancy matter. Pinned host buffers support asynchronous transfers. One stream orders its H2D, kernel and D2H. Independent images with separate buffers and streams may overlap if hardware permits. Wait before reading, reusing or freeing buffers. No benchmark was run. Sources [2,3,6,7,10] match the Task 1 references. Total work O(W*H), fixed batch k buffers O(k*W*H).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 NVIDIA, Megatron Core Parallelism Strategies Guide, 2026 documentation. [Online]. Available: https://docs.nvidia.com/megatron-core/developer-guide/latest/user-guide/parallelism-guide.html. Accessed: 6 October 2026. Primary technical documentation for data, tensor and pipeline parallelism and communication considerations.</a:t>
            </a:r>
          </a:p>
          <a:p xmlns:a="http://schemas.openxmlformats.org/drawingml/2006/main">
            <a:r>
              <a:t/>
            </a:r>
          </a:p>
          <a:p xmlns:a="http://schemas.openxmlformats.org/drawingml/2006/main">
            <a:r>
              <a:t>[12] IEA, Key Questions on Energy and AI, Executive summary, 2026. [Online]. Available: https://www.iea.org/reports/key-questions-on-energy-and-ai/executive-summary. Accessed: 6 October 2026. Published 16 April 2026. Reports 485 TWh in 2025, projects 950 TWh in 2030, and gives 17% and 50% electricity-demand growth figures for 2025. CC BY 4.0.</a:t>
            </a:r>
          </a:p>
          <a:p xmlns:a="http://schemas.openxmlformats.org/drawingml/2006/main">
            <a:r>
              <a:t/>
            </a:r>
          </a:p>
          <a:p xmlns:a="http://schemas.openxmlformats.org/drawingml/2006/main">
            <a:r>
              <a:t>[13] IEA, Data centre electricity use surged in 2025, 2026. [Online]. Available: https://www.iea.org/news/data-centre-electricity-use-surged-in-2025-even-with-tightening-bottlenecks-driving-a-scramble-for-solutions. Accessed: 6 October 2026. 16 April 2026 press release. Explains efficiency, growing AI use, grid bottlenecks and affordability considerations.</a:t>
            </a:r>
          </a:p>
          <a:p xmlns:a="http://schemas.openxmlformats.org/drawingml/2006/main">
            <a:r>
              <a:t/>
            </a:r>
          </a:p>
          <a:p xmlns:a="http://schemas.openxmlformats.org/drawingml/2006/main">
            <a:r>
              <a:t>[14] OECD, AI Principles, Updated 2024. [Online]. Available: https://www.oecd.org/en/topics/ai-principles.html. Accessed: 6 October 2026. Fairness, privacy, transparency, robustness and accountability as policy goals.</a:t>
            </a:r>
          </a:p>
          <a:p xmlns:a="http://schemas.openxmlformats.org/drawingml/2006/main">
            <a:r>
              <a:t/>
            </a:r>
          </a:p>
          <a:p xmlns:a="http://schemas.openxmlformats.org/drawingml/2006/main">
            <a:r>
              <a:t>AI declaration and preparation prompt records are included in the companion PDF. The charts use cited source values, not local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NIST, AI Risk Management Framework 1.0 Playbook, 2023 framework; current online playbook. [Online]. Available: https://airc.nist.gov/airmf-resources/playbook/. Accessed: 6 October 2026. Voluntary suggested actions aligned with Govern, Map, Measure and Manage. The online resource notes that the framework is being updated.</a:t>
            </a:r>
          </a:p>
          <a:p xmlns:a="http://schemas.openxmlformats.org/drawingml/2006/main">
            <a:r>
              <a:t/>
            </a:r>
          </a:p>
          <a:p xmlns:a="http://schemas.openxmlformats.org/drawingml/2006/main">
            <a:r>
              <a:t>[16] NSF, NAIRR at 2 years, 2026. [Online]. Available: https://www.nsf.gov/cise/updates/nairr-2-years-advancing-american-artificial-intelligence. Accessed: 6 October 2026. 19 March 2026. More than 600 teams and 6,000 students supported since 2024. A US access initiative, not a global participation statistic.</a:t>
            </a:r>
          </a:p>
          <a:p xmlns:a="http://schemas.openxmlformats.org/drawingml/2006/main">
            <a:r>
              <a:t/>
            </a:r>
          </a:p>
          <a:p xmlns:a="http://schemas.openxmlformats.org/drawingml/2006/main">
            <a:r>
              <a:t>[17] A. Radovanovic et al., Carbon-Aware Computing for Datacenters, 2021. [Online]. Available: https://arxiv.org/abs/2106.11750. Accessed: 6 October 2026. Primary research describing Google's scheduling of temporally flexible workloads using carbon-intensity forecasts while preserving daily capacity.</a:t>
            </a:r>
          </a:p>
          <a:p xmlns:a="http://schemas.openxmlformats.org/drawingml/2006/main">
            <a:r>
              <a:t/>
            </a:r>
          </a:p>
          <a:p xmlns:a="http://schemas.openxmlformats.org/drawingml/2006/main">
            <a:r>
              <a:t>[18] P. Li et al., Making AI Less Thirsty, 2023 preprint. [Online]. Available: https://arxiv.org/abs/2304.03271. Accessed: 6 October 2026. Primary research on water withdrawal/consumption and the spatial and temporal variation of AI water footprints. Used qualitatively, without presenting its model-specific numerical estimates as universal measurements.</a:t>
            </a:r>
          </a:p>
          <a:p xmlns:a="http://schemas.openxmlformats.org/drawingml/2006/main">
            <a:r>
              <a:t/>
            </a:r>
          </a:p>
          <a:p xmlns:a="http://schemas.openxmlformats.org/drawingml/2006/main">
            <a:r>
              <a:t>AI declaration and preparation prompt records are included in the companion PDF. The charts use cited source values, not local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 R. Schwartz et al., Green AI, 2019 position paper. [Online]. Available: https://arxiv.org/abs/1907.10597. Accessed: 6 October 2026. Proposes evaluating efficiency and reporting financial cost alongside accuracy. Use as a policy argument, not a current electricity forecast.</a:t>
            </a:r>
          </a:p>
          <a:p xmlns:a="http://schemas.openxmlformats.org/drawingml/2006/main">
            <a:r>
              <a:t/>
            </a:r>
          </a:p>
          <a:p xmlns:a="http://schemas.openxmlformats.org/drawingml/2006/main">
            <a:r>
              <a:t>[20] N. Ahmed and M. Wahed, The De-democratization of AI, 2020 research preprint. [Online]. Available: https://arxiv.org/abs/2010.15581. Accessed: 6 October 2026. Studies conference participation and the compute divide. Historical evidence from its dataset, not a 2026 global access census.</a:t>
            </a:r>
          </a:p>
          <a:p xmlns:a="http://schemas.openxmlformats.org/drawingml/2006/main">
            <a:r>
              <a:t/>
            </a:r>
          </a:p>
          <a:p xmlns:a="http://schemas.openxmlformats.org/drawingml/2006/main">
            <a:r>
              <a:t>[21] I. O. Gallegos et al., Bias and Fairness in Large Language Models: A Survey, 2024 revised survey; Computational Linguistics. [Online]. Available: https://arxiv.org/abs/2309.00770. Accessed: 6 October 2026. Separates fairness metrics, evaluation datasets and mitigation stages. Fairness must be evaluated for specific harms and groups.</a:t>
            </a:r>
          </a:p>
          <a:p xmlns:a="http://schemas.openxmlformats.org/drawingml/2006/main">
            <a:r>
              <a:t/>
            </a:r>
          </a:p>
          <a:p xmlns:a="http://schemas.openxmlformats.org/drawingml/2006/main">
            <a:r>
              <a:t>[22] L. Zhu, Z. Liu and S. Han, Deep Leakage from Gradients, 2019 research paper. [Online]. Available: https://arxiv.org/abs/1906.08935. Accessed: 6 October 2026. Demonstrates input reconstruction from shared gradients under experimental conditions. Does not show that every production all-reduce is compromised.</a:t>
            </a:r>
          </a:p>
          <a:p xmlns:a="http://schemas.openxmlformats.org/drawingml/2006/main">
            <a:r>
              <a:t/>
            </a:r>
          </a:p>
          <a:p xmlns:a="http://schemas.openxmlformats.org/drawingml/2006/main">
            <a:r>
              <a:t>AI declaration and preparation prompt records are included in the companion PDF. The charts use cited source values, not local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3bfe3ee2a549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5b3cfa989343e6" /><Relationship Type="http://schemas.openxmlformats.org/officeDocument/2006/relationships/slideLayout" Target="/ppt/slideLayouts/slideLayout1.xml" Id="Re3537240a4fb48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537240a4fb48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beee735de594a6f" /><Relationship Type="http://schemas.openxmlformats.org/officeDocument/2006/relationships/notesSlide" Target="/ppt/notesSlides/notesSlide1.xml" Id="R3a11ffb90ea442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14c7b6e020e4d84" /><Relationship Type="http://schemas.openxmlformats.org/officeDocument/2006/relationships/notesSlide" Target="/ppt/notesSlides/notesSlide2.xml" Id="Rbbecb655585b49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5205793bbf143c2" /><Relationship Type="http://schemas.openxmlformats.org/officeDocument/2006/relationships/notesSlide" Target="/ppt/notesSlides/notesSlide3.xml" Id="R9c6bac7a8a7b4b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31bf91c5f754cf5" /><Relationship Type="http://schemas.openxmlformats.org/officeDocument/2006/relationships/notesSlide" Target="/ppt/notesSlides/notesSlide4.xml" Id="R0d43cde326c24a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1a2aac510674882" /><Relationship Type="http://schemas.openxmlformats.org/officeDocument/2006/relationships/notesSlide" Target="/ppt/notesSlides/notesSlide5.xml" Id="R07f12f331da94b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3de786ebec84065" /><Relationship Type="http://schemas.openxmlformats.org/officeDocument/2006/relationships/notesSlide" Target="/ppt/notesSlides/notesSlide6.xml" Id="R268acb9f254d4f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516bfa0284a4b20" /><Relationship Type="http://schemas.openxmlformats.org/officeDocument/2006/relationships/notesSlide" Target="/ppt/notesSlides/notesSlide7.xml" Id="Re33c68a2f6af491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486176490314b36" /><Relationship Type="http://schemas.openxmlformats.org/officeDocument/2006/relationships/chart" Target="/ppt/slides/charts/chart1.xml" Id="R90eb3fabbd804bc3" /><Relationship Type="http://schemas.openxmlformats.org/officeDocument/2006/relationships/chart" Target="/ppt/slides/charts/chart2.xml" Id="R33dfbfedf45d4916" /><Relationship Type="http://schemas.openxmlformats.org/officeDocument/2006/relationships/notesSlide" Target="/ppt/notesSlides/notesSlide8.xml" Id="R0c703d6e22824f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5a2713d91f2485a" /><Relationship Type="http://schemas.openxmlformats.org/officeDocument/2006/relationships/notesSlide" Target="/ppt/notesSlides/notesSlide9.xml" Id="R082d68d253f149e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e20514a8ab94cc6" /><Relationship Type="http://schemas.openxmlformats.org/officeDocument/2006/relationships/notesSlide" Target="/ppt/notesSlides/notesSlide10.xml" Id="R081c1448fafc475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ecc5fdffdee45cc" /><Relationship Type="http://schemas.openxmlformats.org/officeDocument/2006/relationships/notesSlide" Target="/ppt/notesSlides/notesSlide11.xml" Id="Re41efaaf1971418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f0f89f07dd142f2" /><Relationship Type="http://schemas.openxmlformats.org/officeDocument/2006/relationships/notesSlide" Target="/ppt/notesSlides/notesSlide12.xml" Id="R8b58f9f6e1b2406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3123067611941f2" /><Relationship Type="http://schemas.openxmlformats.org/officeDocument/2006/relationships/notesSlide" Target="/ppt/notesSlides/notesSlide13.xml" Id="R77a7c35ee7b34ae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640725f73e74ba4" /><Relationship Type="http://schemas.openxmlformats.org/officeDocument/2006/relationships/notesSlide" Target="/ppt/notesSlides/notesSlide14.xml" Id="Rc4c1f164cb0e499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d0b89b8f9f84c4f" /><Relationship Type="http://schemas.openxmlformats.org/officeDocument/2006/relationships/notesSlide" Target="/ppt/notesSlides/notesSlide15.xml" Id="Re4a31ab35599459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87a699d52364649" /><Relationship Type="http://schemas.openxmlformats.org/officeDocument/2006/relationships/notesSlide" Target="/ppt/notesSlides/notesSlide16.xml" Id="Rd86b33eb942d451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64308d07424470a" /><Relationship Type="http://schemas.openxmlformats.org/officeDocument/2006/relationships/notesSlide" Target="/ppt/notesSlides/notesSlide17.xml" Id="R948c211835c946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f6923e0745e46f9" /><Relationship Type="http://schemas.openxmlformats.org/officeDocument/2006/relationships/notesSlide" Target="/ppt/notesSlides/notesSlide18.xml" Id="Reb42d549769e4f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f0e36e5610c4e73" /><Relationship Type="http://schemas.openxmlformats.org/officeDocument/2006/relationships/notesSlide" Target="/ppt/notesSlides/notesSlide19.xml" Id="Rc73a01096f3f4e3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b="1">
                <a:solidFill>
                  <a:srgbClr val="142B3F"/>
                </a:solidFill>
                <a:latin typeface="Arial"/>
                <a:ea typeface="Arial"/>
                <a:cs typeface="Arial"/>
              </a:rPr>
              <a:t>Global data-centre electricity</a:t>
            </a:r>
          </a:p>
        </c:rich>
      </c:tx>
      <c:overlay val="0"/>
      <c:txPr>
        <a:bodyPr xmlns:a="http://schemas.openxmlformats.org/drawingml/2006/main" anchorCtr="1"/>
        <a:lstStyle xmlns:a="http://schemas.openxmlformats.org/drawingml/2006/main"/>
        <a:p xmlns:a="http://schemas.openxmlformats.org/drawingml/2006/main">
          <a:pPr>
            <a:defRPr sz="2025" b="1">
              <a:solidFill>
                <a:srgbClr val="142B3F"/>
              </a:solidFill>
              <a:latin typeface="Arial"/>
              <a:ea typeface="Arial"/>
              <a:cs typeface="Arial"/>
            </a:defRPr>
          </a:pPr>
        </a:p>
      </c:txPr>
    </c:title>
    <c:plotArea>
      <c:barChart>
        <c:barDir val="col"/>
        <c:grouping val="clustered"/>
        <c:varyColors val="0"/>
        <c:ser>
          <c:idx val="0"/>
          <c:order val="0"/>
          <c:tx>
            <c:v>Electricity (TWh/year)</c:v>
          </c:tx>
          <c:spPr>
            <a:solidFill xmlns:a="http://schemas.openxmlformats.org/drawingml/2006/main">
              <a:srgbClr val="087E8B"/>
            </a:solidFill>
          </c:spPr>
          <c:dPt>
            <c:idx val="1"/>
            <c:invertIfNegative val="0"/>
            <c:spPr>
              <a:solidFill xmlns:a="http://schemas.openxmlformats.org/drawingml/2006/main">
                <a:srgbClr val="80B7BF"/>
              </a:solidFill>
            </c:spPr>
          </c:dPt>
          <c:cat>
            <c:strRef>
              <c:f>'Chart Data'!$A$2:$A$3</c:f>
              <c:strCache>
                <c:ptCount val="2"/>
                <c:pt idx="0">
                  <c:v>2025 estimate</c:v>
                </c:pt>
                <c:pt idx="1">
                  <c:v>2030 projection</c:v>
                </c:pt>
              </c:strCache>
            </c:strRef>
          </c:cat>
          <c:val>
            <c:numRef>
              <c:f>'Chart Data'!$B$2:$B$3</c:f>
              <c:numCache>
                <c:formatCode>0</c:formatCode>
                <c:ptCount val="2"/>
                <c:pt idx="0">
                  <c:v>485</c:v>
                </c:pt>
                <c:pt idx="1">
                  <c:v>950</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42B3F"/>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496274"/>
            </a:solidFill>
          </a:ln>
        </c:spPr>
        <c:txPr>
          <a:bodyPr xmlns:a="http://schemas.openxmlformats.org/drawingml/2006/main" anchorCtr="1"/>
          <a:lstStyle xmlns:a="http://schemas.openxmlformats.org/drawingml/2006/main"/>
          <a:p xmlns:a="http://schemas.openxmlformats.org/drawingml/2006/main">
            <a:pPr>
              <a:defRPr sz="1650">
                <a:solidFill>
                  <a:srgbClr val="142B3F"/>
                </a:solidFill>
                <a:latin typeface="Arial"/>
                <a:ea typeface="Arial"/>
                <a:cs typeface="Arial"/>
              </a:defRPr>
            </a:pPr>
          </a:p>
        </c:txPr>
        <c:crossAx val="48672768"/>
      </c:catAx>
      <c:valAx>
        <c:axId val="48672768"/>
        <c:scaling>
          <c:orientation val="minMax"/>
          <c:max val="1000"/>
          <c:min val="0"/>
        </c:scaling>
        <c:delete val="0"/>
        <c:axPos val="l"/>
        <c:majorGridlines>
          <c:spPr>
            <a:ln xmlns:a="http://schemas.openxmlformats.org/drawingml/2006/main" w="9525">
              <a:solidFill>
                <a:srgbClr val="DCE9ED"/>
              </a:solidFill>
            </a:ln>
          </c:spPr>
        </c:majorGridlines>
        <c:title>
          <c:tx>
            <c:rich>
              <a:bodyPr xmlns:a="http://schemas.openxmlformats.org/drawingml/2006/main"/>
              <a:lstStyle xmlns:a="http://schemas.openxmlformats.org/drawingml/2006/main"/>
              <a:p xmlns:a="http://schemas.openxmlformats.org/drawingml/2006/main">
                <a:r>
                  <a:rPr sz="1500">
                    <a:solidFill>
                      <a:srgbClr val="142B3F"/>
                    </a:solidFill>
                    <a:latin typeface="Arial"/>
                    <a:ea typeface="Arial"/>
                    <a:cs typeface="Arial"/>
                  </a:rPr>
                  <a:t>TWh/year</a:t>
                </a:r>
              </a:p>
            </c:rich>
          </c:tx>
          <c:overlay val="0"/>
          <c:txPr>
            <a:bodyPr xmlns:a="http://schemas.openxmlformats.org/drawingml/2006/main" anchorCtr="1"/>
            <a:lstStyle xmlns:a="http://schemas.openxmlformats.org/drawingml/2006/main"/>
            <a:p xmlns:a="http://schemas.openxmlformats.org/drawingml/2006/main">
              <a:pPr>
                <a:defRPr sz="1500">
                  <a:solidFill>
                    <a:srgbClr val="142B3F"/>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B3F"/>
                </a:solidFill>
                <a:latin typeface="Arial"/>
                <a:ea typeface="Arial"/>
                <a:cs typeface="Arial"/>
              </a:defRPr>
            </a:pPr>
          </a:p>
        </c:txPr>
        <c:crossAx val="48650112"/>
        <c:crossBetween val="between"/>
        <c:majorUnit val="250"/>
      </c:valAx>
      <c:spPr>
        <a:solidFill xmlns:a="http://schemas.openxmlformats.org/drawingml/2006/main">
          <a:srgbClr val="FAFCFD"/>
        </a:solidFill>
        <a:ln xmlns:a="http://schemas.openxmlformats.org/drawingml/2006/main" w="0">
          <a:noFill/>
        </a:ln>
      </c:spPr>
    </c:plotArea>
    <c:plotVisOnly val="1"/>
  </c:chart>
  <c:spPr>
    <a:solidFill xmlns:a="http://schemas.openxmlformats.org/drawingml/2006/main">
      <a:srgbClr val="FAFCFD"/>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b="1">
                <a:solidFill>
                  <a:srgbClr val="142B3F"/>
                </a:solidFill>
                <a:latin typeface="Arial"/>
                <a:ea typeface="Arial"/>
                <a:cs typeface="Arial"/>
              </a:rPr>
              <a:t>Electricity-use growth in 2025</a:t>
            </a:r>
          </a:p>
        </c:rich>
      </c:tx>
      <c:overlay val="0"/>
      <c:txPr>
        <a:bodyPr xmlns:a="http://schemas.openxmlformats.org/drawingml/2006/main" anchorCtr="1"/>
        <a:lstStyle xmlns:a="http://schemas.openxmlformats.org/drawingml/2006/main"/>
        <a:p xmlns:a="http://schemas.openxmlformats.org/drawingml/2006/main">
          <a:pPr>
            <a:defRPr sz="2025" b="1">
              <a:solidFill>
                <a:srgbClr val="142B3F"/>
              </a:solidFill>
              <a:latin typeface="Arial"/>
              <a:ea typeface="Arial"/>
              <a:cs typeface="Arial"/>
            </a:defRPr>
          </a:pPr>
        </a:p>
      </c:txPr>
    </c:title>
    <c:plotArea>
      <c:barChart>
        <c:barDir val="col"/>
        <c:grouping val="clustered"/>
        <c:varyColors val="0"/>
        <c:ser>
          <c:idx val="0"/>
          <c:order val="0"/>
          <c:tx>
            <c:v>Year-on-year growth</c:v>
          </c:tx>
          <c:spPr>
            <a:solidFill xmlns:a="http://schemas.openxmlformats.org/drawingml/2006/main">
              <a:srgbClr val="557F9E"/>
            </a:solidFill>
          </c:spPr>
          <c:dPt>
            <c:idx val="1"/>
            <c:invertIfNegative val="0"/>
            <c:spPr>
              <a:solidFill xmlns:a="http://schemas.openxmlformats.org/drawingml/2006/main">
                <a:srgbClr val="087E8B"/>
              </a:solidFill>
            </c:spPr>
          </c:dPt>
          <c:dLbls>
            <c:dLbl>
              <c:idx val="0"/>
              <c:tx>
                <c:rich>
                  <a:bodyPr xmlns:a="http://schemas.openxmlformats.org/drawingml/2006/main"/>
                  <a:lstStyle xmlns:a="http://schemas.openxmlformats.org/drawingml/2006/main"/>
                  <a:p xmlns:a="http://schemas.openxmlformats.org/drawingml/2006/main">
                    <a:r>
                      <a:rPr sz="2025" b="1">
                        <a:solidFill>
                          <a:srgbClr val="142B3F"/>
                        </a:solidFill>
                        <a:latin typeface="Arial"/>
                        <a:ea typeface="Arial"/>
                        <a:cs typeface="Arial"/>
                      </a:rPr>
                      <a:t>17%</a:t>
                    </a:r>
                  </a:p>
                </c:rich>
              </c:tx>
              <c:txPr>
                <a:bodyPr xmlns:a="http://schemas.openxmlformats.org/drawingml/2006/main" anchorCtr="1"/>
                <a:lstStyle xmlns:a="http://schemas.openxmlformats.org/drawingml/2006/main"/>
                <a:p xmlns:a="http://schemas.openxmlformats.org/drawingml/2006/main">
                  <a:pPr>
                    <a:defRPr sz="2025" b="1">
                      <a:solidFill>
                        <a:srgbClr val="142B3F"/>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025" b="1">
                        <a:solidFill>
                          <a:srgbClr val="142B3F"/>
                        </a:solidFill>
                        <a:latin typeface="Arial"/>
                        <a:ea typeface="Arial"/>
                        <a:cs typeface="Arial"/>
                      </a:rPr>
                      <a:t>50%</a:t>
                    </a:r>
                  </a:p>
                </c:rich>
              </c:tx>
              <c:txPr>
                <a:bodyPr xmlns:a="http://schemas.openxmlformats.org/drawingml/2006/main" anchorCtr="1"/>
                <a:lstStyle xmlns:a="http://schemas.openxmlformats.org/drawingml/2006/main"/>
                <a:p xmlns:a="http://schemas.openxmlformats.org/drawingml/2006/main">
                  <a:pPr>
                    <a:defRPr sz="2025" b="1">
                      <a:solidFill>
                        <a:srgbClr val="142B3F"/>
                      </a:solidFill>
                      <a:latin typeface="Arial"/>
                      <a:ea typeface="Arial"/>
                      <a:cs typeface="Arial"/>
                    </a:defRPr>
                  </a:pPr>
                </a:p>
              </c:txPr>
              <c:dLblPos val="outEnd"/>
              <c:showLegendKey val="0"/>
              <c:showVal val="0"/>
              <c:showCatName val="0"/>
              <c:showSerName val="0"/>
              <c:showPercent val="0"/>
              <c:showBubbleSize val="0"/>
            </c:dLbl>
          </c:dLbls>
          <c:cat>
            <c:strRef>
              <c:f>'Chart Data'!$A$2:$A$3</c:f>
              <c:strCache>
                <c:ptCount val="2"/>
                <c:pt idx="0">
                  <c:v>All data centres</c:v>
                </c:pt>
                <c:pt idx="1">
                  <c:v>AI-focused subset</c:v>
                </c:pt>
              </c:strCache>
            </c:strRef>
          </c:cat>
          <c:val>
            <c:numRef>
              <c:f>'Chart Data'!$B$2:$B$3</c:f>
              <c:numCache>
                <c:formatCode>0%</c:formatCode>
                <c:ptCount val="2"/>
                <c:pt idx="0">
                  <c:v>0.17</c:v>
                </c:pt>
                <c:pt idx="1">
                  <c:v>0.5</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42B3F"/>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496274"/>
            </a:solidFill>
          </a:ln>
        </c:spPr>
        <c:txPr>
          <a:bodyPr xmlns:a="http://schemas.openxmlformats.org/drawingml/2006/main" anchorCtr="1"/>
          <a:lstStyle xmlns:a="http://schemas.openxmlformats.org/drawingml/2006/main"/>
          <a:p xmlns:a="http://schemas.openxmlformats.org/drawingml/2006/main">
            <a:pPr>
              <a:defRPr sz="1650">
                <a:solidFill>
                  <a:srgbClr val="142B3F"/>
                </a:solidFill>
                <a:latin typeface="Arial"/>
                <a:ea typeface="Arial"/>
                <a:cs typeface="Arial"/>
              </a:defRPr>
            </a:pPr>
          </a:p>
        </c:txPr>
        <c:crossAx val="48672768"/>
      </c:catAx>
      <c:valAx>
        <c:axId val="48672768"/>
        <c:scaling>
          <c:orientation val="minMax"/>
          <c:max val="0.6"/>
          <c:min val="0"/>
        </c:scaling>
        <c:delete val="0"/>
        <c:axPos val="l"/>
        <c:majorGridlines>
          <c:spPr>
            <a:ln xmlns:a="http://schemas.openxmlformats.org/drawingml/2006/main" w="9525">
              <a:solidFill>
                <a:srgbClr val="DCE9E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B3F"/>
                </a:solidFill>
                <a:latin typeface="Arial"/>
                <a:ea typeface="Arial"/>
                <a:cs typeface="Arial"/>
              </a:defRPr>
            </a:pPr>
          </a:p>
        </c:txPr>
        <c:crossAx val="48650112"/>
        <c:crossBetween val="between"/>
        <c:majorUnit val="0.2"/>
      </c:valAx>
      <c:spPr>
        <a:solidFill xmlns:a="http://schemas.openxmlformats.org/drawingml/2006/main">
          <a:srgbClr val="FAFCFD"/>
        </a:solidFill>
        <a:ln xmlns:a="http://schemas.openxmlformats.org/drawingml/2006/main" w="0">
          <a:noFill/>
        </a:ln>
      </c:spPr>
    </c:plotArea>
    <c:plotVisOnly val="1"/>
  </c:chart>
  <c:spPr>
    <a:solidFill xmlns:a="http://schemas.openxmlformats.org/drawingml/2006/main">
      <a:srgbClr val="FAFCFD"/>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9" name="text-1">
            <a:extLst xmlns:a="http://schemas.openxmlformats.org/drawingml/2006/main">
              <a:ext uri="{FF2B5EF4-FFF2-40B4-BE49-F238E27FC236}">
                <a16:creationId xmlns:a16="http://schemas.microsoft.com/office/drawing/2014/main" id="{5B2A8497-F4C4-4CBD-BA20-AF3BEA587291}"/>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Image rotation with CUDA</a:t>
            </a:r>
          </a:p>
        </p:txBody>
      </p:sp>
      <p:sp>
        <p:nvSpPr>
          <p:cNvPr id="2" name="text-2">
            <a:extLst xmlns:a="http://schemas.openxmlformats.org/drawingml/2006/main">
              <a:ext uri="{FF2B5EF4-FFF2-40B4-BE49-F238E27FC236}">
                <a16:creationId xmlns:a16="http://schemas.microsoft.com/office/drawing/2014/main" id="{DB27D0D2-1C2C-4177-9A46-46C993479650}"/>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[3]. Full references in appendix and companion PDF.</a:t>
            </a:r>
          </a:p>
        </p:txBody>
      </p:sp>
      <p:sp>
        <p:nvSpPr>
          <p:cNvPr id="3" name="text-3">
            <a:extLst xmlns:a="http://schemas.openxmlformats.org/drawingml/2006/main">
              <a:ext uri="{FF2B5EF4-FFF2-40B4-BE49-F238E27FC236}">
                <a16:creationId xmlns:a16="http://schemas.microsoft.com/office/drawing/2014/main" id="{361A0FA7-8475-4338-A77E-373511B06C29}"/>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a:t>
            </a:r>
          </a:p>
        </p:txBody>
      </p:sp>
      <p:sp>
        <p:nvSpPr>
          <p:cNvPr id="4" name="text-4">
            <a:extLst xmlns:a="http://schemas.openxmlformats.org/drawingml/2006/main">
              <a:ext uri="{FF2B5EF4-FFF2-40B4-BE49-F238E27FC236}">
                <a16:creationId xmlns:a16="http://schemas.microsoft.com/office/drawing/2014/main" id="{9993D4A5-AC2A-40F6-B08E-052155E9FC49}"/>
              </a:ext>
            </a:extLst>
          </p:cNvPr>
          <p:cNvSpPr>
            <a:spLocks xmlns:a="http://schemas.openxmlformats.org/drawingml/2006/main" noGrp="1"/>
          </p:cNvSpPr>
          <p:nvPr/>
        </p:nvSpPr>
        <p:spPr>
          <a:xfrm xmlns:a="http://schemas.openxmlformats.org/drawingml/2006/main">
            <a:off x="571500" y="1562100"/>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42B3F"/>
                </a:solidFill>
                <a:latin typeface="Arial"/>
                <a:ea typeface="Arial"/>
                <a:cs typeface="Arial"/>
              </a:defRPr>
            </a:pPr>
            <a:r>
              <a:rPr sz="2400" b="1">
                <a:solidFill>
                  <a:srgbClr val="142B3F"/>
                </a:solidFill>
                <a:latin typeface="Arial"/>
                <a:ea typeface="Arial"/>
                <a:cs typeface="Arial"/>
              </a:rPr>
              <a:t>Host: CPU</a:t>
            </a:r>
          </a:p>
        </p:txBody>
      </p:sp>
      <p:sp>
        <p:nvSpPr>
          <p:cNvPr id="5" name="text-5">
            <a:extLst xmlns:a="http://schemas.openxmlformats.org/drawingml/2006/main">
              <a:ext uri="{FF2B5EF4-FFF2-40B4-BE49-F238E27FC236}">
                <a16:creationId xmlns:a16="http://schemas.microsoft.com/office/drawing/2014/main" id="{C3F19D00-7224-4C30-A0EF-AAC239892C62}"/>
              </a:ext>
            </a:extLst>
          </p:cNvPr>
          <p:cNvSpPr>
            <a:spLocks xmlns:a="http://schemas.openxmlformats.org/drawingml/2006/main" noGrp="1"/>
          </p:cNvSpPr>
          <p:nvPr/>
        </p:nvSpPr>
        <p:spPr>
          <a:xfrm xmlns:a="http://schemas.openxmlformats.org/drawingml/2006/main">
            <a:off x="571500" y="2057400"/>
            <a:ext cx="4857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Load and decode the image</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Allocate buffers and launch work</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Save or display the result</a:t>
            </a:r>
          </a:p>
        </p:txBody>
      </p:sp>
      <p:sp>
        <p:nvSpPr>
          <p:cNvPr id="6" name="text-6">
            <a:extLst xmlns:a="http://schemas.openxmlformats.org/drawingml/2006/main">
              <a:ext uri="{FF2B5EF4-FFF2-40B4-BE49-F238E27FC236}">
                <a16:creationId xmlns:a16="http://schemas.microsoft.com/office/drawing/2014/main" id="{1B15B161-9398-4D0B-9239-D7F4685BADB1}"/>
              </a:ext>
            </a:extLst>
          </p:cNvPr>
          <p:cNvSpPr>
            <a:spLocks xmlns:a="http://schemas.openxmlformats.org/drawingml/2006/main" noGrp="1"/>
          </p:cNvSpPr>
          <p:nvPr/>
        </p:nvSpPr>
        <p:spPr>
          <a:xfrm xmlns:a="http://schemas.openxmlformats.org/drawingml/2006/main">
            <a:off x="7334250" y="15621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42B3F"/>
                </a:solidFill>
                <a:latin typeface="Arial"/>
                <a:ea typeface="Arial"/>
                <a:cs typeface="Arial"/>
              </a:defRPr>
            </a:pPr>
            <a:r>
              <a:rPr sz="2400" b="1">
                <a:solidFill>
                  <a:srgbClr val="142B3F"/>
                </a:solidFill>
                <a:latin typeface="Arial"/>
                <a:ea typeface="Arial"/>
                <a:cs typeface="Arial"/>
              </a:rPr>
              <a:t>Device: GPU</a:t>
            </a:r>
          </a:p>
        </p:txBody>
      </p:sp>
      <p:sp>
        <p:nvSpPr>
          <p:cNvPr id="7" name="diagram-7">
            <a:extLst xmlns:a="http://schemas.openxmlformats.org/drawingml/2006/main">
              <a:ext uri="{FF2B5EF4-FFF2-40B4-BE49-F238E27FC236}">
                <a16:creationId xmlns:a16="http://schemas.microsoft.com/office/drawing/2014/main" id="{F9106D25-7D64-4417-95BA-CB6C78EA81BC}"/>
              </a:ext>
            </a:extLst>
          </p:cNvPr>
          <p:cNvSpPr>
            <a:spLocks xmlns:a="http://schemas.openxmlformats.org/drawingml/2006/main" noGrp="1"/>
          </p:cNvSpPr>
          <p:nvPr/>
        </p:nvSpPr>
        <p:spPr>
          <a:xfrm xmlns:a="http://schemas.openxmlformats.org/drawingml/2006/main">
            <a:off x="7334250" y="2095500"/>
            <a:ext cx="3619500" cy="109537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Rotation kernel</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Parallel pixel calculations</a:t>
            </a:r>
          </a:p>
        </p:txBody>
      </p:sp>
      <p:sp>
        <p:nvSpPr>
          <p:cNvPr id="8" name="diagram-8">
            <a:extLst xmlns:a="http://schemas.openxmlformats.org/drawingml/2006/main">
              <a:ext uri="{FF2B5EF4-FFF2-40B4-BE49-F238E27FC236}">
                <a16:creationId xmlns:a16="http://schemas.microsoft.com/office/drawing/2014/main" id="{A4C705EE-626B-460C-B670-AD27735790A9}"/>
              </a:ext>
            </a:extLst>
          </p:cNvPr>
          <p:cNvSpPr>
            <a:spLocks xmlns:a="http://schemas.openxmlformats.org/drawingml/2006/main" noGrp="1"/>
          </p:cNvSpPr>
          <p:nvPr/>
        </p:nvSpPr>
        <p:spPr>
          <a:xfrm xmlns:a="http://schemas.openxmlformats.org/drawingml/2006/main">
            <a:off x="571500" y="4038600"/>
            <a:ext cx="1809750" cy="1066800"/>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Image file</a:t>
            </a:r>
          </a:p>
        </p:txBody>
      </p:sp>
      <p:sp>
        <p:nvSpPr>
          <p:cNvPr id="9" name="diagram-9">
            <a:extLst xmlns:a="http://schemas.openxmlformats.org/drawingml/2006/main">
              <a:ext uri="{FF2B5EF4-FFF2-40B4-BE49-F238E27FC236}">
                <a16:creationId xmlns:a16="http://schemas.microsoft.com/office/drawing/2014/main" id="{56DC1762-49E0-4FC7-8894-AEA4D689D623}"/>
              </a:ext>
            </a:extLst>
          </p:cNvPr>
          <p:cNvSpPr>
            <a:spLocks xmlns:a="http://schemas.openxmlformats.org/drawingml/2006/main" noGrp="1"/>
          </p:cNvSpPr>
          <p:nvPr/>
        </p:nvSpPr>
        <p:spPr>
          <a:xfrm xmlns:a="http://schemas.openxmlformats.org/drawingml/2006/main">
            <a:off x="3190875" y="4038600"/>
            <a:ext cx="2333625" cy="10668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System RAM</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Decoded pixels</a:t>
            </a:r>
          </a:p>
        </p:txBody>
      </p:sp>
      <p:sp>
        <p:nvSpPr>
          <p:cNvPr id="10" name="diagram-10">
            <a:extLst xmlns:a="http://schemas.openxmlformats.org/drawingml/2006/main">
              <a:ext uri="{FF2B5EF4-FFF2-40B4-BE49-F238E27FC236}">
                <a16:creationId xmlns:a16="http://schemas.microsoft.com/office/drawing/2014/main" id="{8DDDBFB3-2153-4015-9DD4-EBA571A7F04E}"/>
              </a:ext>
            </a:extLst>
          </p:cNvPr>
          <p:cNvSpPr>
            <a:spLocks xmlns:a="http://schemas.openxmlformats.org/drawingml/2006/main" noGrp="1"/>
          </p:cNvSpPr>
          <p:nvPr/>
        </p:nvSpPr>
        <p:spPr>
          <a:xfrm xmlns:a="http://schemas.openxmlformats.org/drawingml/2006/main">
            <a:off x="7334250" y="4038600"/>
            <a:ext cx="3619500" cy="1066800"/>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GPU memory</a:t>
            </a:r>
          </a:p>
          <a:p xmlns:a="http://schemas.openxmlformats.org/drawingml/2006/main">
            <a:pPr algn="ctr">
              <a:defRPr sz="2025" b="0">
                <a:solidFill>
                  <a:srgbClr val="142B3F"/>
                </a:solidFill>
                <a:latin typeface="Arial"/>
                <a:ea typeface="Arial"/>
                <a:cs typeface="Arial"/>
              </a:defRPr>
            </a:pPr>
            <a:r>
              <a:rPr sz="2025" b="0">
                <a:solidFill>
                  <a:srgbClr val="142B3F"/>
                </a:solidFill>
                <a:latin typeface="Arial"/>
                <a:ea typeface="Arial"/>
                <a:cs typeface="Arial"/>
              </a:rPr>
              <a:t>Input and output buffers</a:t>
            </a:r>
          </a:p>
        </p:txBody>
      </p:sp>
      <p:cxnSp>
        <p:nvCxnSpPr>
          <p:cNvPr id="29" name=""/>
          <p:cNvCxnSpPr>
            <a:stCxn xmlns:a="http://schemas.openxmlformats.org/drawingml/2006/main" id="8" idx="3"/>
            <a:endCxn xmlns:a="http://schemas.openxmlformats.org/drawingml/2006/main" id="9" idx="1"/>
          </p:cNvCxnSpPr>
          <p:nvPr/>
        </p:nvCxnSpPr>
        <p:spPr>
          <a:xfrm xmlns:a="http://schemas.openxmlformats.org/drawingml/2006/main">
            <a:off x="2381250" y="4572000"/>
            <a:ext cx="809625"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2" name="text-11">
            <a:extLst xmlns:a="http://schemas.openxmlformats.org/drawingml/2006/main">
              <a:ext uri="{FF2B5EF4-FFF2-40B4-BE49-F238E27FC236}">
                <a16:creationId xmlns:a16="http://schemas.microsoft.com/office/drawing/2014/main" id="{945BB3E3-DCB2-4A0D-9D27-22F5F210CEFA}"/>
              </a:ext>
            </a:extLst>
          </p:cNvPr>
          <p:cNvSpPr>
            <a:spLocks xmlns:a="http://schemas.openxmlformats.org/drawingml/2006/main" noGrp="1"/>
          </p:cNvSpPr>
          <p:nvPr/>
        </p:nvSpPr>
        <p:spPr>
          <a:xfrm xmlns:a="http://schemas.openxmlformats.org/drawingml/2006/main">
            <a:off x="2457450" y="3686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Read</a:t>
            </a:r>
          </a:p>
        </p:txBody>
      </p:sp>
      <p:sp>
        <p:nvSpPr>
          <p:cNvPr id="13" name="flow-12">
            <a:extLst xmlns:a="http://schemas.openxmlformats.org/drawingml/2006/main">
              <a:ext uri="{FF2B5EF4-FFF2-40B4-BE49-F238E27FC236}">
                <a16:creationId xmlns:a16="http://schemas.microsoft.com/office/drawing/2014/main" id="{593EDEBD-CC5E-45FA-BBF8-B83960E290AC}"/>
              </a:ext>
            </a:extLst>
          </p:cNvPr>
          <p:cNvSpPr>
            <a:spLocks xmlns:a="http://schemas.openxmlformats.org/drawingml/2006/main" noGrp="1"/>
          </p:cNvSpPr>
          <p:nvPr/>
        </p:nvSpPr>
        <p:spPr>
          <a:xfrm xmlns:a="http://schemas.openxmlformats.org/drawingml/2006/main">
            <a:off x="5753100" y="4171950"/>
            <a:ext cx="1352550" cy="257175"/>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14" name="flow-13">
            <a:extLst xmlns:a="http://schemas.openxmlformats.org/drawingml/2006/main">
              <a:ext uri="{FF2B5EF4-FFF2-40B4-BE49-F238E27FC236}">
                <a16:creationId xmlns:a16="http://schemas.microsoft.com/office/drawing/2014/main" id="{BBAD3C97-121D-4056-8611-FAD0A2E512FA}"/>
              </a:ext>
            </a:extLst>
          </p:cNvPr>
          <p:cNvSpPr>
            <a:spLocks xmlns:a="http://schemas.openxmlformats.org/drawingml/2006/main" noGrp="1"/>
          </p:cNvSpPr>
          <p:nvPr/>
        </p:nvSpPr>
        <p:spPr>
          <a:xfrm xmlns:a="http://schemas.openxmlformats.org/drawingml/2006/main">
            <a:off x="5753100" y="4724400"/>
            <a:ext cx="1352550" cy="257175"/>
          </a:xfrm>
          <a:prstGeom xmlns:a="http://schemas.openxmlformats.org/drawingml/2006/main" prst="leftArrow">
            <a:avLst/>
          </a:prstGeom>
          <a:solidFill xmlns:a="http://schemas.openxmlformats.org/drawingml/2006/main">
            <a:srgbClr val="087E8B"/>
          </a:solidFill>
          <a:ln xmlns:a="http://schemas.openxmlformats.org/drawingml/2006/main" w="0">
            <a:noFill/>
          </a:ln>
        </p:spPr>
      </p:sp>
      <p:sp>
        <p:nvSpPr>
          <p:cNvPr id="15" name="text-14">
            <a:extLst xmlns:a="http://schemas.openxmlformats.org/drawingml/2006/main">
              <a:ext uri="{FF2B5EF4-FFF2-40B4-BE49-F238E27FC236}">
                <a16:creationId xmlns:a16="http://schemas.microsoft.com/office/drawing/2014/main" id="{3E01BC41-CAE0-437B-B3C7-C89A0ECC4206}"/>
              </a:ext>
            </a:extLst>
          </p:cNvPr>
          <p:cNvSpPr>
            <a:spLocks xmlns:a="http://schemas.openxmlformats.org/drawingml/2006/main" noGrp="1"/>
          </p:cNvSpPr>
          <p:nvPr/>
        </p:nvSpPr>
        <p:spPr>
          <a:xfrm xmlns:a="http://schemas.openxmlformats.org/drawingml/2006/main">
            <a:off x="5772150" y="3705225"/>
            <a:ext cx="133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142B3F"/>
                </a:solidFill>
                <a:latin typeface="Arial"/>
                <a:ea typeface="Arial"/>
                <a:cs typeface="Arial"/>
              </a:defRPr>
            </a:pPr>
            <a:r>
              <a:rPr sz="1725" b="1">
                <a:solidFill>
                  <a:srgbClr val="142B3F"/>
                </a:solidFill>
                <a:latin typeface="Arial"/>
                <a:ea typeface="Arial"/>
                <a:cs typeface="Arial"/>
              </a:rPr>
              <a:t>H2D</a:t>
            </a:r>
          </a:p>
        </p:txBody>
      </p:sp>
      <p:sp>
        <p:nvSpPr>
          <p:cNvPr id="16" name="text-15">
            <a:extLst xmlns:a="http://schemas.openxmlformats.org/drawingml/2006/main">
              <a:ext uri="{FF2B5EF4-FFF2-40B4-BE49-F238E27FC236}">
                <a16:creationId xmlns:a16="http://schemas.microsoft.com/office/drawing/2014/main" id="{89F5074C-69DC-4E12-9592-E230A95BF739}"/>
              </a:ext>
            </a:extLst>
          </p:cNvPr>
          <p:cNvSpPr>
            <a:spLocks xmlns:a="http://schemas.openxmlformats.org/drawingml/2006/main" noGrp="1"/>
          </p:cNvSpPr>
          <p:nvPr/>
        </p:nvSpPr>
        <p:spPr>
          <a:xfrm xmlns:a="http://schemas.openxmlformats.org/drawingml/2006/main">
            <a:off x="5772150" y="5219700"/>
            <a:ext cx="133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142B3F"/>
                </a:solidFill>
                <a:latin typeface="Arial"/>
                <a:ea typeface="Arial"/>
                <a:cs typeface="Arial"/>
              </a:defRPr>
            </a:pPr>
            <a:r>
              <a:rPr sz="1725" b="1">
                <a:solidFill>
                  <a:srgbClr val="142B3F"/>
                </a:solidFill>
                <a:latin typeface="Arial"/>
                <a:ea typeface="Arial"/>
                <a:cs typeface="Arial"/>
              </a:rPr>
              <a:t>D2H</a:t>
            </a:r>
          </a:p>
        </p:txBody>
      </p:sp>
      <p:cxnSp>
        <p:nvCxnSpPr>
          <p:cNvPr id="35" name=""/>
          <p:cNvCxnSpPr>
            <a:stCxn xmlns:a="http://schemas.openxmlformats.org/drawingml/2006/main" id="10" idx="0"/>
            <a:endCxn xmlns:a="http://schemas.openxmlformats.org/drawingml/2006/main" id="7" idx="2"/>
          </p:cNvCxnSpPr>
          <p:nvPr/>
        </p:nvCxnSpPr>
        <p:spPr>
          <a:xfrm xmlns:a="http://schemas.openxmlformats.org/drawingml/2006/main" flipV="1">
            <a:off x="9144000" y="3190875"/>
            <a:ext cx="0" cy="847725"/>
          </a:xfrm>
          <a:prstGeom xmlns:a="http://schemas.openxmlformats.org/drawingml/2006/main" prst="straightConnector1">
            <a:avLst/>
          </a:prstGeom>
          <a:ln xmlns:a="http://schemas.openxmlformats.org/drawingml/2006/main" w="22860">
            <a:solidFill>
              <a:srgbClr val="087E8B"/>
            </a:solidFill>
            <a:headEnd type="triangle" w="med" len="med"/>
            <a:tailEnd type="triangle" w="med" len="med"/>
          </a:ln>
        </p:spPr>
      </p:cxnSp>
      <p:sp>
        <p:nvSpPr>
          <p:cNvPr id="18" name="text-16">
            <a:extLst xmlns:a="http://schemas.openxmlformats.org/drawingml/2006/main">
              <a:ext uri="{FF2B5EF4-FFF2-40B4-BE49-F238E27FC236}">
                <a16:creationId xmlns:a16="http://schemas.microsoft.com/office/drawing/2014/main" id="{B243C9DC-6A74-4C45-B81B-7776466FFFE3}"/>
              </a:ext>
            </a:extLst>
          </p:cNvPr>
          <p:cNvSpPr>
            <a:spLocks xmlns:a="http://schemas.openxmlformats.org/drawingml/2006/main" noGrp="1"/>
          </p:cNvSpPr>
          <p:nvPr/>
        </p:nvSpPr>
        <p:spPr>
          <a:xfrm xmlns:a="http://schemas.openxmlformats.org/drawingml/2006/main">
            <a:off x="571500" y="57150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087E8B"/>
                </a:solidFill>
                <a:latin typeface="Arial"/>
                <a:ea typeface="Arial"/>
                <a:cs typeface="Arial"/>
              </a:defRPr>
            </a:pPr>
            <a:r>
              <a:rPr sz="2100" b="1">
                <a:solidFill>
                  <a:srgbClr val="087E8B"/>
                </a:solidFill>
                <a:latin typeface="Arial"/>
                <a:ea typeface="Arial"/>
                <a:cs typeface="Arial"/>
              </a:rPr>
              <a:t>PCIe carries copies between RAM and GPU memory</a:t>
            </a:r>
          </a:p>
        </p:txBody>
      </p:sp>
    </p:spTree>
    <p:extLst>
      <p:ext uri="{BB962C8B-B14F-4D97-AF65-F5344CB8AC3E}">
        <p14:creationId xmlns:p14="http://schemas.microsoft.com/office/powerpoint/2010/main" val="722316292"/>
      </p:ext>
    </p:extLst>
  </p:cSld>
</p:sld>
</file>

<file path=ppt/slides/slide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64" name="text-17">
            <a:extLst xmlns:a="http://schemas.openxmlformats.org/drawingml/2006/main">
              <a:ext uri="{FF2B5EF4-FFF2-40B4-BE49-F238E27FC236}">
                <a16:creationId xmlns:a16="http://schemas.microsoft.com/office/drawing/2014/main" id="{58D29214-37B8-4767-B982-1D1753AFF117}"/>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One thread computes one output pixel</a:t>
            </a:r>
          </a:p>
        </p:txBody>
      </p:sp>
      <p:sp>
        <p:nvSpPr>
          <p:cNvPr id="2" name="text-18">
            <a:extLst xmlns:a="http://schemas.openxmlformats.org/drawingml/2006/main">
              <a:ext uri="{FF2B5EF4-FFF2-40B4-BE49-F238E27FC236}">
                <a16:creationId xmlns:a16="http://schemas.microsoft.com/office/drawing/2014/main" id="{760C37DC-7C61-41A1-A9BC-21E9B6CE92D3}"/>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[4] [5]. Full references in appendix and companion PDF.</a:t>
            </a:r>
          </a:p>
        </p:txBody>
      </p:sp>
      <p:sp>
        <p:nvSpPr>
          <p:cNvPr id="3" name="text-19">
            <a:extLst xmlns:a="http://schemas.openxmlformats.org/drawingml/2006/main">
              <a:ext uri="{FF2B5EF4-FFF2-40B4-BE49-F238E27FC236}">
                <a16:creationId xmlns:a16="http://schemas.microsoft.com/office/drawing/2014/main" id="{43B49AC4-9E91-4648-92AF-E62F4282731E}"/>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2</a:t>
            </a:r>
          </a:p>
        </p:txBody>
      </p:sp>
      <p:sp>
        <p:nvSpPr>
          <p:cNvPr id="4" name="text-20">
            <a:extLst xmlns:a="http://schemas.openxmlformats.org/drawingml/2006/main">
              <a:ext uri="{FF2B5EF4-FFF2-40B4-BE49-F238E27FC236}">
                <a16:creationId xmlns:a16="http://schemas.microsoft.com/office/drawing/2014/main" id="{630E78B7-654A-4BD4-BE69-37BCAED32386}"/>
              </a:ext>
            </a:extLst>
          </p:cNvPr>
          <p:cNvSpPr>
            <a:spLocks xmlns:a="http://schemas.openxmlformats.org/drawingml/2006/main" noGrp="1"/>
          </p:cNvSpPr>
          <p:nvPr/>
        </p:nvSpPr>
        <p:spPr>
          <a:xfrm xmlns:a="http://schemas.openxmlformats.org/drawingml/2006/main">
            <a:off x="571500" y="17145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Brightness</a:t>
            </a:r>
          </a:p>
        </p:txBody>
      </p:sp>
      <p:sp>
        <p:nvSpPr>
          <p:cNvPr id="5" name="text-21">
            <a:extLst xmlns:a="http://schemas.openxmlformats.org/drawingml/2006/main">
              <a:ext uri="{FF2B5EF4-FFF2-40B4-BE49-F238E27FC236}">
                <a16:creationId xmlns:a16="http://schemas.microsoft.com/office/drawing/2014/main" id="{8DA95B4C-EE00-4149-A4A4-17048266008A}"/>
              </a:ext>
            </a:extLst>
          </p:cNvPr>
          <p:cNvSpPr>
            <a:spLocks xmlns:a="http://schemas.openxmlformats.org/drawingml/2006/main" noGrp="1"/>
          </p:cNvSpPr>
          <p:nvPr/>
        </p:nvSpPr>
        <p:spPr>
          <a:xfrm xmlns:a="http://schemas.openxmlformats.org/drawingml/2006/main">
            <a:off x="571500" y="2209800"/>
            <a:ext cx="4476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Same independent operation</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on every pixel</a:t>
            </a:r>
          </a:p>
        </p:txBody>
      </p:sp>
      <p:sp>
        <p:nvSpPr>
          <p:cNvPr id="6" name="text-22">
            <a:extLst xmlns:a="http://schemas.openxmlformats.org/drawingml/2006/main">
              <a:ext uri="{FF2B5EF4-FFF2-40B4-BE49-F238E27FC236}">
                <a16:creationId xmlns:a16="http://schemas.microsoft.com/office/drawing/2014/main" id="{ABB31B37-88F1-4BD1-9902-F2CF0E35FFD4}"/>
              </a:ext>
            </a:extLst>
          </p:cNvPr>
          <p:cNvSpPr>
            <a:spLocks xmlns:a="http://schemas.openxmlformats.org/drawingml/2006/main" noGrp="1"/>
          </p:cNvSpPr>
          <p:nvPr/>
        </p:nvSpPr>
        <p:spPr>
          <a:xfrm xmlns:a="http://schemas.openxmlformats.org/drawingml/2006/main">
            <a:off x="571500" y="3171825"/>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087E8B"/>
                </a:solidFill>
                <a:latin typeface="Arial"/>
                <a:ea typeface="Arial"/>
                <a:cs typeface="Arial"/>
              </a:defRPr>
            </a:pPr>
            <a:r>
              <a:rPr sz="1875" b="0">
                <a:solidFill>
                  <a:srgbClr val="087E8B"/>
                </a:solidFill>
                <a:latin typeface="Arial"/>
                <a:ea typeface="Arial"/>
                <a:cs typeface="Arial"/>
              </a:rPr>
              <a:t>out = clamp(in + value, 0, 255)</a:t>
            </a:r>
          </a:p>
        </p:txBody>
      </p:sp>
      <p:sp>
        <p:nvSpPr>
          <p:cNvPr id="7" name="text-23">
            <a:extLst xmlns:a="http://schemas.openxmlformats.org/drawingml/2006/main">
              <a:ext uri="{FF2B5EF4-FFF2-40B4-BE49-F238E27FC236}">
                <a16:creationId xmlns:a16="http://schemas.microsoft.com/office/drawing/2014/main" id="{A756DE51-5E2F-45CA-9CEE-F63021A57A99}"/>
              </a:ext>
            </a:extLst>
          </p:cNvPr>
          <p:cNvSpPr>
            <a:spLocks xmlns:a="http://schemas.openxmlformats.org/drawingml/2006/main" noGrp="1"/>
          </p:cNvSpPr>
          <p:nvPr/>
        </p:nvSpPr>
        <p:spPr>
          <a:xfrm xmlns:a="http://schemas.openxmlformats.org/drawingml/2006/main">
            <a:off x="571500" y="417195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Rotation</a:t>
            </a:r>
          </a:p>
        </p:txBody>
      </p:sp>
      <p:sp>
        <p:nvSpPr>
          <p:cNvPr id="8" name="text-24">
            <a:extLst xmlns:a="http://schemas.openxmlformats.org/drawingml/2006/main">
              <a:ext uri="{FF2B5EF4-FFF2-40B4-BE49-F238E27FC236}">
                <a16:creationId xmlns:a16="http://schemas.microsoft.com/office/drawing/2014/main" id="{A4DF68F0-F472-441B-BC8C-6797BC4C1726}"/>
              </a:ext>
            </a:extLst>
          </p:cNvPr>
          <p:cNvSpPr>
            <a:spLocks xmlns:a="http://schemas.openxmlformats.org/drawingml/2006/main" noGrp="1"/>
          </p:cNvSpPr>
          <p:nvPr/>
        </p:nvSpPr>
        <p:spPr>
          <a:xfrm xmlns:a="http://schemas.openxmlformats.org/drawingml/2006/main">
            <a:off x="571500" y="4676775"/>
            <a:ext cx="4667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Each output pixel independently</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finds and samples its source</a:t>
            </a:r>
          </a:p>
        </p:txBody>
      </p:sp>
      <p:sp>
        <p:nvSpPr>
          <p:cNvPr id="9" name="text-25">
            <a:extLst xmlns:a="http://schemas.openxmlformats.org/drawingml/2006/main">
              <a:ext uri="{FF2B5EF4-FFF2-40B4-BE49-F238E27FC236}">
                <a16:creationId xmlns:a16="http://schemas.microsoft.com/office/drawing/2014/main" id="{A5F6EF5D-FD75-48DA-A05B-CD8A471EC268}"/>
              </a:ext>
            </a:extLst>
          </p:cNvPr>
          <p:cNvSpPr>
            <a:spLocks xmlns:a="http://schemas.openxmlformats.org/drawingml/2006/main" noGrp="1"/>
          </p:cNvSpPr>
          <p:nvPr/>
        </p:nvSpPr>
        <p:spPr>
          <a:xfrm xmlns:a="http://schemas.openxmlformats.org/drawingml/2006/main">
            <a:off x="5667375" y="1762125"/>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42B3F"/>
                </a:solidFill>
                <a:latin typeface="Arial"/>
                <a:ea typeface="Arial"/>
                <a:cs typeface="Arial"/>
              </a:defRPr>
            </a:pPr>
            <a:r>
              <a:rPr sz="1800" b="1">
                <a:solidFill>
                  <a:srgbClr val="142B3F"/>
                </a:solidFill>
                <a:latin typeface="Arial"/>
                <a:ea typeface="Arial"/>
                <a:cs typeface="Arial"/>
              </a:rPr>
              <a:t>Input pixels</a:t>
            </a:r>
          </a:p>
        </p:txBody>
      </p:sp>
      <p:sp>
        <p:nvSpPr>
          <p:cNvPr id="10" name="text-26">
            <a:extLst xmlns:a="http://schemas.openxmlformats.org/drawingml/2006/main">
              <a:ext uri="{FF2B5EF4-FFF2-40B4-BE49-F238E27FC236}">
                <a16:creationId xmlns:a16="http://schemas.microsoft.com/office/drawing/2014/main" id="{E825A9F1-32DA-4DA0-AFCD-8C0D650839DA}"/>
              </a:ext>
            </a:extLst>
          </p:cNvPr>
          <p:cNvSpPr>
            <a:spLocks xmlns:a="http://schemas.openxmlformats.org/drawingml/2006/main" noGrp="1"/>
          </p:cNvSpPr>
          <p:nvPr/>
        </p:nvSpPr>
        <p:spPr>
          <a:xfrm xmlns:a="http://schemas.openxmlformats.org/drawingml/2006/main">
            <a:off x="8467725" y="17621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42B3F"/>
                </a:solidFill>
                <a:latin typeface="Arial"/>
                <a:ea typeface="Arial"/>
                <a:cs typeface="Arial"/>
              </a:defRPr>
            </a:pPr>
            <a:r>
              <a:rPr sz="1800" b="1">
                <a:solidFill>
                  <a:srgbClr val="142B3F"/>
                </a:solidFill>
                <a:latin typeface="Arial"/>
                <a:ea typeface="Arial"/>
                <a:cs typeface="Arial"/>
              </a:rPr>
              <a:t>90° counterclockwise</a:t>
            </a:r>
          </a:p>
        </p:txBody>
      </p:sp>
      <p:sp>
        <p:nvSpPr>
          <p:cNvPr id="11" name="diagram-27">
            <a:extLst xmlns:a="http://schemas.openxmlformats.org/drawingml/2006/main">
              <a:ext uri="{FF2B5EF4-FFF2-40B4-BE49-F238E27FC236}">
                <a16:creationId xmlns:a16="http://schemas.microsoft.com/office/drawing/2014/main" id="{7E8922A4-430B-4646-BC9A-37DE1F8088B9}"/>
              </a:ext>
            </a:extLst>
          </p:cNvPr>
          <p:cNvSpPr>
            <a:spLocks xmlns:a="http://schemas.openxmlformats.org/drawingml/2006/main" noGrp="1"/>
          </p:cNvSpPr>
          <p:nvPr/>
        </p:nvSpPr>
        <p:spPr>
          <a:xfrm xmlns:a="http://schemas.openxmlformats.org/drawingml/2006/main">
            <a:off x="5667375"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 name="diagram-28">
            <a:extLst xmlns:a="http://schemas.openxmlformats.org/drawingml/2006/main">
              <a:ext uri="{FF2B5EF4-FFF2-40B4-BE49-F238E27FC236}">
                <a16:creationId xmlns:a16="http://schemas.microsoft.com/office/drawing/2014/main" id="{F0B34057-86B3-49B1-9D8A-55782EE60F32}"/>
              </a:ext>
            </a:extLst>
          </p:cNvPr>
          <p:cNvSpPr>
            <a:spLocks xmlns:a="http://schemas.openxmlformats.org/drawingml/2006/main" noGrp="1"/>
          </p:cNvSpPr>
          <p:nvPr/>
        </p:nvSpPr>
        <p:spPr>
          <a:xfrm xmlns:a="http://schemas.openxmlformats.org/drawingml/2006/main">
            <a:off x="6048375" y="2600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3" name="diagram-29">
            <a:extLst xmlns:a="http://schemas.openxmlformats.org/drawingml/2006/main">
              <a:ext uri="{FF2B5EF4-FFF2-40B4-BE49-F238E27FC236}">
                <a16:creationId xmlns:a16="http://schemas.microsoft.com/office/drawing/2014/main" id="{7E1342A1-885E-44E4-90B8-6DE5D0B45962}"/>
              </a:ext>
            </a:extLst>
          </p:cNvPr>
          <p:cNvSpPr>
            <a:spLocks xmlns:a="http://schemas.openxmlformats.org/drawingml/2006/main" noGrp="1"/>
          </p:cNvSpPr>
          <p:nvPr/>
        </p:nvSpPr>
        <p:spPr>
          <a:xfrm xmlns:a="http://schemas.openxmlformats.org/drawingml/2006/main">
            <a:off x="6429375" y="2600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4" name="diagram-30">
            <a:extLst xmlns:a="http://schemas.openxmlformats.org/drawingml/2006/main">
              <a:ext uri="{FF2B5EF4-FFF2-40B4-BE49-F238E27FC236}">
                <a16:creationId xmlns:a16="http://schemas.microsoft.com/office/drawing/2014/main" id="{F9E6C8C2-68F7-4B67-82A0-7368648E9578}"/>
              </a:ext>
            </a:extLst>
          </p:cNvPr>
          <p:cNvSpPr>
            <a:spLocks xmlns:a="http://schemas.openxmlformats.org/drawingml/2006/main" noGrp="1"/>
          </p:cNvSpPr>
          <p:nvPr/>
        </p:nvSpPr>
        <p:spPr>
          <a:xfrm xmlns:a="http://schemas.openxmlformats.org/drawingml/2006/main">
            <a:off x="6810375" y="260032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15" name="diagram-31">
            <a:extLst xmlns:a="http://schemas.openxmlformats.org/drawingml/2006/main">
              <a:ext uri="{FF2B5EF4-FFF2-40B4-BE49-F238E27FC236}">
                <a16:creationId xmlns:a16="http://schemas.microsoft.com/office/drawing/2014/main" id="{370EB055-9119-43CF-82F8-9B033FED4BF9}"/>
              </a:ext>
            </a:extLst>
          </p:cNvPr>
          <p:cNvSpPr>
            <a:spLocks xmlns:a="http://schemas.openxmlformats.org/drawingml/2006/main" noGrp="1"/>
          </p:cNvSpPr>
          <p:nvPr/>
        </p:nvSpPr>
        <p:spPr>
          <a:xfrm xmlns:a="http://schemas.openxmlformats.org/drawingml/2006/main">
            <a:off x="7191375"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 name="diagram-32">
            <a:extLst xmlns:a="http://schemas.openxmlformats.org/drawingml/2006/main">
              <a:ext uri="{FF2B5EF4-FFF2-40B4-BE49-F238E27FC236}">
                <a16:creationId xmlns:a16="http://schemas.microsoft.com/office/drawing/2014/main" id="{9DA9512B-24E3-4EE5-AA6A-797D99546178}"/>
              </a:ext>
            </a:extLst>
          </p:cNvPr>
          <p:cNvSpPr>
            <a:spLocks xmlns:a="http://schemas.openxmlformats.org/drawingml/2006/main" noGrp="1"/>
          </p:cNvSpPr>
          <p:nvPr/>
        </p:nvSpPr>
        <p:spPr>
          <a:xfrm xmlns:a="http://schemas.openxmlformats.org/drawingml/2006/main">
            <a:off x="5667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 name="diagram-33">
            <a:extLst xmlns:a="http://schemas.openxmlformats.org/drawingml/2006/main">
              <a:ext uri="{FF2B5EF4-FFF2-40B4-BE49-F238E27FC236}">
                <a16:creationId xmlns:a16="http://schemas.microsoft.com/office/drawing/2014/main" id="{32E8E290-D788-4F31-ACC6-52E33E66E259}"/>
              </a:ext>
            </a:extLst>
          </p:cNvPr>
          <p:cNvSpPr>
            <a:spLocks xmlns:a="http://schemas.openxmlformats.org/drawingml/2006/main" noGrp="1"/>
          </p:cNvSpPr>
          <p:nvPr/>
        </p:nvSpPr>
        <p:spPr>
          <a:xfrm xmlns:a="http://schemas.openxmlformats.org/drawingml/2006/main">
            <a:off x="6048375" y="2981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18" name="diagram-34">
            <a:extLst xmlns:a="http://schemas.openxmlformats.org/drawingml/2006/main">
              <a:ext uri="{FF2B5EF4-FFF2-40B4-BE49-F238E27FC236}">
                <a16:creationId xmlns:a16="http://schemas.microsoft.com/office/drawing/2014/main" id="{3A7DDF5D-2D7C-4A4D-946A-B9D0E741F53D}"/>
              </a:ext>
            </a:extLst>
          </p:cNvPr>
          <p:cNvSpPr>
            <a:spLocks xmlns:a="http://schemas.openxmlformats.org/drawingml/2006/main" noGrp="1"/>
          </p:cNvSpPr>
          <p:nvPr/>
        </p:nvSpPr>
        <p:spPr>
          <a:xfrm xmlns:a="http://schemas.openxmlformats.org/drawingml/2006/main">
            <a:off x="6429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 name="diagram-35">
            <a:extLst xmlns:a="http://schemas.openxmlformats.org/drawingml/2006/main">
              <a:ext uri="{FF2B5EF4-FFF2-40B4-BE49-F238E27FC236}">
                <a16:creationId xmlns:a16="http://schemas.microsoft.com/office/drawing/2014/main" id="{366963C2-0DEC-474B-80CF-2091EB7A8ADC}"/>
              </a:ext>
            </a:extLst>
          </p:cNvPr>
          <p:cNvSpPr>
            <a:spLocks xmlns:a="http://schemas.openxmlformats.org/drawingml/2006/main" noGrp="1"/>
          </p:cNvSpPr>
          <p:nvPr/>
        </p:nvSpPr>
        <p:spPr>
          <a:xfrm xmlns:a="http://schemas.openxmlformats.org/drawingml/2006/main">
            <a:off x="6810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 name="diagram-36">
            <a:extLst xmlns:a="http://schemas.openxmlformats.org/drawingml/2006/main">
              <a:ext uri="{FF2B5EF4-FFF2-40B4-BE49-F238E27FC236}">
                <a16:creationId xmlns:a16="http://schemas.microsoft.com/office/drawing/2014/main" id="{251A15C1-0DD4-4547-818B-4F2FC3CC1467}"/>
              </a:ext>
            </a:extLst>
          </p:cNvPr>
          <p:cNvSpPr>
            <a:spLocks xmlns:a="http://schemas.openxmlformats.org/drawingml/2006/main" noGrp="1"/>
          </p:cNvSpPr>
          <p:nvPr/>
        </p:nvSpPr>
        <p:spPr>
          <a:xfrm xmlns:a="http://schemas.openxmlformats.org/drawingml/2006/main">
            <a:off x="7191375"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 name="diagram-37">
            <a:extLst xmlns:a="http://schemas.openxmlformats.org/drawingml/2006/main">
              <a:ext uri="{FF2B5EF4-FFF2-40B4-BE49-F238E27FC236}">
                <a16:creationId xmlns:a16="http://schemas.microsoft.com/office/drawing/2014/main" id="{3E20DDD7-E216-41EB-9E0F-7EACC030FC95}"/>
              </a:ext>
            </a:extLst>
          </p:cNvPr>
          <p:cNvSpPr>
            <a:spLocks xmlns:a="http://schemas.openxmlformats.org/drawingml/2006/main" noGrp="1"/>
          </p:cNvSpPr>
          <p:nvPr/>
        </p:nvSpPr>
        <p:spPr>
          <a:xfrm xmlns:a="http://schemas.openxmlformats.org/drawingml/2006/main">
            <a:off x="5667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 name="diagram-38">
            <a:extLst xmlns:a="http://schemas.openxmlformats.org/drawingml/2006/main">
              <a:ext uri="{FF2B5EF4-FFF2-40B4-BE49-F238E27FC236}">
                <a16:creationId xmlns:a16="http://schemas.microsoft.com/office/drawing/2014/main" id="{F46672CF-1E46-4DD1-BC0D-FD9B71E79BF7}"/>
              </a:ext>
            </a:extLst>
          </p:cNvPr>
          <p:cNvSpPr>
            <a:spLocks xmlns:a="http://schemas.openxmlformats.org/drawingml/2006/main" noGrp="1"/>
          </p:cNvSpPr>
          <p:nvPr/>
        </p:nvSpPr>
        <p:spPr>
          <a:xfrm xmlns:a="http://schemas.openxmlformats.org/drawingml/2006/main">
            <a:off x="6048375"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3" name="diagram-39">
            <a:extLst xmlns:a="http://schemas.openxmlformats.org/drawingml/2006/main">
              <a:ext uri="{FF2B5EF4-FFF2-40B4-BE49-F238E27FC236}">
                <a16:creationId xmlns:a16="http://schemas.microsoft.com/office/drawing/2014/main" id="{6492D137-E2D4-410A-8D03-980A84D87550}"/>
              </a:ext>
            </a:extLst>
          </p:cNvPr>
          <p:cNvSpPr>
            <a:spLocks xmlns:a="http://schemas.openxmlformats.org/drawingml/2006/main" noGrp="1"/>
          </p:cNvSpPr>
          <p:nvPr/>
        </p:nvSpPr>
        <p:spPr>
          <a:xfrm xmlns:a="http://schemas.openxmlformats.org/drawingml/2006/main">
            <a:off x="6429375"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4" name="diagram-40">
            <a:extLst xmlns:a="http://schemas.openxmlformats.org/drawingml/2006/main">
              <a:ext uri="{FF2B5EF4-FFF2-40B4-BE49-F238E27FC236}">
                <a16:creationId xmlns:a16="http://schemas.microsoft.com/office/drawing/2014/main" id="{723C9F30-A3BF-44E9-945E-082E086DFEC2}"/>
              </a:ext>
            </a:extLst>
          </p:cNvPr>
          <p:cNvSpPr>
            <a:spLocks xmlns:a="http://schemas.openxmlformats.org/drawingml/2006/main" noGrp="1"/>
          </p:cNvSpPr>
          <p:nvPr/>
        </p:nvSpPr>
        <p:spPr>
          <a:xfrm xmlns:a="http://schemas.openxmlformats.org/drawingml/2006/main">
            <a:off x="6810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 name="diagram-41">
            <a:extLst xmlns:a="http://schemas.openxmlformats.org/drawingml/2006/main">
              <a:ext uri="{FF2B5EF4-FFF2-40B4-BE49-F238E27FC236}">
                <a16:creationId xmlns:a16="http://schemas.microsoft.com/office/drawing/2014/main" id="{DE2C89D7-584D-4399-8A9F-36BAA9B2D282}"/>
              </a:ext>
            </a:extLst>
          </p:cNvPr>
          <p:cNvSpPr>
            <a:spLocks xmlns:a="http://schemas.openxmlformats.org/drawingml/2006/main" noGrp="1"/>
          </p:cNvSpPr>
          <p:nvPr/>
        </p:nvSpPr>
        <p:spPr>
          <a:xfrm xmlns:a="http://schemas.openxmlformats.org/drawingml/2006/main">
            <a:off x="7191375"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 name="diagram-42">
            <a:extLst xmlns:a="http://schemas.openxmlformats.org/drawingml/2006/main">
              <a:ext uri="{FF2B5EF4-FFF2-40B4-BE49-F238E27FC236}">
                <a16:creationId xmlns:a16="http://schemas.microsoft.com/office/drawing/2014/main" id="{60322B10-760D-43CF-8B1C-52244D6DEAC9}"/>
              </a:ext>
            </a:extLst>
          </p:cNvPr>
          <p:cNvSpPr>
            <a:spLocks xmlns:a="http://schemas.openxmlformats.org/drawingml/2006/main" noGrp="1"/>
          </p:cNvSpPr>
          <p:nvPr/>
        </p:nvSpPr>
        <p:spPr>
          <a:xfrm xmlns:a="http://schemas.openxmlformats.org/drawingml/2006/main">
            <a:off x="5667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 name="diagram-43">
            <a:extLst xmlns:a="http://schemas.openxmlformats.org/drawingml/2006/main">
              <a:ext uri="{FF2B5EF4-FFF2-40B4-BE49-F238E27FC236}">
                <a16:creationId xmlns:a16="http://schemas.microsoft.com/office/drawing/2014/main" id="{35640B06-5FB8-4BC8-B430-F1E27A31E687}"/>
              </a:ext>
            </a:extLst>
          </p:cNvPr>
          <p:cNvSpPr>
            <a:spLocks xmlns:a="http://schemas.openxmlformats.org/drawingml/2006/main" noGrp="1"/>
          </p:cNvSpPr>
          <p:nvPr/>
        </p:nvSpPr>
        <p:spPr>
          <a:xfrm xmlns:a="http://schemas.openxmlformats.org/drawingml/2006/main">
            <a:off x="6048375"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28" name="diagram-44">
            <a:extLst xmlns:a="http://schemas.openxmlformats.org/drawingml/2006/main">
              <a:ext uri="{FF2B5EF4-FFF2-40B4-BE49-F238E27FC236}">
                <a16:creationId xmlns:a16="http://schemas.microsoft.com/office/drawing/2014/main" id="{BDEDFCB0-6BA6-49BE-8B43-AF174B6B4D57}"/>
              </a:ext>
            </a:extLst>
          </p:cNvPr>
          <p:cNvSpPr>
            <a:spLocks xmlns:a="http://schemas.openxmlformats.org/drawingml/2006/main" noGrp="1"/>
          </p:cNvSpPr>
          <p:nvPr/>
        </p:nvSpPr>
        <p:spPr>
          <a:xfrm xmlns:a="http://schemas.openxmlformats.org/drawingml/2006/main">
            <a:off x="6429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 name="diagram-45">
            <a:extLst xmlns:a="http://schemas.openxmlformats.org/drawingml/2006/main">
              <a:ext uri="{FF2B5EF4-FFF2-40B4-BE49-F238E27FC236}">
                <a16:creationId xmlns:a16="http://schemas.microsoft.com/office/drawing/2014/main" id="{0C048C47-545F-4FA8-A294-09B70D01BFA7}"/>
              </a:ext>
            </a:extLst>
          </p:cNvPr>
          <p:cNvSpPr>
            <a:spLocks xmlns:a="http://schemas.openxmlformats.org/drawingml/2006/main" noGrp="1"/>
          </p:cNvSpPr>
          <p:nvPr/>
        </p:nvSpPr>
        <p:spPr>
          <a:xfrm xmlns:a="http://schemas.openxmlformats.org/drawingml/2006/main">
            <a:off x="6810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 name="diagram-46">
            <a:extLst xmlns:a="http://schemas.openxmlformats.org/drawingml/2006/main">
              <a:ext uri="{FF2B5EF4-FFF2-40B4-BE49-F238E27FC236}">
                <a16:creationId xmlns:a16="http://schemas.microsoft.com/office/drawing/2014/main" id="{8FE20AB5-C738-4EA7-829C-D4AD5947EC6C}"/>
              </a:ext>
            </a:extLst>
          </p:cNvPr>
          <p:cNvSpPr>
            <a:spLocks xmlns:a="http://schemas.openxmlformats.org/drawingml/2006/main" noGrp="1"/>
          </p:cNvSpPr>
          <p:nvPr/>
        </p:nvSpPr>
        <p:spPr>
          <a:xfrm xmlns:a="http://schemas.openxmlformats.org/drawingml/2006/main">
            <a:off x="7191375"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1" name="diagram-47">
            <a:extLst xmlns:a="http://schemas.openxmlformats.org/drawingml/2006/main">
              <a:ext uri="{FF2B5EF4-FFF2-40B4-BE49-F238E27FC236}">
                <a16:creationId xmlns:a16="http://schemas.microsoft.com/office/drawing/2014/main" id="{813ECA2D-C6EE-444D-9C23-772E268433F0}"/>
              </a:ext>
            </a:extLst>
          </p:cNvPr>
          <p:cNvSpPr>
            <a:spLocks xmlns:a="http://schemas.openxmlformats.org/drawingml/2006/main" noGrp="1"/>
          </p:cNvSpPr>
          <p:nvPr/>
        </p:nvSpPr>
        <p:spPr>
          <a:xfrm xmlns:a="http://schemas.openxmlformats.org/drawingml/2006/main">
            <a:off x="5667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2" name="diagram-48">
            <a:extLst xmlns:a="http://schemas.openxmlformats.org/drawingml/2006/main">
              <a:ext uri="{FF2B5EF4-FFF2-40B4-BE49-F238E27FC236}">
                <a16:creationId xmlns:a16="http://schemas.microsoft.com/office/drawing/2014/main" id="{AE3C4199-B598-4E12-8C2A-76140A32B158}"/>
              </a:ext>
            </a:extLst>
          </p:cNvPr>
          <p:cNvSpPr>
            <a:spLocks xmlns:a="http://schemas.openxmlformats.org/drawingml/2006/main" noGrp="1"/>
          </p:cNvSpPr>
          <p:nvPr/>
        </p:nvSpPr>
        <p:spPr>
          <a:xfrm xmlns:a="http://schemas.openxmlformats.org/drawingml/2006/main">
            <a:off x="6048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3" name="diagram-49">
            <a:extLst xmlns:a="http://schemas.openxmlformats.org/drawingml/2006/main">
              <a:ext uri="{FF2B5EF4-FFF2-40B4-BE49-F238E27FC236}">
                <a16:creationId xmlns:a16="http://schemas.microsoft.com/office/drawing/2014/main" id="{55F0A422-D016-4C13-A529-B405AC5F55EC}"/>
              </a:ext>
            </a:extLst>
          </p:cNvPr>
          <p:cNvSpPr>
            <a:spLocks xmlns:a="http://schemas.openxmlformats.org/drawingml/2006/main" noGrp="1"/>
          </p:cNvSpPr>
          <p:nvPr/>
        </p:nvSpPr>
        <p:spPr>
          <a:xfrm xmlns:a="http://schemas.openxmlformats.org/drawingml/2006/main">
            <a:off x="6429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4" name="diagram-50">
            <a:extLst xmlns:a="http://schemas.openxmlformats.org/drawingml/2006/main">
              <a:ext uri="{FF2B5EF4-FFF2-40B4-BE49-F238E27FC236}">
                <a16:creationId xmlns:a16="http://schemas.microsoft.com/office/drawing/2014/main" id="{994AAB8A-95F9-46B2-B74C-BF2F8F7DE605}"/>
              </a:ext>
            </a:extLst>
          </p:cNvPr>
          <p:cNvSpPr>
            <a:spLocks xmlns:a="http://schemas.openxmlformats.org/drawingml/2006/main" noGrp="1"/>
          </p:cNvSpPr>
          <p:nvPr/>
        </p:nvSpPr>
        <p:spPr>
          <a:xfrm xmlns:a="http://schemas.openxmlformats.org/drawingml/2006/main">
            <a:off x="6810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5" name="diagram-51">
            <a:extLst xmlns:a="http://schemas.openxmlformats.org/drawingml/2006/main">
              <a:ext uri="{FF2B5EF4-FFF2-40B4-BE49-F238E27FC236}">
                <a16:creationId xmlns:a16="http://schemas.microsoft.com/office/drawing/2014/main" id="{AD72D30E-1681-492B-8A4F-E4E8038B6082}"/>
              </a:ext>
            </a:extLst>
          </p:cNvPr>
          <p:cNvSpPr>
            <a:spLocks xmlns:a="http://schemas.openxmlformats.org/drawingml/2006/main" noGrp="1"/>
          </p:cNvSpPr>
          <p:nvPr/>
        </p:nvSpPr>
        <p:spPr>
          <a:xfrm xmlns:a="http://schemas.openxmlformats.org/drawingml/2006/main">
            <a:off x="7191375"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6" name="diagram-52">
            <a:extLst xmlns:a="http://schemas.openxmlformats.org/drawingml/2006/main">
              <a:ext uri="{FF2B5EF4-FFF2-40B4-BE49-F238E27FC236}">
                <a16:creationId xmlns:a16="http://schemas.microsoft.com/office/drawing/2014/main" id="{7E8C6E86-6825-48EB-82D8-6873A9C638A9}"/>
              </a:ext>
            </a:extLst>
          </p:cNvPr>
          <p:cNvSpPr>
            <a:spLocks xmlns:a="http://schemas.openxmlformats.org/drawingml/2006/main" noGrp="1"/>
          </p:cNvSpPr>
          <p:nvPr/>
        </p:nvSpPr>
        <p:spPr>
          <a:xfrm xmlns:a="http://schemas.openxmlformats.org/drawingml/2006/main">
            <a:off x="8572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7" name="diagram-53">
            <a:extLst xmlns:a="http://schemas.openxmlformats.org/drawingml/2006/main">
              <a:ext uri="{FF2B5EF4-FFF2-40B4-BE49-F238E27FC236}">
                <a16:creationId xmlns:a16="http://schemas.microsoft.com/office/drawing/2014/main" id="{BE72A49F-D0B4-42FF-B5EF-093EA09F4DB5}"/>
              </a:ext>
            </a:extLst>
          </p:cNvPr>
          <p:cNvSpPr>
            <a:spLocks xmlns:a="http://schemas.openxmlformats.org/drawingml/2006/main" noGrp="1"/>
          </p:cNvSpPr>
          <p:nvPr/>
        </p:nvSpPr>
        <p:spPr>
          <a:xfrm xmlns:a="http://schemas.openxmlformats.org/drawingml/2006/main">
            <a:off x="8953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8" name="diagram-54">
            <a:extLst xmlns:a="http://schemas.openxmlformats.org/drawingml/2006/main">
              <a:ext uri="{FF2B5EF4-FFF2-40B4-BE49-F238E27FC236}">
                <a16:creationId xmlns:a16="http://schemas.microsoft.com/office/drawing/2014/main" id="{2883D1C3-7408-4B5C-9DFB-EAD4D54F84BD}"/>
              </a:ext>
            </a:extLst>
          </p:cNvPr>
          <p:cNvSpPr>
            <a:spLocks xmlns:a="http://schemas.openxmlformats.org/drawingml/2006/main" noGrp="1"/>
          </p:cNvSpPr>
          <p:nvPr/>
        </p:nvSpPr>
        <p:spPr>
          <a:xfrm xmlns:a="http://schemas.openxmlformats.org/drawingml/2006/main">
            <a:off x="9334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9" name="diagram-55">
            <a:extLst xmlns:a="http://schemas.openxmlformats.org/drawingml/2006/main">
              <a:ext uri="{FF2B5EF4-FFF2-40B4-BE49-F238E27FC236}">
                <a16:creationId xmlns:a16="http://schemas.microsoft.com/office/drawing/2014/main" id="{A8C8EF80-EB8D-4A3A-AEE1-1ED785CB01B7}"/>
              </a:ext>
            </a:extLst>
          </p:cNvPr>
          <p:cNvSpPr>
            <a:spLocks xmlns:a="http://schemas.openxmlformats.org/drawingml/2006/main" noGrp="1"/>
          </p:cNvSpPr>
          <p:nvPr/>
        </p:nvSpPr>
        <p:spPr>
          <a:xfrm xmlns:a="http://schemas.openxmlformats.org/drawingml/2006/main">
            <a:off x="9715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0" name="diagram-56">
            <a:extLst xmlns:a="http://schemas.openxmlformats.org/drawingml/2006/main">
              <a:ext uri="{FF2B5EF4-FFF2-40B4-BE49-F238E27FC236}">
                <a16:creationId xmlns:a16="http://schemas.microsoft.com/office/drawing/2014/main" id="{E3E47CEE-59DF-4674-8ADC-DAC3B5669183}"/>
              </a:ext>
            </a:extLst>
          </p:cNvPr>
          <p:cNvSpPr>
            <a:spLocks xmlns:a="http://schemas.openxmlformats.org/drawingml/2006/main" noGrp="1"/>
          </p:cNvSpPr>
          <p:nvPr/>
        </p:nvSpPr>
        <p:spPr>
          <a:xfrm xmlns:a="http://schemas.openxmlformats.org/drawingml/2006/main">
            <a:off x="10096500" y="2600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1" name="diagram-57">
            <a:extLst xmlns:a="http://schemas.openxmlformats.org/drawingml/2006/main">
              <a:ext uri="{FF2B5EF4-FFF2-40B4-BE49-F238E27FC236}">
                <a16:creationId xmlns:a16="http://schemas.microsoft.com/office/drawing/2014/main" id="{69339342-AD77-4F88-92A2-68B5E6D4878B}"/>
              </a:ext>
            </a:extLst>
          </p:cNvPr>
          <p:cNvSpPr>
            <a:spLocks xmlns:a="http://schemas.openxmlformats.org/drawingml/2006/main" noGrp="1"/>
          </p:cNvSpPr>
          <p:nvPr/>
        </p:nvSpPr>
        <p:spPr>
          <a:xfrm xmlns:a="http://schemas.openxmlformats.org/drawingml/2006/main">
            <a:off x="8572500" y="298132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42" name="diagram-58">
            <a:extLst xmlns:a="http://schemas.openxmlformats.org/drawingml/2006/main">
              <a:ext uri="{FF2B5EF4-FFF2-40B4-BE49-F238E27FC236}">
                <a16:creationId xmlns:a16="http://schemas.microsoft.com/office/drawing/2014/main" id="{7655C638-E401-4280-ACD3-46A8578C1043}"/>
              </a:ext>
            </a:extLst>
          </p:cNvPr>
          <p:cNvSpPr>
            <a:spLocks xmlns:a="http://schemas.openxmlformats.org/drawingml/2006/main" noGrp="1"/>
          </p:cNvSpPr>
          <p:nvPr/>
        </p:nvSpPr>
        <p:spPr>
          <a:xfrm xmlns:a="http://schemas.openxmlformats.org/drawingml/2006/main">
            <a:off x="8953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3" name="diagram-59">
            <a:extLst xmlns:a="http://schemas.openxmlformats.org/drawingml/2006/main">
              <a:ext uri="{FF2B5EF4-FFF2-40B4-BE49-F238E27FC236}">
                <a16:creationId xmlns:a16="http://schemas.microsoft.com/office/drawing/2014/main" id="{05F853C9-C8C9-4B2D-8824-439D5597AA51}"/>
              </a:ext>
            </a:extLst>
          </p:cNvPr>
          <p:cNvSpPr>
            <a:spLocks xmlns:a="http://schemas.openxmlformats.org/drawingml/2006/main" noGrp="1"/>
          </p:cNvSpPr>
          <p:nvPr/>
        </p:nvSpPr>
        <p:spPr>
          <a:xfrm xmlns:a="http://schemas.openxmlformats.org/drawingml/2006/main">
            <a:off x="9334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4" name="diagram-60">
            <a:extLst xmlns:a="http://schemas.openxmlformats.org/drawingml/2006/main">
              <a:ext uri="{FF2B5EF4-FFF2-40B4-BE49-F238E27FC236}">
                <a16:creationId xmlns:a16="http://schemas.microsoft.com/office/drawing/2014/main" id="{F4466B72-6649-474C-8A03-BD5DB3D5FBDE}"/>
              </a:ext>
            </a:extLst>
          </p:cNvPr>
          <p:cNvSpPr>
            <a:spLocks xmlns:a="http://schemas.openxmlformats.org/drawingml/2006/main" noGrp="1"/>
          </p:cNvSpPr>
          <p:nvPr/>
        </p:nvSpPr>
        <p:spPr>
          <a:xfrm xmlns:a="http://schemas.openxmlformats.org/drawingml/2006/main">
            <a:off x="9715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5" name="diagram-61">
            <a:extLst xmlns:a="http://schemas.openxmlformats.org/drawingml/2006/main">
              <a:ext uri="{FF2B5EF4-FFF2-40B4-BE49-F238E27FC236}">
                <a16:creationId xmlns:a16="http://schemas.microsoft.com/office/drawing/2014/main" id="{5E3AFCDF-7069-47FB-A7D6-1ECF1895936E}"/>
              </a:ext>
            </a:extLst>
          </p:cNvPr>
          <p:cNvSpPr>
            <a:spLocks xmlns:a="http://schemas.openxmlformats.org/drawingml/2006/main" noGrp="1"/>
          </p:cNvSpPr>
          <p:nvPr/>
        </p:nvSpPr>
        <p:spPr>
          <a:xfrm xmlns:a="http://schemas.openxmlformats.org/drawingml/2006/main">
            <a:off x="10096500" y="2981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6" name="diagram-62">
            <a:extLst xmlns:a="http://schemas.openxmlformats.org/drawingml/2006/main">
              <a:ext uri="{FF2B5EF4-FFF2-40B4-BE49-F238E27FC236}">
                <a16:creationId xmlns:a16="http://schemas.microsoft.com/office/drawing/2014/main" id="{DED8FD79-B915-49AB-B9ED-A2CC9DF7A725}"/>
              </a:ext>
            </a:extLst>
          </p:cNvPr>
          <p:cNvSpPr>
            <a:spLocks xmlns:a="http://schemas.openxmlformats.org/drawingml/2006/main" noGrp="1"/>
          </p:cNvSpPr>
          <p:nvPr/>
        </p:nvSpPr>
        <p:spPr>
          <a:xfrm xmlns:a="http://schemas.openxmlformats.org/drawingml/2006/main">
            <a:off x="8572500"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7" name="diagram-63">
            <a:extLst xmlns:a="http://schemas.openxmlformats.org/drawingml/2006/main">
              <a:ext uri="{FF2B5EF4-FFF2-40B4-BE49-F238E27FC236}">
                <a16:creationId xmlns:a16="http://schemas.microsoft.com/office/drawing/2014/main" id="{5033AEBA-3067-4C01-B8DB-4396A45C80F0}"/>
              </a:ext>
            </a:extLst>
          </p:cNvPr>
          <p:cNvSpPr>
            <a:spLocks xmlns:a="http://schemas.openxmlformats.org/drawingml/2006/main" noGrp="1"/>
          </p:cNvSpPr>
          <p:nvPr/>
        </p:nvSpPr>
        <p:spPr>
          <a:xfrm xmlns:a="http://schemas.openxmlformats.org/drawingml/2006/main">
            <a:off x="8953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8" name="diagram-64">
            <a:extLst xmlns:a="http://schemas.openxmlformats.org/drawingml/2006/main">
              <a:ext uri="{FF2B5EF4-FFF2-40B4-BE49-F238E27FC236}">
                <a16:creationId xmlns:a16="http://schemas.microsoft.com/office/drawing/2014/main" id="{E82E587F-6A6B-495E-AEAC-FBD8FBA70A70}"/>
              </a:ext>
            </a:extLst>
          </p:cNvPr>
          <p:cNvSpPr>
            <a:spLocks xmlns:a="http://schemas.openxmlformats.org/drawingml/2006/main" noGrp="1"/>
          </p:cNvSpPr>
          <p:nvPr/>
        </p:nvSpPr>
        <p:spPr>
          <a:xfrm xmlns:a="http://schemas.openxmlformats.org/drawingml/2006/main">
            <a:off x="9334500" y="3362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9" name="diagram-65">
            <a:extLst xmlns:a="http://schemas.openxmlformats.org/drawingml/2006/main">
              <a:ext uri="{FF2B5EF4-FFF2-40B4-BE49-F238E27FC236}">
                <a16:creationId xmlns:a16="http://schemas.microsoft.com/office/drawing/2014/main" id="{4F03864D-D3AE-4095-BCA8-D556C3FBEA2F}"/>
              </a:ext>
            </a:extLst>
          </p:cNvPr>
          <p:cNvSpPr>
            <a:spLocks xmlns:a="http://schemas.openxmlformats.org/drawingml/2006/main" noGrp="1"/>
          </p:cNvSpPr>
          <p:nvPr/>
        </p:nvSpPr>
        <p:spPr>
          <a:xfrm xmlns:a="http://schemas.openxmlformats.org/drawingml/2006/main">
            <a:off x="9715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0" name="diagram-66">
            <a:extLst xmlns:a="http://schemas.openxmlformats.org/drawingml/2006/main">
              <a:ext uri="{FF2B5EF4-FFF2-40B4-BE49-F238E27FC236}">
                <a16:creationId xmlns:a16="http://schemas.microsoft.com/office/drawing/2014/main" id="{97A97109-6FB7-4428-A002-6396C46CE866}"/>
              </a:ext>
            </a:extLst>
          </p:cNvPr>
          <p:cNvSpPr>
            <a:spLocks xmlns:a="http://schemas.openxmlformats.org/drawingml/2006/main" noGrp="1"/>
          </p:cNvSpPr>
          <p:nvPr/>
        </p:nvSpPr>
        <p:spPr>
          <a:xfrm xmlns:a="http://schemas.openxmlformats.org/drawingml/2006/main">
            <a:off x="10096500" y="3362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1" name="diagram-67">
            <a:extLst xmlns:a="http://schemas.openxmlformats.org/drawingml/2006/main">
              <a:ext uri="{FF2B5EF4-FFF2-40B4-BE49-F238E27FC236}">
                <a16:creationId xmlns:a16="http://schemas.microsoft.com/office/drawing/2014/main" id="{A08CEFE7-3B73-4882-9967-5A2F7C1EE418}"/>
              </a:ext>
            </a:extLst>
          </p:cNvPr>
          <p:cNvSpPr>
            <a:spLocks xmlns:a="http://schemas.openxmlformats.org/drawingml/2006/main" noGrp="1"/>
          </p:cNvSpPr>
          <p:nvPr/>
        </p:nvSpPr>
        <p:spPr>
          <a:xfrm xmlns:a="http://schemas.openxmlformats.org/drawingml/2006/main">
            <a:off x="8572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2" name="diagram-68">
            <a:extLst xmlns:a="http://schemas.openxmlformats.org/drawingml/2006/main">
              <a:ext uri="{FF2B5EF4-FFF2-40B4-BE49-F238E27FC236}">
                <a16:creationId xmlns:a16="http://schemas.microsoft.com/office/drawing/2014/main" id="{CB397461-553A-4D30-BDB6-72E62625CD0C}"/>
              </a:ext>
            </a:extLst>
          </p:cNvPr>
          <p:cNvSpPr>
            <a:spLocks xmlns:a="http://schemas.openxmlformats.org/drawingml/2006/main" noGrp="1"/>
          </p:cNvSpPr>
          <p:nvPr/>
        </p:nvSpPr>
        <p:spPr>
          <a:xfrm xmlns:a="http://schemas.openxmlformats.org/drawingml/2006/main">
            <a:off x="8953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3" name="diagram-69">
            <a:extLst xmlns:a="http://schemas.openxmlformats.org/drawingml/2006/main">
              <a:ext uri="{FF2B5EF4-FFF2-40B4-BE49-F238E27FC236}">
                <a16:creationId xmlns:a16="http://schemas.microsoft.com/office/drawing/2014/main" id="{61A457F1-8B9F-46DB-8588-619B860D1FD6}"/>
              </a:ext>
            </a:extLst>
          </p:cNvPr>
          <p:cNvSpPr>
            <a:spLocks xmlns:a="http://schemas.openxmlformats.org/drawingml/2006/main" noGrp="1"/>
          </p:cNvSpPr>
          <p:nvPr/>
        </p:nvSpPr>
        <p:spPr>
          <a:xfrm xmlns:a="http://schemas.openxmlformats.org/drawingml/2006/main">
            <a:off x="9334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4" name="diagram-70">
            <a:extLst xmlns:a="http://schemas.openxmlformats.org/drawingml/2006/main">
              <a:ext uri="{FF2B5EF4-FFF2-40B4-BE49-F238E27FC236}">
                <a16:creationId xmlns:a16="http://schemas.microsoft.com/office/drawing/2014/main" id="{19B07254-AA5F-49D7-9909-A714668E56BE}"/>
              </a:ext>
            </a:extLst>
          </p:cNvPr>
          <p:cNvSpPr>
            <a:spLocks xmlns:a="http://schemas.openxmlformats.org/drawingml/2006/main" noGrp="1"/>
          </p:cNvSpPr>
          <p:nvPr/>
        </p:nvSpPr>
        <p:spPr>
          <a:xfrm xmlns:a="http://schemas.openxmlformats.org/drawingml/2006/main">
            <a:off x="9715500" y="3743325"/>
            <a:ext cx="381000" cy="381000"/>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5" name="diagram-71">
            <a:extLst xmlns:a="http://schemas.openxmlformats.org/drawingml/2006/main">
              <a:ext uri="{FF2B5EF4-FFF2-40B4-BE49-F238E27FC236}">
                <a16:creationId xmlns:a16="http://schemas.microsoft.com/office/drawing/2014/main" id="{5DAF5B9B-4C75-41C4-AB3B-B26095441BD7}"/>
              </a:ext>
            </a:extLst>
          </p:cNvPr>
          <p:cNvSpPr>
            <a:spLocks xmlns:a="http://schemas.openxmlformats.org/drawingml/2006/main" noGrp="1"/>
          </p:cNvSpPr>
          <p:nvPr/>
        </p:nvSpPr>
        <p:spPr>
          <a:xfrm xmlns:a="http://schemas.openxmlformats.org/drawingml/2006/main">
            <a:off x="10096500" y="3743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6" name="diagram-72">
            <a:extLst xmlns:a="http://schemas.openxmlformats.org/drawingml/2006/main">
              <a:ext uri="{FF2B5EF4-FFF2-40B4-BE49-F238E27FC236}">
                <a16:creationId xmlns:a16="http://schemas.microsoft.com/office/drawing/2014/main" id="{200830FC-50C4-4364-921C-0B92F9A4A2CE}"/>
              </a:ext>
            </a:extLst>
          </p:cNvPr>
          <p:cNvSpPr>
            <a:spLocks xmlns:a="http://schemas.openxmlformats.org/drawingml/2006/main" noGrp="1"/>
          </p:cNvSpPr>
          <p:nvPr/>
        </p:nvSpPr>
        <p:spPr>
          <a:xfrm xmlns:a="http://schemas.openxmlformats.org/drawingml/2006/main">
            <a:off x="8572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7" name="diagram-73">
            <a:extLst xmlns:a="http://schemas.openxmlformats.org/drawingml/2006/main">
              <a:ext uri="{FF2B5EF4-FFF2-40B4-BE49-F238E27FC236}">
                <a16:creationId xmlns:a16="http://schemas.microsoft.com/office/drawing/2014/main" id="{65FEF63D-26A5-411E-BDC6-AEDDFAB0B644}"/>
              </a:ext>
            </a:extLst>
          </p:cNvPr>
          <p:cNvSpPr>
            <a:spLocks xmlns:a="http://schemas.openxmlformats.org/drawingml/2006/main" noGrp="1"/>
          </p:cNvSpPr>
          <p:nvPr/>
        </p:nvSpPr>
        <p:spPr>
          <a:xfrm xmlns:a="http://schemas.openxmlformats.org/drawingml/2006/main">
            <a:off x="8953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8" name="diagram-74">
            <a:extLst xmlns:a="http://schemas.openxmlformats.org/drawingml/2006/main">
              <a:ext uri="{FF2B5EF4-FFF2-40B4-BE49-F238E27FC236}">
                <a16:creationId xmlns:a16="http://schemas.microsoft.com/office/drawing/2014/main" id="{85C72E58-8E50-4139-951B-5943D11F75C9}"/>
              </a:ext>
            </a:extLst>
          </p:cNvPr>
          <p:cNvSpPr>
            <a:spLocks xmlns:a="http://schemas.openxmlformats.org/drawingml/2006/main" noGrp="1"/>
          </p:cNvSpPr>
          <p:nvPr/>
        </p:nvSpPr>
        <p:spPr>
          <a:xfrm xmlns:a="http://schemas.openxmlformats.org/drawingml/2006/main">
            <a:off x="9334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59" name="diagram-75">
            <a:extLst xmlns:a="http://schemas.openxmlformats.org/drawingml/2006/main">
              <a:ext uri="{FF2B5EF4-FFF2-40B4-BE49-F238E27FC236}">
                <a16:creationId xmlns:a16="http://schemas.microsoft.com/office/drawing/2014/main" id="{84736235-492D-482B-A0A3-5D0B338A507F}"/>
              </a:ext>
            </a:extLst>
          </p:cNvPr>
          <p:cNvSpPr>
            <a:spLocks xmlns:a="http://schemas.openxmlformats.org/drawingml/2006/main" noGrp="1"/>
          </p:cNvSpPr>
          <p:nvPr/>
        </p:nvSpPr>
        <p:spPr>
          <a:xfrm xmlns:a="http://schemas.openxmlformats.org/drawingml/2006/main">
            <a:off x="9715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60" name="diagram-76">
            <a:extLst xmlns:a="http://schemas.openxmlformats.org/drawingml/2006/main">
              <a:ext uri="{FF2B5EF4-FFF2-40B4-BE49-F238E27FC236}">
                <a16:creationId xmlns:a16="http://schemas.microsoft.com/office/drawing/2014/main" id="{6384BAE5-7A16-413A-B4B5-6C599A52E8DE}"/>
              </a:ext>
            </a:extLst>
          </p:cNvPr>
          <p:cNvSpPr>
            <a:spLocks xmlns:a="http://schemas.openxmlformats.org/drawingml/2006/main" noGrp="1"/>
          </p:cNvSpPr>
          <p:nvPr/>
        </p:nvSpPr>
        <p:spPr>
          <a:xfrm xmlns:a="http://schemas.openxmlformats.org/drawingml/2006/main">
            <a:off x="10096500" y="412432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61" name="flow-77">
            <a:extLst xmlns:a="http://schemas.openxmlformats.org/drawingml/2006/main">
              <a:ext uri="{FF2B5EF4-FFF2-40B4-BE49-F238E27FC236}">
                <a16:creationId xmlns:a16="http://schemas.microsoft.com/office/drawing/2014/main" id="{A8493CDC-13E2-4C28-8293-F01CB2CACF1D}"/>
              </a:ext>
            </a:extLst>
          </p:cNvPr>
          <p:cNvSpPr>
            <a:spLocks xmlns:a="http://schemas.openxmlformats.org/drawingml/2006/main" noGrp="1"/>
          </p:cNvSpPr>
          <p:nvPr/>
        </p:nvSpPr>
        <p:spPr>
          <a:xfrm xmlns:a="http://schemas.openxmlformats.org/drawingml/2006/main">
            <a:off x="7781925" y="3352800"/>
            <a:ext cx="571500" cy="26670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62" name="text-78">
            <a:extLst xmlns:a="http://schemas.openxmlformats.org/drawingml/2006/main">
              <a:ext uri="{FF2B5EF4-FFF2-40B4-BE49-F238E27FC236}">
                <a16:creationId xmlns:a16="http://schemas.microsoft.com/office/drawing/2014/main" id="{D3B63760-D44C-4EB9-A098-C1A6DA13268E}"/>
              </a:ext>
            </a:extLst>
          </p:cNvPr>
          <p:cNvSpPr>
            <a:spLocks xmlns:a="http://schemas.openxmlformats.org/drawingml/2006/main" noGrp="1"/>
          </p:cNvSpPr>
          <p:nvPr/>
        </p:nvSpPr>
        <p:spPr>
          <a:xfrm xmlns:a="http://schemas.openxmlformats.org/drawingml/2006/main">
            <a:off x="5505450" y="46958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950" b="0">
                <a:solidFill>
                  <a:srgbClr val="087E8B"/>
                </a:solidFill>
                <a:latin typeface="Arial"/>
                <a:ea typeface="Arial"/>
                <a:cs typeface="Arial"/>
              </a:defRPr>
            </a:pPr>
            <a:r>
              <a:rPr sz="1950" b="0">
                <a:solidFill>
                  <a:srgbClr val="087E8B"/>
                </a:solidFill>
                <a:latin typeface="Arial"/>
                <a:ea typeface="Arial"/>
                <a:cs typeface="Arial"/>
              </a:rPr>
              <a:t>Output (0, 1) samples input (3, 0)</a:t>
            </a:r>
          </a:p>
        </p:txBody>
      </p:sp>
      <p:sp>
        <p:nvSpPr>
          <p:cNvPr id="63" name="text-79">
            <a:extLst xmlns:a="http://schemas.openxmlformats.org/drawingml/2006/main">
              <a:ext uri="{FF2B5EF4-FFF2-40B4-BE49-F238E27FC236}">
                <a16:creationId xmlns:a16="http://schemas.microsoft.com/office/drawing/2014/main" id="{1CA47C76-1E7A-4CBE-A10D-4F62BD892187}"/>
              </a:ext>
            </a:extLst>
          </p:cNvPr>
          <p:cNvSpPr>
            <a:spLocks xmlns:a="http://schemas.openxmlformats.org/drawingml/2006/main" noGrp="1"/>
          </p:cNvSpPr>
          <p:nvPr/>
        </p:nvSpPr>
        <p:spPr>
          <a:xfrm xmlns:a="http://schemas.openxmlformats.org/drawingml/2006/main">
            <a:off x="571500" y="57435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Arial"/>
                <a:ea typeface="Arial"/>
                <a:cs typeface="Arial"/>
              </a:defRPr>
            </a:pPr>
            <a:r>
              <a:rPr sz="1800" b="0">
                <a:solidFill>
                  <a:srgbClr val="142B3F"/>
                </a:solidFill>
                <a:latin typeface="Arial"/>
                <a:ea typeface="Arial"/>
                <a:cs typeface="Arial"/>
              </a:rPr>
              <a:t>Inverse mapping about the centre. Nearest neighbour. Fixed canvas. Black outside.</a:t>
            </a:r>
          </a:p>
        </p:txBody>
      </p:sp>
    </p:spTree>
    <p:extLst>
      <p:ext uri="{BB962C8B-B14F-4D97-AF65-F5344CB8AC3E}">
        <p14:creationId xmlns:p14="http://schemas.microsoft.com/office/powerpoint/2010/main" val="421738520"/>
      </p:ext>
    </p:extLst>
  </p:cSld>
</p:sld>
</file>

<file path=ppt/slides/slide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308" name="text-80">
            <a:extLst xmlns:a="http://schemas.openxmlformats.org/drawingml/2006/main">
              <a:ext uri="{FF2B5EF4-FFF2-40B4-BE49-F238E27FC236}">
                <a16:creationId xmlns:a16="http://schemas.microsoft.com/office/drawing/2014/main" id="{E20893F1-B79A-4021-908D-5F47AF43AB91}"/>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Threads, blocks and the image grid</a:t>
            </a:r>
          </a:p>
        </p:txBody>
      </p:sp>
      <p:sp>
        <p:nvSpPr>
          <p:cNvPr id="2" name="text-81">
            <a:extLst xmlns:a="http://schemas.openxmlformats.org/drawingml/2006/main">
              <a:ext uri="{FF2B5EF4-FFF2-40B4-BE49-F238E27FC236}">
                <a16:creationId xmlns:a16="http://schemas.microsoft.com/office/drawing/2014/main" id="{947347D6-C786-4FA6-80DB-1423EBEA6F9F}"/>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Full references in appendix and companion PDF.</a:t>
            </a:r>
          </a:p>
        </p:txBody>
      </p:sp>
      <p:sp>
        <p:nvSpPr>
          <p:cNvPr id="3" name="text-82">
            <a:extLst xmlns:a="http://schemas.openxmlformats.org/drawingml/2006/main">
              <a:ext uri="{FF2B5EF4-FFF2-40B4-BE49-F238E27FC236}">
                <a16:creationId xmlns:a16="http://schemas.microsoft.com/office/drawing/2014/main" id="{D96BB0E1-2E91-4957-81DB-3C5683FCD594}"/>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3</a:t>
            </a:r>
          </a:p>
        </p:txBody>
      </p:sp>
      <p:sp>
        <p:nvSpPr>
          <p:cNvPr id="4" name="text-83">
            <a:extLst xmlns:a="http://schemas.openxmlformats.org/drawingml/2006/main">
              <a:ext uri="{FF2B5EF4-FFF2-40B4-BE49-F238E27FC236}">
                <a16:creationId xmlns:a16="http://schemas.microsoft.com/office/drawing/2014/main" id="{453AE671-BBA4-4970-AAF7-9A42EA94B3CF}"/>
              </a:ext>
            </a:extLst>
          </p:cNvPr>
          <p:cNvSpPr>
            <a:spLocks xmlns:a="http://schemas.openxmlformats.org/drawingml/2006/main" noGrp="1"/>
          </p:cNvSpPr>
          <p:nvPr/>
        </p:nvSpPr>
        <p:spPr>
          <a:xfrm xmlns:a="http://schemas.openxmlformats.org/drawingml/2006/main">
            <a:off x="571500" y="16668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64 × 64 blocks</a:t>
            </a:r>
          </a:p>
        </p:txBody>
      </p:sp>
      <p:sp>
        <p:nvSpPr>
          <p:cNvPr id="5" name="text-84">
            <a:extLst xmlns:a="http://schemas.openxmlformats.org/drawingml/2006/main">
              <a:ext uri="{FF2B5EF4-FFF2-40B4-BE49-F238E27FC236}">
                <a16:creationId xmlns:a16="http://schemas.microsoft.com/office/drawing/2014/main" id="{0A0185F2-05D6-46C0-B1E6-3717A82EB9A7}"/>
              </a:ext>
            </a:extLst>
          </p:cNvPr>
          <p:cNvSpPr>
            <a:spLocks xmlns:a="http://schemas.openxmlformats.org/drawingml/2006/main" noGrp="1"/>
          </p:cNvSpPr>
          <p:nvPr/>
        </p:nvSpPr>
        <p:spPr>
          <a:xfrm xmlns:a="http://schemas.openxmlformats.org/drawingml/2006/main">
            <a:off x="571500" y="20955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Grid view is schematic</a:t>
            </a:r>
          </a:p>
        </p:txBody>
      </p:sp>
      <p:sp>
        <p:nvSpPr>
          <p:cNvPr id="6" name="diagram-85">
            <a:extLst xmlns:a="http://schemas.openxmlformats.org/drawingml/2006/main">
              <a:ext uri="{FF2B5EF4-FFF2-40B4-BE49-F238E27FC236}">
                <a16:creationId xmlns:a16="http://schemas.microsoft.com/office/drawing/2014/main" id="{0F848AE9-17F4-4E34-8189-B12F7055D6EA}"/>
              </a:ext>
            </a:extLst>
          </p:cNvPr>
          <p:cNvSpPr>
            <a:spLocks xmlns:a="http://schemas.openxmlformats.org/drawingml/2006/main" noGrp="1"/>
          </p:cNvSpPr>
          <p:nvPr/>
        </p:nvSpPr>
        <p:spPr>
          <a:xfrm xmlns:a="http://schemas.openxmlformats.org/drawingml/2006/main">
            <a:off x="619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 name="diagram-86">
            <a:extLst xmlns:a="http://schemas.openxmlformats.org/drawingml/2006/main">
              <a:ext uri="{FF2B5EF4-FFF2-40B4-BE49-F238E27FC236}">
                <a16:creationId xmlns:a16="http://schemas.microsoft.com/office/drawing/2014/main" id="{0223418A-EDCA-41C9-AFE5-E7533FA71783}"/>
              </a:ext>
            </a:extLst>
          </p:cNvPr>
          <p:cNvSpPr>
            <a:spLocks xmlns:a="http://schemas.openxmlformats.org/drawingml/2006/main" noGrp="1"/>
          </p:cNvSpPr>
          <p:nvPr/>
        </p:nvSpPr>
        <p:spPr>
          <a:xfrm xmlns:a="http://schemas.openxmlformats.org/drawingml/2006/main">
            <a:off x="1000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 name="diagram-87">
            <a:extLst xmlns:a="http://schemas.openxmlformats.org/drawingml/2006/main">
              <a:ext uri="{FF2B5EF4-FFF2-40B4-BE49-F238E27FC236}">
                <a16:creationId xmlns:a16="http://schemas.microsoft.com/office/drawing/2014/main" id="{92A39895-1907-48CA-AFAD-60BA5DBA4FA9}"/>
              </a:ext>
            </a:extLst>
          </p:cNvPr>
          <p:cNvSpPr>
            <a:spLocks xmlns:a="http://schemas.openxmlformats.org/drawingml/2006/main" noGrp="1"/>
          </p:cNvSpPr>
          <p:nvPr/>
        </p:nvSpPr>
        <p:spPr>
          <a:xfrm xmlns:a="http://schemas.openxmlformats.org/drawingml/2006/main">
            <a:off x="1381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 name="diagram-88">
            <a:extLst xmlns:a="http://schemas.openxmlformats.org/drawingml/2006/main">
              <a:ext uri="{FF2B5EF4-FFF2-40B4-BE49-F238E27FC236}">
                <a16:creationId xmlns:a16="http://schemas.microsoft.com/office/drawing/2014/main" id="{170975BB-CE6D-45E7-9100-CB7B51A5B66F}"/>
              </a:ext>
            </a:extLst>
          </p:cNvPr>
          <p:cNvSpPr>
            <a:spLocks xmlns:a="http://schemas.openxmlformats.org/drawingml/2006/main" noGrp="1"/>
          </p:cNvSpPr>
          <p:nvPr/>
        </p:nvSpPr>
        <p:spPr>
          <a:xfrm xmlns:a="http://schemas.openxmlformats.org/drawingml/2006/main">
            <a:off x="1762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 name="diagram-89">
            <a:extLst xmlns:a="http://schemas.openxmlformats.org/drawingml/2006/main">
              <a:ext uri="{FF2B5EF4-FFF2-40B4-BE49-F238E27FC236}">
                <a16:creationId xmlns:a16="http://schemas.microsoft.com/office/drawing/2014/main" id="{ADFA38DB-CB33-46D5-866C-A39FA801BB29}"/>
              </a:ext>
            </a:extLst>
          </p:cNvPr>
          <p:cNvSpPr>
            <a:spLocks xmlns:a="http://schemas.openxmlformats.org/drawingml/2006/main" noGrp="1"/>
          </p:cNvSpPr>
          <p:nvPr/>
        </p:nvSpPr>
        <p:spPr>
          <a:xfrm xmlns:a="http://schemas.openxmlformats.org/drawingml/2006/main">
            <a:off x="2143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 name="diagram-90">
            <a:extLst xmlns:a="http://schemas.openxmlformats.org/drawingml/2006/main">
              <a:ext uri="{FF2B5EF4-FFF2-40B4-BE49-F238E27FC236}">
                <a16:creationId xmlns:a16="http://schemas.microsoft.com/office/drawing/2014/main" id="{12BA5063-3B9F-4250-93BE-17F05DAFEE53}"/>
              </a:ext>
            </a:extLst>
          </p:cNvPr>
          <p:cNvSpPr>
            <a:spLocks xmlns:a="http://schemas.openxmlformats.org/drawingml/2006/main" noGrp="1"/>
          </p:cNvSpPr>
          <p:nvPr/>
        </p:nvSpPr>
        <p:spPr>
          <a:xfrm xmlns:a="http://schemas.openxmlformats.org/drawingml/2006/main">
            <a:off x="2524125" y="2695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 name="diagram-91">
            <a:extLst xmlns:a="http://schemas.openxmlformats.org/drawingml/2006/main">
              <a:ext uri="{FF2B5EF4-FFF2-40B4-BE49-F238E27FC236}">
                <a16:creationId xmlns:a16="http://schemas.microsoft.com/office/drawing/2014/main" id="{8A639585-44BB-443E-AD04-E01DC2454862}"/>
              </a:ext>
            </a:extLst>
          </p:cNvPr>
          <p:cNvSpPr>
            <a:spLocks xmlns:a="http://schemas.openxmlformats.org/drawingml/2006/main" noGrp="1"/>
          </p:cNvSpPr>
          <p:nvPr/>
        </p:nvSpPr>
        <p:spPr>
          <a:xfrm xmlns:a="http://schemas.openxmlformats.org/drawingml/2006/main">
            <a:off x="619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 name="diagram-92">
            <a:extLst xmlns:a="http://schemas.openxmlformats.org/drawingml/2006/main">
              <a:ext uri="{FF2B5EF4-FFF2-40B4-BE49-F238E27FC236}">
                <a16:creationId xmlns:a16="http://schemas.microsoft.com/office/drawing/2014/main" id="{8FD30F24-220E-4951-AA8F-33CB63A6EF38}"/>
              </a:ext>
            </a:extLst>
          </p:cNvPr>
          <p:cNvSpPr>
            <a:spLocks xmlns:a="http://schemas.openxmlformats.org/drawingml/2006/main" noGrp="1"/>
          </p:cNvSpPr>
          <p:nvPr/>
        </p:nvSpPr>
        <p:spPr>
          <a:xfrm xmlns:a="http://schemas.openxmlformats.org/drawingml/2006/main">
            <a:off x="1000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 name="diagram-93">
            <a:extLst xmlns:a="http://schemas.openxmlformats.org/drawingml/2006/main">
              <a:ext uri="{FF2B5EF4-FFF2-40B4-BE49-F238E27FC236}">
                <a16:creationId xmlns:a16="http://schemas.microsoft.com/office/drawing/2014/main" id="{46567E32-56C3-4295-A9BF-5B7F21F836CF}"/>
              </a:ext>
            </a:extLst>
          </p:cNvPr>
          <p:cNvSpPr>
            <a:spLocks xmlns:a="http://schemas.openxmlformats.org/drawingml/2006/main" noGrp="1"/>
          </p:cNvSpPr>
          <p:nvPr/>
        </p:nvSpPr>
        <p:spPr>
          <a:xfrm xmlns:a="http://schemas.openxmlformats.org/drawingml/2006/main">
            <a:off x="1381125" y="3076575"/>
            <a:ext cx="381000" cy="381000"/>
          </a:xfrm>
          <a:prstGeom xmlns:a="http://schemas.openxmlformats.org/drawingml/2006/main" prst="rect">
            <a:avLst/>
          </a:prstGeom>
          <a:solidFill xmlns:a="http://schemas.openxmlformats.org/drawingml/2006/main">
            <a:srgbClr val="F5AE46"/>
          </a:solidFill>
          <a:ln xmlns:a="http://schemas.openxmlformats.org/drawingml/2006/main" w="28575">
            <a:solidFill>
              <a:srgbClr val="8BA7B4"/>
            </a:solidFill>
          </a:ln>
        </p:spPr>
      </p:sp>
      <p:sp>
        <p:nvSpPr>
          <p:cNvPr id="15" name="diagram-94">
            <a:extLst xmlns:a="http://schemas.openxmlformats.org/drawingml/2006/main">
              <a:ext uri="{FF2B5EF4-FFF2-40B4-BE49-F238E27FC236}">
                <a16:creationId xmlns:a16="http://schemas.microsoft.com/office/drawing/2014/main" id="{10051723-91C8-4383-85ED-241B33133744}"/>
              </a:ext>
            </a:extLst>
          </p:cNvPr>
          <p:cNvSpPr>
            <a:spLocks xmlns:a="http://schemas.openxmlformats.org/drawingml/2006/main" noGrp="1"/>
          </p:cNvSpPr>
          <p:nvPr/>
        </p:nvSpPr>
        <p:spPr>
          <a:xfrm xmlns:a="http://schemas.openxmlformats.org/drawingml/2006/main">
            <a:off x="1762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 name="diagram-95">
            <a:extLst xmlns:a="http://schemas.openxmlformats.org/drawingml/2006/main">
              <a:ext uri="{FF2B5EF4-FFF2-40B4-BE49-F238E27FC236}">
                <a16:creationId xmlns:a16="http://schemas.microsoft.com/office/drawing/2014/main" id="{D9C46007-BB11-4A7F-AC06-33C234CEC82A}"/>
              </a:ext>
            </a:extLst>
          </p:cNvPr>
          <p:cNvSpPr>
            <a:spLocks xmlns:a="http://schemas.openxmlformats.org/drawingml/2006/main" noGrp="1"/>
          </p:cNvSpPr>
          <p:nvPr/>
        </p:nvSpPr>
        <p:spPr>
          <a:xfrm xmlns:a="http://schemas.openxmlformats.org/drawingml/2006/main">
            <a:off x="2143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 name="diagram-96">
            <a:extLst xmlns:a="http://schemas.openxmlformats.org/drawingml/2006/main">
              <a:ext uri="{FF2B5EF4-FFF2-40B4-BE49-F238E27FC236}">
                <a16:creationId xmlns:a16="http://schemas.microsoft.com/office/drawing/2014/main" id="{52F99159-D2CD-4092-83D4-5275562C29B9}"/>
              </a:ext>
            </a:extLst>
          </p:cNvPr>
          <p:cNvSpPr>
            <a:spLocks xmlns:a="http://schemas.openxmlformats.org/drawingml/2006/main" noGrp="1"/>
          </p:cNvSpPr>
          <p:nvPr/>
        </p:nvSpPr>
        <p:spPr>
          <a:xfrm xmlns:a="http://schemas.openxmlformats.org/drawingml/2006/main">
            <a:off x="2524125" y="3076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 name="diagram-97">
            <a:extLst xmlns:a="http://schemas.openxmlformats.org/drawingml/2006/main">
              <a:ext uri="{FF2B5EF4-FFF2-40B4-BE49-F238E27FC236}">
                <a16:creationId xmlns:a16="http://schemas.microsoft.com/office/drawing/2014/main" id="{BCA94EEA-F670-4ED3-9FC8-44C84F3C3068}"/>
              </a:ext>
            </a:extLst>
          </p:cNvPr>
          <p:cNvSpPr>
            <a:spLocks xmlns:a="http://schemas.openxmlformats.org/drawingml/2006/main" noGrp="1"/>
          </p:cNvSpPr>
          <p:nvPr/>
        </p:nvSpPr>
        <p:spPr>
          <a:xfrm xmlns:a="http://schemas.openxmlformats.org/drawingml/2006/main">
            <a:off x="619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 name="diagram-98">
            <a:extLst xmlns:a="http://schemas.openxmlformats.org/drawingml/2006/main">
              <a:ext uri="{FF2B5EF4-FFF2-40B4-BE49-F238E27FC236}">
                <a16:creationId xmlns:a16="http://schemas.microsoft.com/office/drawing/2014/main" id="{B9D1881B-7E6B-455E-A973-06136FC98B04}"/>
              </a:ext>
            </a:extLst>
          </p:cNvPr>
          <p:cNvSpPr>
            <a:spLocks xmlns:a="http://schemas.openxmlformats.org/drawingml/2006/main" noGrp="1"/>
          </p:cNvSpPr>
          <p:nvPr/>
        </p:nvSpPr>
        <p:spPr>
          <a:xfrm xmlns:a="http://schemas.openxmlformats.org/drawingml/2006/main">
            <a:off x="1000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 name="diagram-99">
            <a:extLst xmlns:a="http://schemas.openxmlformats.org/drawingml/2006/main">
              <a:ext uri="{FF2B5EF4-FFF2-40B4-BE49-F238E27FC236}">
                <a16:creationId xmlns:a16="http://schemas.microsoft.com/office/drawing/2014/main" id="{100B5DF8-7C3A-4AA3-8756-3F5F66BDEEC1}"/>
              </a:ext>
            </a:extLst>
          </p:cNvPr>
          <p:cNvSpPr>
            <a:spLocks xmlns:a="http://schemas.openxmlformats.org/drawingml/2006/main" noGrp="1"/>
          </p:cNvSpPr>
          <p:nvPr/>
        </p:nvSpPr>
        <p:spPr>
          <a:xfrm xmlns:a="http://schemas.openxmlformats.org/drawingml/2006/main">
            <a:off x="1381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 name="diagram-100">
            <a:extLst xmlns:a="http://schemas.openxmlformats.org/drawingml/2006/main">
              <a:ext uri="{FF2B5EF4-FFF2-40B4-BE49-F238E27FC236}">
                <a16:creationId xmlns:a16="http://schemas.microsoft.com/office/drawing/2014/main" id="{11000ADC-C9B2-41DC-A86B-DFFE059A4153}"/>
              </a:ext>
            </a:extLst>
          </p:cNvPr>
          <p:cNvSpPr>
            <a:spLocks xmlns:a="http://schemas.openxmlformats.org/drawingml/2006/main" noGrp="1"/>
          </p:cNvSpPr>
          <p:nvPr/>
        </p:nvSpPr>
        <p:spPr>
          <a:xfrm xmlns:a="http://schemas.openxmlformats.org/drawingml/2006/main">
            <a:off x="1762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 name="diagram-101">
            <a:extLst xmlns:a="http://schemas.openxmlformats.org/drawingml/2006/main">
              <a:ext uri="{FF2B5EF4-FFF2-40B4-BE49-F238E27FC236}">
                <a16:creationId xmlns:a16="http://schemas.microsoft.com/office/drawing/2014/main" id="{ABA4A328-5302-40CF-88AE-9314C86D53EF}"/>
              </a:ext>
            </a:extLst>
          </p:cNvPr>
          <p:cNvSpPr>
            <a:spLocks xmlns:a="http://schemas.openxmlformats.org/drawingml/2006/main" noGrp="1"/>
          </p:cNvSpPr>
          <p:nvPr/>
        </p:nvSpPr>
        <p:spPr>
          <a:xfrm xmlns:a="http://schemas.openxmlformats.org/drawingml/2006/main">
            <a:off x="2143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 name="diagram-102">
            <a:extLst xmlns:a="http://schemas.openxmlformats.org/drawingml/2006/main">
              <a:ext uri="{FF2B5EF4-FFF2-40B4-BE49-F238E27FC236}">
                <a16:creationId xmlns:a16="http://schemas.microsoft.com/office/drawing/2014/main" id="{13A579E9-BEFC-46C9-AC5C-C79EDA56D3CC}"/>
              </a:ext>
            </a:extLst>
          </p:cNvPr>
          <p:cNvSpPr>
            <a:spLocks xmlns:a="http://schemas.openxmlformats.org/drawingml/2006/main" noGrp="1"/>
          </p:cNvSpPr>
          <p:nvPr/>
        </p:nvSpPr>
        <p:spPr>
          <a:xfrm xmlns:a="http://schemas.openxmlformats.org/drawingml/2006/main">
            <a:off x="2524125" y="3457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 name="diagram-103">
            <a:extLst xmlns:a="http://schemas.openxmlformats.org/drawingml/2006/main">
              <a:ext uri="{FF2B5EF4-FFF2-40B4-BE49-F238E27FC236}">
                <a16:creationId xmlns:a16="http://schemas.microsoft.com/office/drawing/2014/main" id="{B57C4EBE-38C5-43BE-94FC-D2ED4BBF3657}"/>
              </a:ext>
            </a:extLst>
          </p:cNvPr>
          <p:cNvSpPr>
            <a:spLocks xmlns:a="http://schemas.openxmlformats.org/drawingml/2006/main" noGrp="1"/>
          </p:cNvSpPr>
          <p:nvPr/>
        </p:nvSpPr>
        <p:spPr>
          <a:xfrm xmlns:a="http://schemas.openxmlformats.org/drawingml/2006/main">
            <a:off x="619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 name="diagram-104">
            <a:extLst xmlns:a="http://schemas.openxmlformats.org/drawingml/2006/main">
              <a:ext uri="{FF2B5EF4-FFF2-40B4-BE49-F238E27FC236}">
                <a16:creationId xmlns:a16="http://schemas.microsoft.com/office/drawing/2014/main" id="{838E2F58-2B95-4FB1-9D36-1CA1ED89AB37}"/>
              </a:ext>
            </a:extLst>
          </p:cNvPr>
          <p:cNvSpPr>
            <a:spLocks xmlns:a="http://schemas.openxmlformats.org/drawingml/2006/main" noGrp="1"/>
          </p:cNvSpPr>
          <p:nvPr/>
        </p:nvSpPr>
        <p:spPr>
          <a:xfrm xmlns:a="http://schemas.openxmlformats.org/drawingml/2006/main">
            <a:off x="1000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 name="diagram-105">
            <a:extLst xmlns:a="http://schemas.openxmlformats.org/drawingml/2006/main">
              <a:ext uri="{FF2B5EF4-FFF2-40B4-BE49-F238E27FC236}">
                <a16:creationId xmlns:a16="http://schemas.microsoft.com/office/drawing/2014/main" id="{C1E307BC-F7B3-4421-864F-0CA58BDC82ED}"/>
              </a:ext>
            </a:extLst>
          </p:cNvPr>
          <p:cNvSpPr>
            <a:spLocks xmlns:a="http://schemas.openxmlformats.org/drawingml/2006/main" noGrp="1"/>
          </p:cNvSpPr>
          <p:nvPr/>
        </p:nvSpPr>
        <p:spPr>
          <a:xfrm xmlns:a="http://schemas.openxmlformats.org/drawingml/2006/main">
            <a:off x="1381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 name="diagram-106">
            <a:extLst xmlns:a="http://schemas.openxmlformats.org/drawingml/2006/main">
              <a:ext uri="{FF2B5EF4-FFF2-40B4-BE49-F238E27FC236}">
                <a16:creationId xmlns:a16="http://schemas.microsoft.com/office/drawing/2014/main" id="{8395AA43-E551-4446-9748-F30CB40E3A5D}"/>
              </a:ext>
            </a:extLst>
          </p:cNvPr>
          <p:cNvSpPr>
            <a:spLocks xmlns:a="http://schemas.openxmlformats.org/drawingml/2006/main" noGrp="1"/>
          </p:cNvSpPr>
          <p:nvPr/>
        </p:nvSpPr>
        <p:spPr>
          <a:xfrm xmlns:a="http://schemas.openxmlformats.org/drawingml/2006/main">
            <a:off x="1762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 name="diagram-107">
            <a:extLst xmlns:a="http://schemas.openxmlformats.org/drawingml/2006/main">
              <a:ext uri="{FF2B5EF4-FFF2-40B4-BE49-F238E27FC236}">
                <a16:creationId xmlns:a16="http://schemas.microsoft.com/office/drawing/2014/main" id="{640D8D0C-C62F-4686-BE9C-99F7EFB43B62}"/>
              </a:ext>
            </a:extLst>
          </p:cNvPr>
          <p:cNvSpPr>
            <a:spLocks xmlns:a="http://schemas.openxmlformats.org/drawingml/2006/main" noGrp="1"/>
          </p:cNvSpPr>
          <p:nvPr/>
        </p:nvSpPr>
        <p:spPr>
          <a:xfrm xmlns:a="http://schemas.openxmlformats.org/drawingml/2006/main">
            <a:off x="2143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 name="diagram-108">
            <a:extLst xmlns:a="http://schemas.openxmlformats.org/drawingml/2006/main">
              <a:ext uri="{FF2B5EF4-FFF2-40B4-BE49-F238E27FC236}">
                <a16:creationId xmlns:a16="http://schemas.microsoft.com/office/drawing/2014/main" id="{E08A4238-6AA2-4C54-8550-370F660934E0}"/>
              </a:ext>
            </a:extLst>
          </p:cNvPr>
          <p:cNvSpPr>
            <a:spLocks xmlns:a="http://schemas.openxmlformats.org/drawingml/2006/main" noGrp="1"/>
          </p:cNvSpPr>
          <p:nvPr/>
        </p:nvSpPr>
        <p:spPr>
          <a:xfrm xmlns:a="http://schemas.openxmlformats.org/drawingml/2006/main">
            <a:off x="2524125" y="3838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 name="diagram-109">
            <a:extLst xmlns:a="http://schemas.openxmlformats.org/drawingml/2006/main">
              <a:ext uri="{FF2B5EF4-FFF2-40B4-BE49-F238E27FC236}">
                <a16:creationId xmlns:a16="http://schemas.microsoft.com/office/drawing/2014/main" id="{4D558D3F-798F-4E20-B01A-D3B840726708}"/>
              </a:ext>
            </a:extLst>
          </p:cNvPr>
          <p:cNvSpPr>
            <a:spLocks xmlns:a="http://schemas.openxmlformats.org/drawingml/2006/main" noGrp="1"/>
          </p:cNvSpPr>
          <p:nvPr/>
        </p:nvSpPr>
        <p:spPr>
          <a:xfrm xmlns:a="http://schemas.openxmlformats.org/drawingml/2006/main">
            <a:off x="619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1" name="diagram-110">
            <a:extLst xmlns:a="http://schemas.openxmlformats.org/drawingml/2006/main">
              <a:ext uri="{FF2B5EF4-FFF2-40B4-BE49-F238E27FC236}">
                <a16:creationId xmlns:a16="http://schemas.microsoft.com/office/drawing/2014/main" id="{0D920D1F-DE3F-4ABF-A04B-1603D4226995}"/>
              </a:ext>
            </a:extLst>
          </p:cNvPr>
          <p:cNvSpPr>
            <a:spLocks xmlns:a="http://schemas.openxmlformats.org/drawingml/2006/main" noGrp="1"/>
          </p:cNvSpPr>
          <p:nvPr/>
        </p:nvSpPr>
        <p:spPr>
          <a:xfrm xmlns:a="http://schemas.openxmlformats.org/drawingml/2006/main">
            <a:off x="1000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2" name="diagram-111">
            <a:extLst xmlns:a="http://schemas.openxmlformats.org/drawingml/2006/main">
              <a:ext uri="{FF2B5EF4-FFF2-40B4-BE49-F238E27FC236}">
                <a16:creationId xmlns:a16="http://schemas.microsoft.com/office/drawing/2014/main" id="{B48D5DB1-44B8-405D-85B6-F39827229142}"/>
              </a:ext>
            </a:extLst>
          </p:cNvPr>
          <p:cNvSpPr>
            <a:spLocks xmlns:a="http://schemas.openxmlformats.org/drawingml/2006/main" noGrp="1"/>
          </p:cNvSpPr>
          <p:nvPr/>
        </p:nvSpPr>
        <p:spPr>
          <a:xfrm xmlns:a="http://schemas.openxmlformats.org/drawingml/2006/main">
            <a:off x="1381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3" name="diagram-112">
            <a:extLst xmlns:a="http://schemas.openxmlformats.org/drawingml/2006/main">
              <a:ext uri="{FF2B5EF4-FFF2-40B4-BE49-F238E27FC236}">
                <a16:creationId xmlns:a16="http://schemas.microsoft.com/office/drawing/2014/main" id="{DF68A6EF-39E8-4BAC-9552-6102A174E4B5}"/>
              </a:ext>
            </a:extLst>
          </p:cNvPr>
          <p:cNvSpPr>
            <a:spLocks xmlns:a="http://schemas.openxmlformats.org/drawingml/2006/main" noGrp="1"/>
          </p:cNvSpPr>
          <p:nvPr/>
        </p:nvSpPr>
        <p:spPr>
          <a:xfrm xmlns:a="http://schemas.openxmlformats.org/drawingml/2006/main">
            <a:off x="1762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4" name="diagram-113">
            <a:extLst xmlns:a="http://schemas.openxmlformats.org/drawingml/2006/main">
              <a:ext uri="{FF2B5EF4-FFF2-40B4-BE49-F238E27FC236}">
                <a16:creationId xmlns:a16="http://schemas.microsoft.com/office/drawing/2014/main" id="{54061716-C2D8-4998-9D40-FA943A8C7568}"/>
              </a:ext>
            </a:extLst>
          </p:cNvPr>
          <p:cNvSpPr>
            <a:spLocks xmlns:a="http://schemas.openxmlformats.org/drawingml/2006/main" noGrp="1"/>
          </p:cNvSpPr>
          <p:nvPr/>
        </p:nvSpPr>
        <p:spPr>
          <a:xfrm xmlns:a="http://schemas.openxmlformats.org/drawingml/2006/main">
            <a:off x="2143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5" name="diagram-114">
            <a:extLst xmlns:a="http://schemas.openxmlformats.org/drawingml/2006/main">
              <a:ext uri="{FF2B5EF4-FFF2-40B4-BE49-F238E27FC236}">
                <a16:creationId xmlns:a16="http://schemas.microsoft.com/office/drawing/2014/main" id="{55C5173A-C356-4741-A22D-C12518BCB22A}"/>
              </a:ext>
            </a:extLst>
          </p:cNvPr>
          <p:cNvSpPr>
            <a:spLocks xmlns:a="http://schemas.openxmlformats.org/drawingml/2006/main" noGrp="1"/>
          </p:cNvSpPr>
          <p:nvPr/>
        </p:nvSpPr>
        <p:spPr>
          <a:xfrm xmlns:a="http://schemas.openxmlformats.org/drawingml/2006/main">
            <a:off x="2524125" y="4219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6" name="diagram-115">
            <a:extLst xmlns:a="http://schemas.openxmlformats.org/drawingml/2006/main">
              <a:ext uri="{FF2B5EF4-FFF2-40B4-BE49-F238E27FC236}">
                <a16:creationId xmlns:a16="http://schemas.microsoft.com/office/drawing/2014/main" id="{C41CF9CE-9C9B-4D1C-A839-BD79BD9BA746}"/>
              </a:ext>
            </a:extLst>
          </p:cNvPr>
          <p:cNvSpPr>
            <a:spLocks xmlns:a="http://schemas.openxmlformats.org/drawingml/2006/main" noGrp="1"/>
          </p:cNvSpPr>
          <p:nvPr/>
        </p:nvSpPr>
        <p:spPr>
          <a:xfrm xmlns:a="http://schemas.openxmlformats.org/drawingml/2006/main">
            <a:off x="619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7" name="diagram-116">
            <a:extLst xmlns:a="http://schemas.openxmlformats.org/drawingml/2006/main">
              <a:ext uri="{FF2B5EF4-FFF2-40B4-BE49-F238E27FC236}">
                <a16:creationId xmlns:a16="http://schemas.microsoft.com/office/drawing/2014/main" id="{D9AC92D1-2179-4AA4-8BAB-3FEE7A0E3FB2}"/>
              </a:ext>
            </a:extLst>
          </p:cNvPr>
          <p:cNvSpPr>
            <a:spLocks xmlns:a="http://schemas.openxmlformats.org/drawingml/2006/main" noGrp="1"/>
          </p:cNvSpPr>
          <p:nvPr/>
        </p:nvSpPr>
        <p:spPr>
          <a:xfrm xmlns:a="http://schemas.openxmlformats.org/drawingml/2006/main">
            <a:off x="1000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8" name="diagram-117">
            <a:extLst xmlns:a="http://schemas.openxmlformats.org/drawingml/2006/main">
              <a:ext uri="{FF2B5EF4-FFF2-40B4-BE49-F238E27FC236}">
                <a16:creationId xmlns:a16="http://schemas.microsoft.com/office/drawing/2014/main" id="{8C4F9012-08E1-4AB0-8066-14FA60099AA2}"/>
              </a:ext>
            </a:extLst>
          </p:cNvPr>
          <p:cNvSpPr>
            <a:spLocks xmlns:a="http://schemas.openxmlformats.org/drawingml/2006/main" noGrp="1"/>
          </p:cNvSpPr>
          <p:nvPr/>
        </p:nvSpPr>
        <p:spPr>
          <a:xfrm xmlns:a="http://schemas.openxmlformats.org/drawingml/2006/main">
            <a:off x="1381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9" name="diagram-118">
            <a:extLst xmlns:a="http://schemas.openxmlformats.org/drawingml/2006/main">
              <a:ext uri="{FF2B5EF4-FFF2-40B4-BE49-F238E27FC236}">
                <a16:creationId xmlns:a16="http://schemas.microsoft.com/office/drawing/2014/main" id="{8091FF54-4F9E-4CC3-99BF-1DC1BE1008E3}"/>
              </a:ext>
            </a:extLst>
          </p:cNvPr>
          <p:cNvSpPr>
            <a:spLocks xmlns:a="http://schemas.openxmlformats.org/drawingml/2006/main" noGrp="1"/>
          </p:cNvSpPr>
          <p:nvPr/>
        </p:nvSpPr>
        <p:spPr>
          <a:xfrm xmlns:a="http://schemas.openxmlformats.org/drawingml/2006/main">
            <a:off x="1762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0" name="diagram-119">
            <a:extLst xmlns:a="http://schemas.openxmlformats.org/drawingml/2006/main">
              <a:ext uri="{FF2B5EF4-FFF2-40B4-BE49-F238E27FC236}">
                <a16:creationId xmlns:a16="http://schemas.microsoft.com/office/drawing/2014/main" id="{669CFB43-4ED2-4308-AA9C-40375DEDB52C}"/>
              </a:ext>
            </a:extLst>
          </p:cNvPr>
          <p:cNvSpPr>
            <a:spLocks xmlns:a="http://schemas.openxmlformats.org/drawingml/2006/main" noGrp="1"/>
          </p:cNvSpPr>
          <p:nvPr/>
        </p:nvSpPr>
        <p:spPr>
          <a:xfrm xmlns:a="http://schemas.openxmlformats.org/drawingml/2006/main">
            <a:off x="2143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1" name="diagram-120">
            <a:extLst xmlns:a="http://schemas.openxmlformats.org/drawingml/2006/main">
              <a:ext uri="{FF2B5EF4-FFF2-40B4-BE49-F238E27FC236}">
                <a16:creationId xmlns:a16="http://schemas.microsoft.com/office/drawing/2014/main" id="{A99FFB18-1247-45CF-B1F6-3F32A511B7AF}"/>
              </a:ext>
            </a:extLst>
          </p:cNvPr>
          <p:cNvSpPr>
            <a:spLocks xmlns:a="http://schemas.openxmlformats.org/drawingml/2006/main" noGrp="1"/>
          </p:cNvSpPr>
          <p:nvPr/>
        </p:nvSpPr>
        <p:spPr>
          <a:xfrm xmlns:a="http://schemas.openxmlformats.org/drawingml/2006/main">
            <a:off x="2524125" y="4600575"/>
            <a:ext cx="381000" cy="381000"/>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42" name="text-121">
            <a:extLst xmlns:a="http://schemas.openxmlformats.org/drawingml/2006/main">
              <a:ext uri="{FF2B5EF4-FFF2-40B4-BE49-F238E27FC236}">
                <a16:creationId xmlns:a16="http://schemas.microsoft.com/office/drawing/2014/main" id="{C9844DB6-74A6-4BD5-B383-49611A8699C6}"/>
              </a:ext>
            </a:extLst>
          </p:cNvPr>
          <p:cNvSpPr>
            <a:spLocks xmlns:a="http://schemas.openxmlformats.org/drawingml/2006/main" noGrp="1"/>
          </p:cNvSpPr>
          <p:nvPr/>
        </p:nvSpPr>
        <p:spPr>
          <a:xfrm xmlns:a="http://schemas.openxmlformats.org/drawingml/2006/main">
            <a:off x="4143375" y="1666875"/>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16 × 16 threads</a:t>
            </a:r>
          </a:p>
        </p:txBody>
      </p:sp>
      <p:sp>
        <p:nvSpPr>
          <p:cNvPr id="43" name="text-122">
            <a:extLst xmlns:a="http://schemas.openxmlformats.org/drawingml/2006/main">
              <a:ext uri="{FF2B5EF4-FFF2-40B4-BE49-F238E27FC236}">
                <a16:creationId xmlns:a16="http://schemas.microsoft.com/office/drawing/2014/main" id="{2C60B8D5-5CB6-455E-AC09-AC8B73079210}"/>
              </a:ext>
            </a:extLst>
          </p:cNvPr>
          <p:cNvSpPr>
            <a:spLocks xmlns:a="http://schemas.openxmlformats.org/drawingml/2006/main" noGrp="1"/>
          </p:cNvSpPr>
          <p:nvPr/>
        </p:nvSpPr>
        <p:spPr>
          <a:xfrm xmlns:a="http://schemas.openxmlformats.org/drawingml/2006/main">
            <a:off x="4143375" y="20955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496274"/>
                </a:solidFill>
                <a:latin typeface="Arial"/>
                <a:ea typeface="Arial"/>
                <a:cs typeface="Arial"/>
              </a:defRPr>
            </a:pPr>
            <a:r>
              <a:rPr sz="1725" b="0">
                <a:solidFill>
                  <a:srgbClr val="496274"/>
                </a:solidFill>
                <a:latin typeface="Arial"/>
                <a:ea typeface="Arial"/>
                <a:cs typeface="Arial"/>
              </a:rPr>
              <a:t>One block = 256 threads</a:t>
            </a:r>
          </a:p>
        </p:txBody>
      </p:sp>
      <p:sp>
        <p:nvSpPr>
          <p:cNvPr id="44" name="diagram-123">
            <a:extLst xmlns:a="http://schemas.openxmlformats.org/drawingml/2006/main">
              <a:ext uri="{FF2B5EF4-FFF2-40B4-BE49-F238E27FC236}">
                <a16:creationId xmlns:a16="http://schemas.microsoft.com/office/drawing/2014/main" id="{315B21F7-FFBA-440A-9F7E-CB0D72B1FE9F}"/>
              </a:ext>
            </a:extLst>
          </p:cNvPr>
          <p:cNvSpPr>
            <a:spLocks xmlns:a="http://schemas.openxmlformats.org/drawingml/2006/main" noGrp="1"/>
          </p:cNvSpPr>
          <p:nvPr/>
        </p:nvSpPr>
        <p:spPr>
          <a:xfrm xmlns:a="http://schemas.openxmlformats.org/drawingml/2006/main">
            <a:off x="42291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5" name="diagram-124">
            <a:extLst xmlns:a="http://schemas.openxmlformats.org/drawingml/2006/main">
              <a:ext uri="{FF2B5EF4-FFF2-40B4-BE49-F238E27FC236}">
                <a16:creationId xmlns:a16="http://schemas.microsoft.com/office/drawing/2014/main" id="{5F86EA85-5EE5-432E-96CB-23B365E0C31E}"/>
              </a:ext>
            </a:extLst>
          </p:cNvPr>
          <p:cNvSpPr>
            <a:spLocks xmlns:a="http://schemas.openxmlformats.org/drawingml/2006/main" noGrp="1"/>
          </p:cNvSpPr>
          <p:nvPr/>
        </p:nvSpPr>
        <p:spPr>
          <a:xfrm xmlns:a="http://schemas.openxmlformats.org/drawingml/2006/main">
            <a:off x="43719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6" name="diagram-125">
            <a:extLst xmlns:a="http://schemas.openxmlformats.org/drawingml/2006/main">
              <a:ext uri="{FF2B5EF4-FFF2-40B4-BE49-F238E27FC236}">
                <a16:creationId xmlns:a16="http://schemas.microsoft.com/office/drawing/2014/main" id="{8AF045DB-21AE-4BAD-AF4F-4BF53064C4F5}"/>
              </a:ext>
            </a:extLst>
          </p:cNvPr>
          <p:cNvSpPr>
            <a:spLocks xmlns:a="http://schemas.openxmlformats.org/drawingml/2006/main" noGrp="1"/>
          </p:cNvSpPr>
          <p:nvPr/>
        </p:nvSpPr>
        <p:spPr>
          <a:xfrm xmlns:a="http://schemas.openxmlformats.org/drawingml/2006/main">
            <a:off x="45148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7" name="diagram-126">
            <a:extLst xmlns:a="http://schemas.openxmlformats.org/drawingml/2006/main">
              <a:ext uri="{FF2B5EF4-FFF2-40B4-BE49-F238E27FC236}">
                <a16:creationId xmlns:a16="http://schemas.microsoft.com/office/drawing/2014/main" id="{28DB629A-BA8F-4EA0-A173-2D511B847FAC}"/>
              </a:ext>
            </a:extLst>
          </p:cNvPr>
          <p:cNvSpPr>
            <a:spLocks xmlns:a="http://schemas.openxmlformats.org/drawingml/2006/main" noGrp="1"/>
          </p:cNvSpPr>
          <p:nvPr/>
        </p:nvSpPr>
        <p:spPr>
          <a:xfrm xmlns:a="http://schemas.openxmlformats.org/drawingml/2006/main">
            <a:off x="46577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8" name="diagram-127">
            <a:extLst xmlns:a="http://schemas.openxmlformats.org/drawingml/2006/main">
              <a:ext uri="{FF2B5EF4-FFF2-40B4-BE49-F238E27FC236}">
                <a16:creationId xmlns:a16="http://schemas.microsoft.com/office/drawing/2014/main" id="{9C6239EF-8357-4857-A1CE-8BC280E53C33}"/>
              </a:ext>
            </a:extLst>
          </p:cNvPr>
          <p:cNvSpPr>
            <a:spLocks xmlns:a="http://schemas.openxmlformats.org/drawingml/2006/main" noGrp="1"/>
          </p:cNvSpPr>
          <p:nvPr/>
        </p:nvSpPr>
        <p:spPr>
          <a:xfrm xmlns:a="http://schemas.openxmlformats.org/drawingml/2006/main">
            <a:off x="48006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49" name="diagram-128">
            <a:extLst xmlns:a="http://schemas.openxmlformats.org/drawingml/2006/main">
              <a:ext uri="{FF2B5EF4-FFF2-40B4-BE49-F238E27FC236}">
                <a16:creationId xmlns:a16="http://schemas.microsoft.com/office/drawing/2014/main" id="{545825A9-A918-4AE1-ADE0-9BA639ED991D}"/>
              </a:ext>
            </a:extLst>
          </p:cNvPr>
          <p:cNvSpPr>
            <a:spLocks xmlns:a="http://schemas.openxmlformats.org/drawingml/2006/main" noGrp="1"/>
          </p:cNvSpPr>
          <p:nvPr/>
        </p:nvSpPr>
        <p:spPr>
          <a:xfrm xmlns:a="http://schemas.openxmlformats.org/drawingml/2006/main">
            <a:off x="49434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0" name="diagram-129">
            <a:extLst xmlns:a="http://schemas.openxmlformats.org/drawingml/2006/main">
              <a:ext uri="{FF2B5EF4-FFF2-40B4-BE49-F238E27FC236}">
                <a16:creationId xmlns:a16="http://schemas.microsoft.com/office/drawing/2014/main" id="{0A3CDB0E-E5F0-477D-8411-F2B7DADE7CAF}"/>
              </a:ext>
            </a:extLst>
          </p:cNvPr>
          <p:cNvSpPr>
            <a:spLocks xmlns:a="http://schemas.openxmlformats.org/drawingml/2006/main" noGrp="1"/>
          </p:cNvSpPr>
          <p:nvPr/>
        </p:nvSpPr>
        <p:spPr>
          <a:xfrm xmlns:a="http://schemas.openxmlformats.org/drawingml/2006/main">
            <a:off x="50863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1" name="diagram-130">
            <a:extLst xmlns:a="http://schemas.openxmlformats.org/drawingml/2006/main">
              <a:ext uri="{FF2B5EF4-FFF2-40B4-BE49-F238E27FC236}">
                <a16:creationId xmlns:a16="http://schemas.microsoft.com/office/drawing/2014/main" id="{3B5BD121-01FE-41AF-B7A0-76B2339056C3}"/>
              </a:ext>
            </a:extLst>
          </p:cNvPr>
          <p:cNvSpPr>
            <a:spLocks xmlns:a="http://schemas.openxmlformats.org/drawingml/2006/main" noGrp="1"/>
          </p:cNvSpPr>
          <p:nvPr/>
        </p:nvSpPr>
        <p:spPr>
          <a:xfrm xmlns:a="http://schemas.openxmlformats.org/drawingml/2006/main">
            <a:off x="52292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2" name="diagram-131">
            <a:extLst xmlns:a="http://schemas.openxmlformats.org/drawingml/2006/main">
              <a:ext uri="{FF2B5EF4-FFF2-40B4-BE49-F238E27FC236}">
                <a16:creationId xmlns:a16="http://schemas.microsoft.com/office/drawing/2014/main" id="{77D23580-0088-4377-9994-664F1E11F21F}"/>
              </a:ext>
            </a:extLst>
          </p:cNvPr>
          <p:cNvSpPr>
            <a:spLocks xmlns:a="http://schemas.openxmlformats.org/drawingml/2006/main" noGrp="1"/>
          </p:cNvSpPr>
          <p:nvPr/>
        </p:nvSpPr>
        <p:spPr>
          <a:xfrm xmlns:a="http://schemas.openxmlformats.org/drawingml/2006/main">
            <a:off x="53721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3" name="diagram-132">
            <a:extLst xmlns:a="http://schemas.openxmlformats.org/drawingml/2006/main">
              <a:ext uri="{FF2B5EF4-FFF2-40B4-BE49-F238E27FC236}">
                <a16:creationId xmlns:a16="http://schemas.microsoft.com/office/drawing/2014/main" id="{A6B7492E-F722-4500-A3C0-970BF5E6BFDD}"/>
              </a:ext>
            </a:extLst>
          </p:cNvPr>
          <p:cNvSpPr>
            <a:spLocks xmlns:a="http://schemas.openxmlformats.org/drawingml/2006/main" noGrp="1"/>
          </p:cNvSpPr>
          <p:nvPr/>
        </p:nvSpPr>
        <p:spPr>
          <a:xfrm xmlns:a="http://schemas.openxmlformats.org/drawingml/2006/main">
            <a:off x="55149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4" name="diagram-133">
            <a:extLst xmlns:a="http://schemas.openxmlformats.org/drawingml/2006/main">
              <a:ext uri="{FF2B5EF4-FFF2-40B4-BE49-F238E27FC236}">
                <a16:creationId xmlns:a16="http://schemas.microsoft.com/office/drawing/2014/main" id="{2C641BCB-17CC-42AB-AC73-DE44B1ED6A04}"/>
              </a:ext>
            </a:extLst>
          </p:cNvPr>
          <p:cNvSpPr>
            <a:spLocks xmlns:a="http://schemas.openxmlformats.org/drawingml/2006/main" noGrp="1"/>
          </p:cNvSpPr>
          <p:nvPr/>
        </p:nvSpPr>
        <p:spPr>
          <a:xfrm xmlns:a="http://schemas.openxmlformats.org/drawingml/2006/main">
            <a:off x="56578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5" name="diagram-134">
            <a:extLst xmlns:a="http://schemas.openxmlformats.org/drawingml/2006/main">
              <a:ext uri="{FF2B5EF4-FFF2-40B4-BE49-F238E27FC236}">
                <a16:creationId xmlns:a16="http://schemas.microsoft.com/office/drawing/2014/main" id="{4305F2D3-9E5C-434B-9821-9CDF9B8FCD63}"/>
              </a:ext>
            </a:extLst>
          </p:cNvPr>
          <p:cNvSpPr>
            <a:spLocks xmlns:a="http://schemas.openxmlformats.org/drawingml/2006/main" noGrp="1"/>
          </p:cNvSpPr>
          <p:nvPr/>
        </p:nvSpPr>
        <p:spPr>
          <a:xfrm xmlns:a="http://schemas.openxmlformats.org/drawingml/2006/main">
            <a:off x="58007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6" name="diagram-135">
            <a:extLst xmlns:a="http://schemas.openxmlformats.org/drawingml/2006/main">
              <a:ext uri="{FF2B5EF4-FFF2-40B4-BE49-F238E27FC236}">
                <a16:creationId xmlns:a16="http://schemas.microsoft.com/office/drawing/2014/main" id="{1D4D11CE-B096-4862-87D5-9ECC8F714344}"/>
              </a:ext>
            </a:extLst>
          </p:cNvPr>
          <p:cNvSpPr>
            <a:spLocks xmlns:a="http://schemas.openxmlformats.org/drawingml/2006/main" noGrp="1"/>
          </p:cNvSpPr>
          <p:nvPr/>
        </p:nvSpPr>
        <p:spPr>
          <a:xfrm xmlns:a="http://schemas.openxmlformats.org/drawingml/2006/main">
            <a:off x="594360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7" name="diagram-136">
            <a:extLst xmlns:a="http://schemas.openxmlformats.org/drawingml/2006/main">
              <a:ext uri="{FF2B5EF4-FFF2-40B4-BE49-F238E27FC236}">
                <a16:creationId xmlns:a16="http://schemas.microsoft.com/office/drawing/2014/main" id="{9CA3C172-1B4B-4FC0-83AB-73297BDDDCB7}"/>
              </a:ext>
            </a:extLst>
          </p:cNvPr>
          <p:cNvSpPr>
            <a:spLocks xmlns:a="http://schemas.openxmlformats.org/drawingml/2006/main" noGrp="1"/>
          </p:cNvSpPr>
          <p:nvPr/>
        </p:nvSpPr>
        <p:spPr>
          <a:xfrm xmlns:a="http://schemas.openxmlformats.org/drawingml/2006/main">
            <a:off x="608647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8" name="diagram-137">
            <a:extLst xmlns:a="http://schemas.openxmlformats.org/drawingml/2006/main">
              <a:ext uri="{FF2B5EF4-FFF2-40B4-BE49-F238E27FC236}">
                <a16:creationId xmlns:a16="http://schemas.microsoft.com/office/drawing/2014/main" id="{D649B203-738E-4EFB-AF64-7250B58EE923}"/>
              </a:ext>
            </a:extLst>
          </p:cNvPr>
          <p:cNvSpPr>
            <a:spLocks xmlns:a="http://schemas.openxmlformats.org/drawingml/2006/main" noGrp="1"/>
          </p:cNvSpPr>
          <p:nvPr/>
        </p:nvSpPr>
        <p:spPr>
          <a:xfrm xmlns:a="http://schemas.openxmlformats.org/drawingml/2006/main">
            <a:off x="6229350"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59" name="diagram-138">
            <a:extLst xmlns:a="http://schemas.openxmlformats.org/drawingml/2006/main">
              <a:ext uri="{FF2B5EF4-FFF2-40B4-BE49-F238E27FC236}">
                <a16:creationId xmlns:a16="http://schemas.microsoft.com/office/drawing/2014/main" id="{3C2E5D73-7052-4F8E-B336-AD8B064B9766}"/>
              </a:ext>
            </a:extLst>
          </p:cNvPr>
          <p:cNvSpPr>
            <a:spLocks xmlns:a="http://schemas.openxmlformats.org/drawingml/2006/main" noGrp="1"/>
          </p:cNvSpPr>
          <p:nvPr/>
        </p:nvSpPr>
        <p:spPr>
          <a:xfrm xmlns:a="http://schemas.openxmlformats.org/drawingml/2006/main">
            <a:off x="6372225" y="2695575"/>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0" name="diagram-139">
            <a:extLst xmlns:a="http://schemas.openxmlformats.org/drawingml/2006/main">
              <a:ext uri="{FF2B5EF4-FFF2-40B4-BE49-F238E27FC236}">
                <a16:creationId xmlns:a16="http://schemas.microsoft.com/office/drawing/2014/main" id="{E324530E-5505-407F-B0DE-A33514927E3F}"/>
              </a:ext>
            </a:extLst>
          </p:cNvPr>
          <p:cNvSpPr>
            <a:spLocks xmlns:a="http://schemas.openxmlformats.org/drawingml/2006/main" noGrp="1"/>
          </p:cNvSpPr>
          <p:nvPr/>
        </p:nvSpPr>
        <p:spPr>
          <a:xfrm xmlns:a="http://schemas.openxmlformats.org/drawingml/2006/main">
            <a:off x="42291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1" name="diagram-140">
            <a:extLst xmlns:a="http://schemas.openxmlformats.org/drawingml/2006/main">
              <a:ext uri="{FF2B5EF4-FFF2-40B4-BE49-F238E27FC236}">
                <a16:creationId xmlns:a16="http://schemas.microsoft.com/office/drawing/2014/main" id="{3B2205CE-3F5A-4238-AD56-62B165322B14}"/>
              </a:ext>
            </a:extLst>
          </p:cNvPr>
          <p:cNvSpPr>
            <a:spLocks xmlns:a="http://schemas.openxmlformats.org/drawingml/2006/main" noGrp="1"/>
          </p:cNvSpPr>
          <p:nvPr/>
        </p:nvSpPr>
        <p:spPr>
          <a:xfrm xmlns:a="http://schemas.openxmlformats.org/drawingml/2006/main">
            <a:off x="43719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2" name="diagram-141">
            <a:extLst xmlns:a="http://schemas.openxmlformats.org/drawingml/2006/main">
              <a:ext uri="{FF2B5EF4-FFF2-40B4-BE49-F238E27FC236}">
                <a16:creationId xmlns:a16="http://schemas.microsoft.com/office/drawing/2014/main" id="{F541C953-A90D-46E2-AA9E-C0DB8B4E24E8}"/>
              </a:ext>
            </a:extLst>
          </p:cNvPr>
          <p:cNvSpPr>
            <a:spLocks xmlns:a="http://schemas.openxmlformats.org/drawingml/2006/main" noGrp="1"/>
          </p:cNvSpPr>
          <p:nvPr/>
        </p:nvSpPr>
        <p:spPr>
          <a:xfrm xmlns:a="http://schemas.openxmlformats.org/drawingml/2006/main">
            <a:off x="45148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3" name="diagram-142">
            <a:extLst xmlns:a="http://schemas.openxmlformats.org/drawingml/2006/main">
              <a:ext uri="{FF2B5EF4-FFF2-40B4-BE49-F238E27FC236}">
                <a16:creationId xmlns:a16="http://schemas.microsoft.com/office/drawing/2014/main" id="{496F38BB-6F49-40BD-AF3F-86FAA1DC813F}"/>
              </a:ext>
            </a:extLst>
          </p:cNvPr>
          <p:cNvSpPr>
            <a:spLocks xmlns:a="http://schemas.openxmlformats.org/drawingml/2006/main" noGrp="1"/>
          </p:cNvSpPr>
          <p:nvPr/>
        </p:nvSpPr>
        <p:spPr>
          <a:xfrm xmlns:a="http://schemas.openxmlformats.org/drawingml/2006/main">
            <a:off x="46577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4" name="diagram-143">
            <a:extLst xmlns:a="http://schemas.openxmlformats.org/drawingml/2006/main">
              <a:ext uri="{FF2B5EF4-FFF2-40B4-BE49-F238E27FC236}">
                <a16:creationId xmlns:a16="http://schemas.microsoft.com/office/drawing/2014/main" id="{D601E200-BE79-46CF-97C0-00FDAAD27BD4}"/>
              </a:ext>
            </a:extLst>
          </p:cNvPr>
          <p:cNvSpPr>
            <a:spLocks xmlns:a="http://schemas.openxmlformats.org/drawingml/2006/main" noGrp="1"/>
          </p:cNvSpPr>
          <p:nvPr/>
        </p:nvSpPr>
        <p:spPr>
          <a:xfrm xmlns:a="http://schemas.openxmlformats.org/drawingml/2006/main">
            <a:off x="48006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5" name="diagram-144">
            <a:extLst xmlns:a="http://schemas.openxmlformats.org/drawingml/2006/main">
              <a:ext uri="{FF2B5EF4-FFF2-40B4-BE49-F238E27FC236}">
                <a16:creationId xmlns:a16="http://schemas.microsoft.com/office/drawing/2014/main" id="{A17D55C5-85BF-4A8A-9B51-EF1F9750CCEC}"/>
              </a:ext>
            </a:extLst>
          </p:cNvPr>
          <p:cNvSpPr>
            <a:spLocks xmlns:a="http://schemas.openxmlformats.org/drawingml/2006/main" noGrp="1"/>
          </p:cNvSpPr>
          <p:nvPr/>
        </p:nvSpPr>
        <p:spPr>
          <a:xfrm xmlns:a="http://schemas.openxmlformats.org/drawingml/2006/main">
            <a:off x="49434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6" name="diagram-145">
            <a:extLst xmlns:a="http://schemas.openxmlformats.org/drawingml/2006/main">
              <a:ext uri="{FF2B5EF4-FFF2-40B4-BE49-F238E27FC236}">
                <a16:creationId xmlns:a16="http://schemas.microsoft.com/office/drawing/2014/main" id="{CF7A13B9-CE2F-4F3E-AF98-670A072AEA3C}"/>
              </a:ext>
            </a:extLst>
          </p:cNvPr>
          <p:cNvSpPr>
            <a:spLocks xmlns:a="http://schemas.openxmlformats.org/drawingml/2006/main" noGrp="1"/>
          </p:cNvSpPr>
          <p:nvPr/>
        </p:nvSpPr>
        <p:spPr>
          <a:xfrm xmlns:a="http://schemas.openxmlformats.org/drawingml/2006/main">
            <a:off x="50863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7" name="diagram-146">
            <a:extLst xmlns:a="http://schemas.openxmlformats.org/drawingml/2006/main">
              <a:ext uri="{FF2B5EF4-FFF2-40B4-BE49-F238E27FC236}">
                <a16:creationId xmlns:a16="http://schemas.microsoft.com/office/drawing/2014/main" id="{D2934C6A-9A66-4696-A859-0DD105A64353}"/>
              </a:ext>
            </a:extLst>
          </p:cNvPr>
          <p:cNvSpPr>
            <a:spLocks xmlns:a="http://schemas.openxmlformats.org/drawingml/2006/main" noGrp="1"/>
          </p:cNvSpPr>
          <p:nvPr/>
        </p:nvSpPr>
        <p:spPr>
          <a:xfrm xmlns:a="http://schemas.openxmlformats.org/drawingml/2006/main">
            <a:off x="52292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8" name="diagram-147">
            <a:extLst xmlns:a="http://schemas.openxmlformats.org/drawingml/2006/main">
              <a:ext uri="{FF2B5EF4-FFF2-40B4-BE49-F238E27FC236}">
                <a16:creationId xmlns:a16="http://schemas.microsoft.com/office/drawing/2014/main" id="{2052300F-5394-4D6B-9A96-E984C02F78F0}"/>
              </a:ext>
            </a:extLst>
          </p:cNvPr>
          <p:cNvSpPr>
            <a:spLocks xmlns:a="http://schemas.openxmlformats.org/drawingml/2006/main" noGrp="1"/>
          </p:cNvSpPr>
          <p:nvPr/>
        </p:nvSpPr>
        <p:spPr>
          <a:xfrm xmlns:a="http://schemas.openxmlformats.org/drawingml/2006/main">
            <a:off x="53721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69" name="diagram-148">
            <a:extLst xmlns:a="http://schemas.openxmlformats.org/drawingml/2006/main">
              <a:ext uri="{FF2B5EF4-FFF2-40B4-BE49-F238E27FC236}">
                <a16:creationId xmlns:a16="http://schemas.microsoft.com/office/drawing/2014/main" id="{1FD44DBD-4E33-4213-BEA6-7DD895A90C44}"/>
              </a:ext>
            </a:extLst>
          </p:cNvPr>
          <p:cNvSpPr>
            <a:spLocks xmlns:a="http://schemas.openxmlformats.org/drawingml/2006/main" noGrp="1"/>
          </p:cNvSpPr>
          <p:nvPr/>
        </p:nvSpPr>
        <p:spPr>
          <a:xfrm xmlns:a="http://schemas.openxmlformats.org/drawingml/2006/main">
            <a:off x="55149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0" name="diagram-149">
            <a:extLst xmlns:a="http://schemas.openxmlformats.org/drawingml/2006/main">
              <a:ext uri="{FF2B5EF4-FFF2-40B4-BE49-F238E27FC236}">
                <a16:creationId xmlns:a16="http://schemas.microsoft.com/office/drawing/2014/main" id="{BB35588C-D26E-4509-8EA2-C2EF84F97EDD}"/>
              </a:ext>
            </a:extLst>
          </p:cNvPr>
          <p:cNvSpPr>
            <a:spLocks xmlns:a="http://schemas.openxmlformats.org/drawingml/2006/main" noGrp="1"/>
          </p:cNvSpPr>
          <p:nvPr/>
        </p:nvSpPr>
        <p:spPr>
          <a:xfrm xmlns:a="http://schemas.openxmlformats.org/drawingml/2006/main">
            <a:off x="56578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1" name="diagram-150">
            <a:extLst xmlns:a="http://schemas.openxmlformats.org/drawingml/2006/main">
              <a:ext uri="{FF2B5EF4-FFF2-40B4-BE49-F238E27FC236}">
                <a16:creationId xmlns:a16="http://schemas.microsoft.com/office/drawing/2014/main" id="{C5222708-9281-445A-A62C-58A1E32061AA}"/>
              </a:ext>
            </a:extLst>
          </p:cNvPr>
          <p:cNvSpPr>
            <a:spLocks xmlns:a="http://schemas.openxmlformats.org/drawingml/2006/main" noGrp="1"/>
          </p:cNvSpPr>
          <p:nvPr/>
        </p:nvSpPr>
        <p:spPr>
          <a:xfrm xmlns:a="http://schemas.openxmlformats.org/drawingml/2006/main">
            <a:off x="58007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2" name="diagram-151">
            <a:extLst xmlns:a="http://schemas.openxmlformats.org/drawingml/2006/main">
              <a:ext uri="{FF2B5EF4-FFF2-40B4-BE49-F238E27FC236}">
                <a16:creationId xmlns:a16="http://schemas.microsoft.com/office/drawing/2014/main" id="{55E4231A-8A04-42CE-A801-F78553040B75}"/>
              </a:ext>
            </a:extLst>
          </p:cNvPr>
          <p:cNvSpPr>
            <a:spLocks xmlns:a="http://schemas.openxmlformats.org/drawingml/2006/main" noGrp="1"/>
          </p:cNvSpPr>
          <p:nvPr/>
        </p:nvSpPr>
        <p:spPr>
          <a:xfrm xmlns:a="http://schemas.openxmlformats.org/drawingml/2006/main">
            <a:off x="594360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3" name="diagram-152">
            <a:extLst xmlns:a="http://schemas.openxmlformats.org/drawingml/2006/main">
              <a:ext uri="{FF2B5EF4-FFF2-40B4-BE49-F238E27FC236}">
                <a16:creationId xmlns:a16="http://schemas.microsoft.com/office/drawing/2014/main" id="{71FCBAFA-3A10-430B-97A0-DDE901FCF69C}"/>
              </a:ext>
            </a:extLst>
          </p:cNvPr>
          <p:cNvSpPr>
            <a:spLocks xmlns:a="http://schemas.openxmlformats.org/drawingml/2006/main" noGrp="1"/>
          </p:cNvSpPr>
          <p:nvPr/>
        </p:nvSpPr>
        <p:spPr>
          <a:xfrm xmlns:a="http://schemas.openxmlformats.org/drawingml/2006/main">
            <a:off x="608647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4" name="diagram-153">
            <a:extLst xmlns:a="http://schemas.openxmlformats.org/drawingml/2006/main">
              <a:ext uri="{FF2B5EF4-FFF2-40B4-BE49-F238E27FC236}">
                <a16:creationId xmlns:a16="http://schemas.microsoft.com/office/drawing/2014/main" id="{5453AF67-23ED-4C74-B111-6663BF249CC3}"/>
              </a:ext>
            </a:extLst>
          </p:cNvPr>
          <p:cNvSpPr>
            <a:spLocks xmlns:a="http://schemas.openxmlformats.org/drawingml/2006/main" noGrp="1"/>
          </p:cNvSpPr>
          <p:nvPr/>
        </p:nvSpPr>
        <p:spPr>
          <a:xfrm xmlns:a="http://schemas.openxmlformats.org/drawingml/2006/main">
            <a:off x="6229350"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5" name="diagram-154">
            <a:extLst xmlns:a="http://schemas.openxmlformats.org/drawingml/2006/main">
              <a:ext uri="{FF2B5EF4-FFF2-40B4-BE49-F238E27FC236}">
                <a16:creationId xmlns:a16="http://schemas.microsoft.com/office/drawing/2014/main" id="{B6C8AF8E-AA55-45BA-91E0-B887AE749257}"/>
              </a:ext>
            </a:extLst>
          </p:cNvPr>
          <p:cNvSpPr>
            <a:spLocks xmlns:a="http://schemas.openxmlformats.org/drawingml/2006/main" noGrp="1"/>
          </p:cNvSpPr>
          <p:nvPr/>
        </p:nvSpPr>
        <p:spPr>
          <a:xfrm xmlns:a="http://schemas.openxmlformats.org/drawingml/2006/main">
            <a:off x="6372225" y="2838450"/>
            <a:ext cx="142875" cy="142875"/>
          </a:xfrm>
          <a:prstGeom xmlns:a="http://schemas.openxmlformats.org/drawingml/2006/main" prst="rect">
            <a:avLst/>
          </a:prstGeom>
          <a:solidFill xmlns:a="http://schemas.openxmlformats.org/drawingml/2006/main">
            <a:srgbClr val="087E8B"/>
          </a:solidFill>
          <a:ln xmlns:a="http://schemas.openxmlformats.org/drawingml/2006/main" w="9525">
            <a:solidFill>
              <a:srgbClr val="8BA7B4"/>
            </a:solidFill>
          </a:ln>
        </p:spPr>
      </p:sp>
      <p:sp>
        <p:nvSpPr>
          <p:cNvPr id="76" name="diagram-155">
            <a:extLst xmlns:a="http://schemas.openxmlformats.org/drawingml/2006/main">
              <a:ext uri="{FF2B5EF4-FFF2-40B4-BE49-F238E27FC236}">
                <a16:creationId xmlns:a16="http://schemas.microsoft.com/office/drawing/2014/main" id="{6B859227-5DDF-42D0-A182-12AA5B98DD13}"/>
              </a:ext>
            </a:extLst>
          </p:cNvPr>
          <p:cNvSpPr>
            <a:spLocks xmlns:a="http://schemas.openxmlformats.org/drawingml/2006/main" noGrp="1"/>
          </p:cNvSpPr>
          <p:nvPr/>
        </p:nvSpPr>
        <p:spPr>
          <a:xfrm xmlns:a="http://schemas.openxmlformats.org/drawingml/2006/main">
            <a:off x="42291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7" name="diagram-156">
            <a:extLst xmlns:a="http://schemas.openxmlformats.org/drawingml/2006/main">
              <a:ext uri="{FF2B5EF4-FFF2-40B4-BE49-F238E27FC236}">
                <a16:creationId xmlns:a16="http://schemas.microsoft.com/office/drawing/2014/main" id="{5CD278DD-47AD-4514-9619-30CA6BA6E757}"/>
              </a:ext>
            </a:extLst>
          </p:cNvPr>
          <p:cNvSpPr>
            <a:spLocks xmlns:a="http://schemas.openxmlformats.org/drawingml/2006/main" noGrp="1"/>
          </p:cNvSpPr>
          <p:nvPr/>
        </p:nvSpPr>
        <p:spPr>
          <a:xfrm xmlns:a="http://schemas.openxmlformats.org/drawingml/2006/main">
            <a:off x="43719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8" name="diagram-157">
            <a:extLst xmlns:a="http://schemas.openxmlformats.org/drawingml/2006/main">
              <a:ext uri="{FF2B5EF4-FFF2-40B4-BE49-F238E27FC236}">
                <a16:creationId xmlns:a16="http://schemas.microsoft.com/office/drawing/2014/main" id="{C45BA031-90D0-4D13-A9F5-1E7BB1510226}"/>
              </a:ext>
            </a:extLst>
          </p:cNvPr>
          <p:cNvSpPr>
            <a:spLocks xmlns:a="http://schemas.openxmlformats.org/drawingml/2006/main" noGrp="1"/>
          </p:cNvSpPr>
          <p:nvPr/>
        </p:nvSpPr>
        <p:spPr>
          <a:xfrm xmlns:a="http://schemas.openxmlformats.org/drawingml/2006/main">
            <a:off x="45148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79" name="diagram-158">
            <a:extLst xmlns:a="http://schemas.openxmlformats.org/drawingml/2006/main">
              <a:ext uri="{FF2B5EF4-FFF2-40B4-BE49-F238E27FC236}">
                <a16:creationId xmlns:a16="http://schemas.microsoft.com/office/drawing/2014/main" id="{9BB1E9A4-2955-4EF2-86AD-54F9C53EF0A5}"/>
              </a:ext>
            </a:extLst>
          </p:cNvPr>
          <p:cNvSpPr>
            <a:spLocks xmlns:a="http://schemas.openxmlformats.org/drawingml/2006/main" noGrp="1"/>
          </p:cNvSpPr>
          <p:nvPr/>
        </p:nvSpPr>
        <p:spPr>
          <a:xfrm xmlns:a="http://schemas.openxmlformats.org/drawingml/2006/main">
            <a:off x="46577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0" name="diagram-159">
            <a:extLst xmlns:a="http://schemas.openxmlformats.org/drawingml/2006/main">
              <a:ext uri="{FF2B5EF4-FFF2-40B4-BE49-F238E27FC236}">
                <a16:creationId xmlns:a16="http://schemas.microsoft.com/office/drawing/2014/main" id="{BB95BF4B-690E-42F2-A2F9-06C23F17A3AE}"/>
              </a:ext>
            </a:extLst>
          </p:cNvPr>
          <p:cNvSpPr>
            <a:spLocks xmlns:a="http://schemas.openxmlformats.org/drawingml/2006/main" noGrp="1"/>
          </p:cNvSpPr>
          <p:nvPr/>
        </p:nvSpPr>
        <p:spPr>
          <a:xfrm xmlns:a="http://schemas.openxmlformats.org/drawingml/2006/main">
            <a:off x="48006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1" name="diagram-160">
            <a:extLst xmlns:a="http://schemas.openxmlformats.org/drawingml/2006/main">
              <a:ext uri="{FF2B5EF4-FFF2-40B4-BE49-F238E27FC236}">
                <a16:creationId xmlns:a16="http://schemas.microsoft.com/office/drawing/2014/main" id="{46DE523F-95ED-408F-B02D-213BF033040D}"/>
              </a:ext>
            </a:extLst>
          </p:cNvPr>
          <p:cNvSpPr>
            <a:spLocks xmlns:a="http://schemas.openxmlformats.org/drawingml/2006/main" noGrp="1"/>
          </p:cNvSpPr>
          <p:nvPr/>
        </p:nvSpPr>
        <p:spPr>
          <a:xfrm xmlns:a="http://schemas.openxmlformats.org/drawingml/2006/main">
            <a:off x="49434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2" name="diagram-161">
            <a:extLst xmlns:a="http://schemas.openxmlformats.org/drawingml/2006/main">
              <a:ext uri="{FF2B5EF4-FFF2-40B4-BE49-F238E27FC236}">
                <a16:creationId xmlns:a16="http://schemas.microsoft.com/office/drawing/2014/main" id="{453F6B42-3A22-4F34-A69E-E1019A61D96A}"/>
              </a:ext>
            </a:extLst>
          </p:cNvPr>
          <p:cNvSpPr>
            <a:spLocks xmlns:a="http://schemas.openxmlformats.org/drawingml/2006/main" noGrp="1"/>
          </p:cNvSpPr>
          <p:nvPr/>
        </p:nvSpPr>
        <p:spPr>
          <a:xfrm xmlns:a="http://schemas.openxmlformats.org/drawingml/2006/main">
            <a:off x="50863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3" name="diagram-162">
            <a:extLst xmlns:a="http://schemas.openxmlformats.org/drawingml/2006/main">
              <a:ext uri="{FF2B5EF4-FFF2-40B4-BE49-F238E27FC236}">
                <a16:creationId xmlns:a16="http://schemas.microsoft.com/office/drawing/2014/main" id="{E060B38C-BF8D-4B3F-ADC7-B355A8FE051C}"/>
              </a:ext>
            </a:extLst>
          </p:cNvPr>
          <p:cNvSpPr>
            <a:spLocks xmlns:a="http://schemas.openxmlformats.org/drawingml/2006/main" noGrp="1"/>
          </p:cNvSpPr>
          <p:nvPr/>
        </p:nvSpPr>
        <p:spPr>
          <a:xfrm xmlns:a="http://schemas.openxmlformats.org/drawingml/2006/main">
            <a:off x="52292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4" name="diagram-163">
            <a:extLst xmlns:a="http://schemas.openxmlformats.org/drawingml/2006/main">
              <a:ext uri="{FF2B5EF4-FFF2-40B4-BE49-F238E27FC236}">
                <a16:creationId xmlns:a16="http://schemas.microsoft.com/office/drawing/2014/main" id="{63737EA1-20C3-444B-8203-B1D11DA30BFF}"/>
              </a:ext>
            </a:extLst>
          </p:cNvPr>
          <p:cNvSpPr>
            <a:spLocks xmlns:a="http://schemas.openxmlformats.org/drawingml/2006/main" noGrp="1"/>
          </p:cNvSpPr>
          <p:nvPr/>
        </p:nvSpPr>
        <p:spPr>
          <a:xfrm xmlns:a="http://schemas.openxmlformats.org/drawingml/2006/main">
            <a:off x="53721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5" name="diagram-164">
            <a:extLst xmlns:a="http://schemas.openxmlformats.org/drawingml/2006/main">
              <a:ext uri="{FF2B5EF4-FFF2-40B4-BE49-F238E27FC236}">
                <a16:creationId xmlns:a16="http://schemas.microsoft.com/office/drawing/2014/main" id="{D32FA7EA-1E5D-4387-9E10-B68379F849E8}"/>
              </a:ext>
            </a:extLst>
          </p:cNvPr>
          <p:cNvSpPr>
            <a:spLocks xmlns:a="http://schemas.openxmlformats.org/drawingml/2006/main" noGrp="1"/>
          </p:cNvSpPr>
          <p:nvPr/>
        </p:nvSpPr>
        <p:spPr>
          <a:xfrm xmlns:a="http://schemas.openxmlformats.org/drawingml/2006/main">
            <a:off x="55149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6" name="diagram-165">
            <a:extLst xmlns:a="http://schemas.openxmlformats.org/drawingml/2006/main">
              <a:ext uri="{FF2B5EF4-FFF2-40B4-BE49-F238E27FC236}">
                <a16:creationId xmlns:a16="http://schemas.microsoft.com/office/drawing/2014/main" id="{B2A98AE7-9575-44FB-945D-CE48303D2E5D}"/>
              </a:ext>
            </a:extLst>
          </p:cNvPr>
          <p:cNvSpPr>
            <a:spLocks xmlns:a="http://schemas.openxmlformats.org/drawingml/2006/main" noGrp="1"/>
          </p:cNvSpPr>
          <p:nvPr/>
        </p:nvSpPr>
        <p:spPr>
          <a:xfrm xmlns:a="http://schemas.openxmlformats.org/drawingml/2006/main">
            <a:off x="56578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7" name="diagram-166">
            <a:extLst xmlns:a="http://schemas.openxmlformats.org/drawingml/2006/main">
              <a:ext uri="{FF2B5EF4-FFF2-40B4-BE49-F238E27FC236}">
                <a16:creationId xmlns:a16="http://schemas.microsoft.com/office/drawing/2014/main" id="{5F2670F0-0A4E-4BD6-B928-F289E4710BDD}"/>
              </a:ext>
            </a:extLst>
          </p:cNvPr>
          <p:cNvSpPr>
            <a:spLocks xmlns:a="http://schemas.openxmlformats.org/drawingml/2006/main" noGrp="1"/>
          </p:cNvSpPr>
          <p:nvPr/>
        </p:nvSpPr>
        <p:spPr>
          <a:xfrm xmlns:a="http://schemas.openxmlformats.org/drawingml/2006/main">
            <a:off x="58007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8" name="diagram-167">
            <a:extLst xmlns:a="http://schemas.openxmlformats.org/drawingml/2006/main">
              <a:ext uri="{FF2B5EF4-FFF2-40B4-BE49-F238E27FC236}">
                <a16:creationId xmlns:a16="http://schemas.microsoft.com/office/drawing/2014/main" id="{F9131FFD-0F58-46D7-A0D4-5A65C1671518}"/>
              </a:ext>
            </a:extLst>
          </p:cNvPr>
          <p:cNvSpPr>
            <a:spLocks xmlns:a="http://schemas.openxmlformats.org/drawingml/2006/main" noGrp="1"/>
          </p:cNvSpPr>
          <p:nvPr/>
        </p:nvSpPr>
        <p:spPr>
          <a:xfrm xmlns:a="http://schemas.openxmlformats.org/drawingml/2006/main">
            <a:off x="594360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89" name="diagram-168">
            <a:extLst xmlns:a="http://schemas.openxmlformats.org/drawingml/2006/main">
              <a:ext uri="{FF2B5EF4-FFF2-40B4-BE49-F238E27FC236}">
                <a16:creationId xmlns:a16="http://schemas.microsoft.com/office/drawing/2014/main" id="{F3460486-9267-48F1-87F4-8EA7F6DC30E5}"/>
              </a:ext>
            </a:extLst>
          </p:cNvPr>
          <p:cNvSpPr>
            <a:spLocks xmlns:a="http://schemas.openxmlformats.org/drawingml/2006/main" noGrp="1"/>
          </p:cNvSpPr>
          <p:nvPr/>
        </p:nvSpPr>
        <p:spPr>
          <a:xfrm xmlns:a="http://schemas.openxmlformats.org/drawingml/2006/main">
            <a:off x="608647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0" name="diagram-169">
            <a:extLst xmlns:a="http://schemas.openxmlformats.org/drawingml/2006/main">
              <a:ext uri="{FF2B5EF4-FFF2-40B4-BE49-F238E27FC236}">
                <a16:creationId xmlns:a16="http://schemas.microsoft.com/office/drawing/2014/main" id="{F8D13A68-2A45-40A5-B54B-4A60581BD902}"/>
              </a:ext>
            </a:extLst>
          </p:cNvPr>
          <p:cNvSpPr>
            <a:spLocks xmlns:a="http://schemas.openxmlformats.org/drawingml/2006/main" noGrp="1"/>
          </p:cNvSpPr>
          <p:nvPr/>
        </p:nvSpPr>
        <p:spPr>
          <a:xfrm xmlns:a="http://schemas.openxmlformats.org/drawingml/2006/main">
            <a:off x="6229350"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1" name="diagram-170">
            <a:extLst xmlns:a="http://schemas.openxmlformats.org/drawingml/2006/main">
              <a:ext uri="{FF2B5EF4-FFF2-40B4-BE49-F238E27FC236}">
                <a16:creationId xmlns:a16="http://schemas.microsoft.com/office/drawing/2014/main" id="{81F6134F-3C80-4DDA-9289-3E54CA58B497}"/>
              </a:ext>
            </a:extLst>
          </p:cNvPr>
          <p:cNvSpPr>
            <a:spLocks xmlns:a="http://schemas.openxmlformats.org/drawingml/2006/main" noGrp="1"/>
          </p:cNvSpPr>
          <p:nvPr/>
        </p:nvSpPr>
        <p:spPr>
          <a:xfrm xmlns:a="http://schemas.openxmlformats.org/drawingml/2006/main">
            <a:off x="6372225" y="2981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2" name="diagram-171">
            <a:extLst xmlns:a="http://schemas.openxmlformats.org/drawingml/2006/main">
              <a:ext uri="{FF2B5EF4-FFF2-40B4-BE49-F238E27FC236}">
                <a16:creationId xmlns:a16="http://schemas.microsoft.com/office/drawing/2014/main" id="{403BC8A5-4E9E-4028-AA20-12341771FFE4}"/>
              </a:ext>
            </a:extLst>
          </p:cNvPr>
          <p:cNvSpPr>
            <a:spLocks xmlns:a="http://schemas.openxmlformats.org/drawingml/2006/main" noGrp="1"/>
          </p:cNvSpPr>
          <p:nvPr/>
        </p:nvSpPr>
        <p:spPr>
          <a:xfrm xmlns:a="http://schemas.openxmlformats.org/drawingml/2006/main">
            <a:off x="42291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3" name="diagram-172">
            <a:extLst xmlns:a="http://schemas.openxmlformats.org/drawingml/2006/main">
              <a:ext uri="{FF2B5EF4-FFF2-40B4-BE49-F238E27FC236}">
                <a16:creationId xmlns:a16="http://schemas.microsoft.com/office/drawing/2014/main" id="{B75CA228-B79E-41E7-BC7C-79F932F5CB96}"/>
              </a:ext>
            </a:extLst>
          </p:cNvPr>
          <p:cNvSpPr>
            <a:spLocks xmlns:a="http://schemas.openxmlformats.org/drawingml/2006/main" noGrp="1"/>
          </p:cNvSpPr>
          <p:nvPr/>
        </p:nvSpPr>
        <p:spPr>
          <a:xfrm xmlns:a="http://schemas.openxmlformats.org/drawingml/2006/main">
            <a:off x="43719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4" name="diagram-173">
            <a:extLst xmlns:a="http://schemas.openxmlformats.org/drawingml/2006/main">
              <a:ext uri="{FF2B5EF4-FFF2-40B4-BE49-F238E27FC236}">
                <a16:creationId xmlns:a16="http://schemas.microsoft.com/office/drawing/2014/main" id="{385471AB-9759-454C-8361-A40C0DD31F7D}"/>
              </a:ext>
            </a:extLst>
          </p:cNvPr>
          <p:cNvSpPr>
            <a:spLocks xmlns:a="http://schemas.openxmlformats.org/drawingml/2006/main" noGrp="1"/>
          </p:cNvSpPr>
          <p:nvPr/>
        </p:nvSpPr>
        <p:spPr>
          <a:xfrm xmlns:a="http://schemas.openxmlformats.org/drawingml/2006/main">
            <a:off x="45148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5" name="diagram-174">
            <a:extLst xmlns:a="http://schemas.openxmlformats.org/drawingml/2006/main">
              <a:ext uri="{FF2B5EF4-FFF2-40B4-BE49-F238E27FC236}">
                <a16:creationId xmlns:a16="http://schemas.microsoft.com/office/drawing/2014/main" id="{9B26A11A-190D-4824-897A-2FA9311C856E}"/>
              </a:ext>
            </a:extLst>
          </p:cNvPr>
          <p:cNvSpPr>
            <a:spLocks xmlns:a="http://schemas.openxmlformats.org/drawingml/2006/main" noGrp="1"/>
          </p:cNvSpPr>
          <p:nvPr/>
        </p:nvSpPr>
        <p:spPr>
          <a:xfrm xmlns:a="http://schemas.openxmlformats.org/drawingml/2006/main">
            <a:off x="46577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6" name="diagram-175">
            <a:extLst xmlns:a="http://schemas.openxmlformats.org/drawingml/2006/main">
              <a:ext uri="{FF2B5EF4-FFF2-40B4-BE49-F238E27FC236}">
                <a16:creationId xmlns:a16="http://schemas.microsoft.com/office/drawing/2014/main" id="{3BADECDF-BFDC-4777-A009-1D94EFC5AE79}"/>
              </a:ext>
            </a:extLst>
          </p:cNvPr>
          <p:cNvSpPr>
            <a:spLocks xmlns:a="http://schemas.openxmlformats.org/drawingml/2006/main" noGrp="1"/>
          </p:cNvSpPr>
          <p:nvPr/>
        </p:nvSpPr>
        <p:spPr>
          <a:xfrm xmlns:a="http://schemas.openxmlformats.org/drawingml/2006/main">
            <a:off x="48006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7" name="diagram-176">
            <a:extLst xmlns:a="http://schemas.openxmlformats.org/drawingml/2006/main">
              <a:ext uri="{FF2B5EF4-FFF2-40B4-BE49-F238E27FC236}">
                <a16:creationId xmlns:a16="http://schemas.microsoft.com/office/drawing/2014/main" id="{37798CC1-F0D2-4B2F-9FD7-56F840590214}"/>
              </a:ext>
            </a:extLst>
          </p:cNvPr>
          <p:cNvSpPr>
            <a:spLocks xmlns:a="http://schemas.openxmlformats.org/drawingml/2006/main" noGrp="1"/>
          </p:cNvSpPr>
          <p:nvPr/>
        </p:nvSpPr>
        <p:spPr>
          <a:xfrm xmlns:a="http://schemas.openxmlformats.org/drawingml/2006/main">
            <a:off x="49434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8" name="diagram-177">
            <a:extLst xmlns:a="http://schemas.openxmlformats.org/drawingml/2006/main">
              <a:ext uri="{FF2B5EF4-FFF2-40B4-BE49-F238E27FC236}">
                <a16:creationId xmlns:a16="http://schemas.microsoft.com/office/drawing/2014/main" id="{6F2FCC7D-2623-451E-8170-517BAB69A23D}"/>
              </a:ext>
            </a:extLst>
          </p:cNvPr>
          <p:cNvSpPr>
            <a:spLocks xmlns:a="http://schemas.openxmlformats.org/drawingml/2006/main" noGrp="1"/>
          </p:cNvSpPr>
          <p:nvPr/>
        </p:nvSpPr>
        <p:spPr>
          <a:xfrm xmlns:a="http://schemas.openxmlformats.org/drawingml/2006/main">
            <a:off x="50863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99" name="diagram-178">
            <a:extLst xmlns:a="http://schemas.openxmlformats.org/drawingml/2006/main">
              <a:ext uri="{FF2B5EF4-FFF2-40B4-BE49-F238E27FC236}">
                <a16:creationId xmlns:a16="http://schemas.microsoft.com/office/drawing/2014/main" id="{4F148924-1200-4032-A0D9-205E2AE64D2E}"/>
              </a:ext>
            </a:extLst>
          </p:cNvPr>
          <p:cNvSpPr>
            <a:spLocks xmlns:a="http://schemas.openxmlformats.org/drawingml/2006/main" noGrp="1"/>
          </p:cNvSpPr>
          <p:nvPr/>
        </p:nvSpPr>
        <p:spPr>
          <a:xfrm xmlns:a="http://schemas.openxmlformats.org/drawingml/2006/main">
            <a:off x="52292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0" name="diagram-179">
            <a:extLst xmlns:a="http://schemas.openxmlformats.org/drawingml/2006/main">
              <a:ext uri="{FF2B5EF4-FFF2-40B4-BE49-F238E27FC236}">
                <a16:creationId xmlns:a16="http://schemas.microsoft.com/office/drawing/2014/main" id="{18A5587F-A201-4B17-AC91-BD7C2C858E17}"/>
              </a:ext>
            </a:extLst>
          </p:cNvPr>
          <p:cNvSpPr>
            <a:spLocks xmlns:a="http://schemas.openxmlformats.org/drawingml/2006/main" noGrp="1"/>
          </p:cNvSpPr>
          <p:nvPr/>
        </p:nvSpPr>
        <p:spPr>
          <a:xfrm xmlns:a="http://schemas.openxmlformats.org/drawingml/2006/main">
            <a:off x="53721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1" name="diagram-180">
            <a:extLst xmlns:a="http://schemas.openxmlformats.org/drawingml/2006/main">
              <a:ext uri="{FF2B5EF4-FFF2-40B4-BE49-F238E27FC236}">
                <a16:creationId xmlns:a16="http://schemas.microsoft.com/office/drawing/2014/main" id="{27BA21C8-E430-4D6D-B7EC-A92F3873B4DF}"/>
              </a:ext>
            </a:extLst>
          </p:cNvPr>
          <p:cNvSpPr>
            <a:spLocks xmlns:a="http://schemas.openxmlformats.org/drawingml/2006/main" noGrp="1"/>
          </p:cNvSpPr>
          <p:nvPr/>
        </p:nvSpPr>
        <p:spPr>
          <a:xfrm xmlns:a="http://schemas.openxmlformats.org/drawingml/2006/main">
            <a:off x="55149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2" name="diagram-181">
            <a:extLst xmlns:a="http://schemas.openxmlformats.org/drawingml/2006/main">
              <a:ext uri="{FF2B5EF4-FFF2-40B4-BE49-F238E27FC236}">
                <a16:creationId xmlns:a16="http://schemas.microsoft.com/office/drawing/2014/main" id="{7705D03E-A636-42E2-A5B5-8CE05C3E836B}"/>
              </a:ext>
            </a:extLst>
          </p:cNvPr>
          <p:cNvSpPr>
            <a:spLocks xmlns:a="http://schemas.openxmlformats.org/drawingml/2006/main" noGrp="1"/>
          </p:cNvSpPr>
          <p:nvPr/>
        </p:nvSpPr>
        <p:spPr>
          <a:xfrm xmlns:a="http://schemas.openxmlformats.org/drawingml/2006/main">
            <a:off x="56578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3" name="diagram-182">
            <a:extLst xmlns:a="http://schemas.openxmlformats.org/drawingml/2006/main">
              <a:ext uri="{FF2B5EF4-FFF2-40B4-BE49-F238E27FC236}">
                <a16:creationId xmlns:a16="http://schemas.microsoft.com/office/drawing/2014/main" id="{2E464808-8180-473C-8FF0-ABE7650E8D92}"/>
              </a:ext>
            </a:extLst>
          </p:cNvPr>
          <p:cNvSpPr>
            <a:spLocks xmlns:a="http://schemas.openxmlformats.org/drawingml/2006/main" noGrp="1"/>
          </p:cNvSpPr>
          <p:nvPr/>
        </p:nvSpPr>
        <p:spPr>
          <a:xfrm xmlns:a="http://schemas.openxmlformats.org/drawingml/2006/main">
            <a:off x="58007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4" name="diagram-183">
            <a:extLst xmlns:a="http://schemas.openxmlformats.org/drawingml/2006/main">
              <a:ext uri="{FF2B5EF4-FFF2-40B4-BE49-F238E27FC236}">
                <a16:creationId xmlns:a16="http://schemas.microsoft.com/office/drawing/2014/main" id="{16F08D3F-CC1A-42D6-B749-929E8C580E09}"/>
              </a:ext>
            </a:extLst>
          </p:cNvPr>
          <p:cNvSpPr>
            <a:spLocks xmlns:a="http://schemas.openxmlformats.org/drawingml/2006/main" noGrp="1"/>
          </p:cNvSpPr>
          <p:nvPr/>
        </p:nvSpPr>
        <p:spPr>
          <a:xfrm xmlns:a="http://schemas.openxmlformats.org/drawingml/2006/main">
            <a:off x="594360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5" name="diagram-184">
            <a:extLst xmlns:a="http://schemas.openxmlformats.org/drawingml/2006/main">
              <a:ext uri="{FF2B5EF4-FFF2-40B4-BE49-F238E27FC236}">
                <a16:creationId xmlns:a16="http://schemas.microsoft.com/office/drawing/2014/main" id="{B50C6F61-289F-4993-9A6D-F9218ED3E6E8}"/>
              </a:ext>
            </a:extLst>
          </p:cNvPr>
          <p:cNvSpPr>
            <a:spLocks xmlns:a="http://schemas.openxmlformats.org/drawingml/2006/main" noGrp="1"/>
          </p:cNvSpPr>
          <p:nvPr/>
        </p:nvSpPr>
        <p:spPr>
          <a:xfrm xmlns:a="http://schemas.openxmlformats.org/drawingml/2006/main">
            <a:off x="608647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6" name="diagram-185">
            <a:extLst xmlns:a="http://schemas.openxmlformats.org/drawingml/2006/main">
              <a:ext uri="{FF2B5EF4-FFF2-40B4-BE49-F238E27FC236}">
                <a16:creationId xmlns:a16="http://schemas.microsoft.com/office/drawing/2014/main" id="{D29DC53D-5FB8-43AF-994B-CCC7BFED8005}"/>
              </a:ext>
            </a:extLst>
          </p:cNvPr>
          <p:cNvSpPr>
            <a:spLocks xmlns:a="http://schemas.openxmlformats.org/drawingml/2006/main" noGrp="1"/>
          </p:cNvSpPr>
          <p:nvPr/>
        </p:nvSpPr>
        <p:spPr>
          <a:xfrm xmlns:a="http://schemas.openxmlformats.org/drawingml/2006/main">
            <a:off x="6229350"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7" name="diagram-186">
            <a:extLst xmlns:a="http://schemas.openxmlformats.org/drawingml/2006/main">
              <a:ext uri="{FF2B5EF4-FFF2-40B4-BE49-F238E27FC236}">
                <a16:creationId xmlns:a16="http://schemas.microsoft.com/office/drawing/2014/main" id="{54E557DE-09DC-4B92-83C5-4CE4835FB220}"/>
              </a:ext>
            </a:extLst>
          </p:cNvPr>
          <p:cNvSpPr>
            <a:spLocks xmlns:a="http://schemas.openxmlformats.org/drawingml/2006/main" noGrp="1"/>
          </p:cNvSpPr>
          <p:nvPr/>
        </p:nvSpPr>
        <p:spPr>
          <a:xfrm xmlns:a="http://schemas.openxmlformats.org/drawingml/2006/main">
            <a:off x="6372225" y="3124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8" name="diagram-187">
            <a:extLst xmlns:a="http://schemas.openxmlformats.org/drawingml/2006/main">
              <a:ext uri="{FF2B5EF4-FFF2-40B4-BE49-F238E27FC236}">
                <a16:creationId xmlns:a16="http://schemas.microsoft.com/office/drawing/2014/main" id="{9BE337D6-6302-4432-A156-AFF2C157AB53}"/>
              </a:ext>
            </a:extLst>
          </p:cNvPr>
          <p:cNvSpPr>
            <a:spLocks xmlns:a="http://schemas.openxmlformats.org/drawingml/2006/main" noGrp="1"/>
          </p:cNvSpPr>
          <p:nvPr/>
        </p:nvSpPr>
        <p:spPr>
          <a:xfrm xmlns:a="http://schemas.openxmlformats.org/drawingml/2006/main">
            <a:off x="42291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09" name="diagram-188">
            <a:extLst xmlns:a="http://schemas.openxmlformats.org/drawingml/2006/main">
              <a:ext uri="{FF2B5EF4-FFF2-40B4-BE49-F238E27FC236}">
                <a16:creationId xmlns:a16="http://schemas.microsoft.com/office/drawing/2014/main" id="{B3E70FBF-4391-4D10-A9EB-775ECF2AE719}"/>
              </a:ext>
            </a:extLst>
          </p:cNvPr>
          <p:cNvSpPr>
            <a:spLocks xmlns:a="http://schemas.openxmlformats.org/drawingml/2006/main" noGrp="1"/>
          </p:cNvSpPr>
          <p:nvPr/>
        </p:nvSpPr>
        <p:spPr>
          <a:xfrm xmlns:a="http://schemas.openxmlformats.org/drawingml/2006/main">
            <a:off x="43719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0" name="diagram-189">
            <a:extLst xmlns:a="http://schemas.openxmlformats.org/drawingml/2006/main">
              <a:ext uri="{FF2B5EF4-FFF2-40B4-BE49-F238E27FC236}">
                <a16:creationId xmlns:a16="http://schemas.microsoft.com/office/drawing/2014/main" id="{04263DEE-0630-4E69-81CF-5ADDF108C9E1}"/>
              </a:ext>
            </a:extLst>
          </p:cNvPr>
          <p:cNvSpPr>
            <a:spLocks xmlns:a="http://schemas.openxmlformats.org/drawingml/2006/main" noGrp="1"/>
          </p:cNvSpPr>
          <p:nvPr/>
        </p:nvSpPr>
        <p:spPr>
          <a:xfrm xmlns:a="http://schemas.openxmlformats.org/drawingml/2006/main">
            <a:off x="45148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1" name="diagram-190">
            <a:extLst xmlns:a="http://schemas.openxmlformats.org/drawingml/2006/main">
              <a:ext uri="{FF2B5EF4-FFF2-40B4-BE49-F238E27FC236}">
                <a16:creationId xmlns:a16="http://schemas.microsoft.com/office/drawing/2014/main" id="{8275678D-F517-4FCC-AFED-6C2A24D4049F}"/>
              </a:ext>
            </a:extLst>
          </p:cNvPr>
          <p:cNvSpPr>
            <a:spLocks xmlns:a="http://schemas.openxmlformats.org/drawingml/2006/main" noGrp="1"/>
          </p:cNvSpPr>
          <p:nvPr/>
        </p:nvSpPr>
        <p:spPr>
          <a:xfrm xmlns:a="http://schemas.openxmlformats.org/drawingml/2006/main">
            <a:off x="46577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2" name="diagram-191">
            <a:extLst xmlns:a="http://schemas.openxmlformats.org/drawingml/2006/main">
              <a:ext uri="{FF2B5EF4-FFF2-40B4-BE49-F238E27FC236}">
                <a16:creationId xmlns:a16="http://schemas.microsoft.com/office/drawing/2014/main" id="{4E8F3EAF-3CE2-4DE5-8587-BBAFFA9C8213}"/>
              </a:ext>
            </a:extLst>
          </p:cNvPr>
          <p:cNvSpPr>
            <a:spLocks xmlns:a="http://schemas.openxmlformats.org/drawingml/2006/main" noGrp="1"/>
          </p:cNvSpPr>
          <p:nvPr/>
        </p:nvSpPr>
        <p:spPr>
          <a:xfrm xmlns:a="http://schemas.openxmlformats.org/drawingml/2006/main">
            <a:off x="48006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3" name="diagram-192">
            <a:extLst xmlns:a="http://schemas.openxmlformats.org/drawingml/2006/main">
              <a:ext uri="{FF2B5EF4-FFF2-40B4-BE49-F238E27FC236}">
                <a16:creationId xmlns:a16="http://schemas.microsoft.com/office/drawing/2014/main" id="{B0CF79F5-BEC9-4E59-A63B-ABBD23CE80BA}"/>
              </a:ext>
            </a:extLst>
          </p:cNvPr>
          <p:cNvSpPr>
            <a:spLocks xmlns:a="http://schemas.openxmlformats.org/drawingml/2006/main" noGrp="1"/>
          </p:cNvSpPr>
          <p:nvPr/>
        </p:nvSpPr>
        <p:spPr>
          <a:xfrm xmlns:a="http://schemas.openxmlformats.org/drawingml/2006/main">
            <a:off x="49434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4" name="diagram-193">
            <a:extLst xmlns:a="http://schemas.openxmlformats.org/drawingml/2006/main">
              <a:ext uri="{FF2B5EF4-FFF2-40B4-BE49-F238E27FC236}">
                <a16:creationId xmlns:a16="http://schemas.microsoft.com/office/drawing/2014/main" id="{467E614F-22CC-43AB-AA95-C39D903FD919}"/>
              </a:ext>
            </a:extLst>
          </p:cNvPr>
          <p:cNvSpPr>
            <a:spLocks xmlns:a="http://schemas.openxmlformats.org/drawingml/2006/main" noGrp="1"/>
          </p:cNvSpPr>
          <p:nvPr/>
        </p:nvSpPr>
        <p:spPr>
          <a:xfrm xmlns:a="http://schemas.openxmlformats.org/drawingml/2006/main">
            <a:off x="50863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5" name="diagram-194">
            <a:extLst xmlns:a="http://schemas.openxmlformats.org/drawingml/2006/main">
              <a:ext uri="{FF2B5EF4-FFF2-40B4-BE49-F238E27FC236}">
                <a16:creationId xmlns:a16="http://schemas.microsoft.com/office/drawing/2014/main" id="{A96D6027-F48C-4FDF-9290-237F03329940}"/>
              </a:ext>
            </a:extLst>
          </p:cNvPr>
          <p:cNvSpPr>
            <a:spLocks xmlns:a="http://schemas.openxmlformats.org/drawingml/2006/main" noGrp="1"/>
          </p:cNvSpPr>
          <p:nvPr/>
        </p:nvSpPr>
        <p:spPr>
          <a:xfrm xmlns:a="http://schemas.openxmlformats.org/drawingml/2006/main">
            <a:off x="52292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6" name="diagram-195">
            <a:extLst xmlns:a="http://schemas.openxmlformats.org/drawingml/2006/main">
              <a:ext uri="{FF2B5EF4-FFF2-40B4-BE49-F238E27FC236}">
                <a16:creationId xmlns:a16="http://schemas.microsoft.com/office/drawing/2014/main" id="{10C3DBB0-AED9-4EAE-A1DD-588559CDB867}"/>
              </a:ext>
            </a:extLst>
          </p:cNvPr>
          <p:cNvSpPr>
            <a:spLocks xmlns:a="http://schemas.openxmlformats.org/drawingml/2006/main" noGrp="1"/>
          </p:cNvSpPr>
          <p:nvPr/>
        </p:nvSpPr>
        <p:spPr>
          <a:xfrm xmlns:a="http://schemas.openxmlformats.org/drawingml/2006/main">
            <a:off x="53721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7" name="diagram-196">
            <a:extLst xmlns:a="http://schemas.openxmlformats.org/drawingml/2006/main">
              <a:ext uri="{FF2B5EF4-FFF2-40B4-BE49-F238E27FC236}">
                <a16:creationId xmlns:a16="http://schemas.microsoft.com/office/drawing/2014/main" id="{6911F000-960E-4F8A-BCFD-4337D9625D03}"/>
              </a:ext>
            </a:extLst>
          </p:cNvPr>
          <p:cNvSpPr>
            <a:spLocks xmlns:a="http://schemas.openxmlformats.org/drawingml/2006/main" noGrp="1"/>
          </p:cNvSpPr>
          <p:nvPr/>
        </p:nvSpPr>
        <p:spPr>
          <a:xfrm xmlns:a="http://schemas.openxmlformats.org/drawingml/2006/main">
            <a:off x="55149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8" name="diagram-197">
            <a:extLst xmlns:a="http://schemas.openxmlformats.org/drawingml/2006/main">
              <a:ext uri="{FF2B5EF4-FFF2-40B4-BE49-F238E27FC236}">
                <a16:creationId xmlns:a16="http://schemas.microsoft.com/office/drawing/2014/main" id="{B020FCCD-14B5-4226-AA64-7621CF5CD3AF}"/>
              </a:ext>
            </a:extLst>
          </p:cNvPr>
          <p:cNvSpPr>
            <a:spLocks xmlns:a="http://schemas.openxmlformats.org/drawingml/2006/main" noGrp="1"/>
          </p:cNvSpPr>
          <p:nvPr/>
        </p:nvSpPr>
        <p:spPr>
          <a:xfrm xmlns:a="http://schemas.openxmlformats.org/drawingml/2006/main">
            <a:off x="56578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19" name="diagram-198">
            <a:extLst xmlns:a="http://schemas.openxmlformats.org/drawingml/2006/main">
              <a:ext uri="{FF2B5EF4-FFF2-40B4-BE49-F238E27FC236}">
                <a16:creationId xmlns:a16="http://schemas.microsoft.com/office/drawing/2014/main" id="{1D2FE06D-42C7-4234-A5D8-3B263484EE4D}"/>
              </a:ext>
            </a:extLst>
          </p:cNvPr>
          <p:cNvSpPr>
            <a:spLocks xmlns:a="http://schemas.openxmlformats.org/drawingml/2006/main" noGrp="1"/>
          </p:cNvSpPr>
          <p:nvPr/>
        </p:nvSpPr>
        <p:spPr>
          <a:xfrm xmlns:a="http://schemas.openxmlformats.org/drawingml/2006/main">
            <a:off x="58007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0" name="diagram-199">
            <a:extLst xmlns:a="http://schemas.openxmlformats.org/drawingml/2006/main">
              <a:ext uri="{FF2B5EF4-FFF2-40B4-BE49-F238E27FC236}">
                <a16:creationId xmlns:a16="http://schemas.microsoft.com/office/drawing/2014/main" id="{7F0482FE-79F5-4C8A-A303-3EA8784E77A9}"/>
              </a:ext>
            </a:extLst>
          </p:cNvPr>
          <p:cNvSpPr>
            <a:spLocks xmlns:a="http://schemas.openxmlformats.org/drawingml/2006/main" noGrp="1"/>
          </p:cNvSpPr>
          <p:nvPr/>
        </p:nvSpPr>
        <p:spPr>
          <a:xfrm xmlns:a="http://schemas.openxmlformats.org/drawingml/2006/main">
            <a:off x="594360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1" name="diagram-200">
            <a:extLst xmlns:a="http://schemas.openxmlformats.org/drawingml/2006/main">
              <a:ext uri="{FF2B5EF4-FFF2-40B4-BE49-F238E27FC236}">
                <a16:creationId xmlns:a16="http://schemas.microsoft.com/office/drawing/2014/main" id="{64E80ACE-54A1-4832-A68A-1594263FC550}"/>
              </a:ext>
            </a:extLst>
          </p:cNvPr>
          <p:cNvSpPr>
            <a:spLocks xmlns:a="http://schemas.openxmlformats.org/drawingml/2006/main" noGrp="1"/>
          </p:cNvSpPr>
          <p:nvPr/>
        </p:nvSpPr>
        <p:spPr>
          <a:xfrm xmlns:a="http://schemas.openxmlformats.org/drawingml/2006/main">
            <a:off x="608647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2" name="diagram-201">
            <a:extLst xmlns:a="http://schemas.openxmlformats.org/drawingml/2006/main">
              <a:ext uri="{FF2B5EF4-FFF2-40B4-BE49-F238E27FC236}">
                <a16:creationId xmlns:a16="http://schemas.microsoft.com/office/drawing/2014/main" id="{787CD2A4-047A-4665-A765-B5ACD17078EB}"/>
              </a:ext>
            </a:extLst>
          </p:cNvPr>
          <p:cNvSpPr>
            <a:spLocks xmlns:a="http://schemas.openxmlformats.org/drawingml/2006/main" noGrp="1"/>
          </p:cNvSpPr>
          <p:nvPr/>
        </p:nvSpPr>
        <p:spPr>
          <a:xfrm xmlns:a="http://schemas.openxmlformats.org/drawingml/2006/main">
            <a:off x="6229350"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3" name="diagram-202">
            <a:extLst xmlns:a="http://schemas.openxmlformats.org/drawingml/2006/main">
              <a:ext uri="{FF2B5EF4-FFF2-40B4-BE49-F238E27FC236}">
                <a16:creationId xmlns:a16="http://schemas.microsoft.com/office/drawing/2014/main" id="{AB248E13-B48E-4B27-B3EB-B37071BD1FCE}"/>
              </a:ext>
            </a:extLst>
          </p:cNvPr>
          <p:cNvSpPr>
            <a:spLocks xmlns:a="http://schemas.openxmlformats.org/drawingml/2006/main" noGrp="1"/>
          </p:cNvSpPr>
          <p:nvPr/>
        </p:nvSpPr>
        <p:spPr>
          <a:xfrm xmlns:a="http://schemas.openxmlformats.org/drawingml/2006/main">
            <a:off x="6372225" y="3267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4" name="diagram-203">
            <a:extLst xmlns:a="http://schemas.openxmlformats.org/drawingml/2006/main">
              <a:ext uri="{FF2B5EF4-FFF2-40B4-BE49-F238E27FC236}">
                <a16:creationId xmlns:a16="http://schemas.microsoft.com/office/drawing/2014/main" id="{BD05CFE6-3471-4CAA-B0A8-AFC2E045DDBC}"/>
              </a:ext>
            </a:extLst>
          </p:cNvPr>
          <p:cNvSpPr>
            <a:spLocks xmlns:a="http://schemas.openxmlformats.org/drawingml/2006/main" noGrp="1"/>
          </p:cNvSpPr>
          <p:nvPr/>
        </p:nvSpPr>
        <p:spPr>
          <a:xfrm xmlns:a="http://schemas.openxmlformats.org/drawingml/2006/main">
            <a:off x="42291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5" name="diagram-204">
            <a:extLst xmlns:a="http://schemas.openxmlformats.org/drawingml/2006/main">
              <a:ext uri="{FF2B5EF4-FFF2-40B4-BE49-F238E27FC236}">
                <a16:creationId xmlns:a16="http://schemas.microsoft.com/office/drawing/2014/main" id="{DA4B92A0-25B7-413E-9A70-7EFA5530530D}"/>
              </a:ext>
            </a:extLst>
          </p:cNvPr>
          <p:cNvSpPr>
            <a:spLocks xmlns:a="http://schemas.openxmlformats.org/drawingml/2006/main" noGrp="1"/>
          </p:cNvSpPr>
          <p:nvPr/>
        </p:nvSpPr>
        <p:spPr>
          <a:xfrm xmlns:a="http://schemas.openxmlformats.org/drawingml/2006/main">
            <a:off x="43719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6" name="diagram-205">
            <a:extLst xmlns:a="http://schemas.openxmlformats.org/drawingml/2006/main">
              <a:ext uri="{FF2B5EF4-FFF2-40B4-BE49-F238E27FC236}">
                <a16:creationId xmlns:a16="http://schemas.microsoft.com/office/drawing/2014/main" id="{743B4D81-2252-4CC2-B5A3-157858D72380}"/>
              </a:ext>
            </a:extLst>
          </p:cNvPr>
          <p:cNvSpPr>
            <a:spLocks xmlns:a="http://schemas.openxmlformats.org/drawingml/2006/main" noGrp="1"/>
          </p:cNvSpPr>
          <p:nvPr/>
        </p:nvSpPr>
        <p:spPr>
          <a:xfrm xmlns:a="http://schemas.openxmlformats.org/drawingml/2006/main">
            <a:off x="45148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7" name="diagram-206">
            <a:extLst xmlns:a="http://schemas.openxmlformats.org/drawingml/2006/main">
              <a:ext uri="{FF2B5EF4-FFF2-40B4-BE49-F238E27FC236}">
                <a16:creationId xmlns:a16="http://schemas.microsoft.com/office/drawing/2014/main" id="{6325FFFB-D9D6-4850-BC19-78B1A3A6645B}"/>
              </a:ext>
            </a:extLst>
          </p:cNvPr>
          <p:cNvSpPr>
            <a:spLocks xmlns:a="http://schemas.openxmlformats.org/drawingml/2006/main" noGrp="1"/>
          </p:cNvSpPr>
          <p:nvPr/>
        </p:nvSpPr>
        <p:spPr>
          <a:xfrm xmlns:a="http://schemas.openxmlformats.org/drawingml/2006/main">
            <a:off x="46577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8" name="diagram-207">
            <a:extLst xmlns:a="http://schemas.openxmlformats.org/drawingml/2006/main">
              <a:ext uri="{FF2B5EF4-FFF2-40B4-BE49-F238E27FC236}">
                <a16:creationId xmlns:a16="http://schemas.microsoft.com/office/drawing/2014/main" id="{B556255F-A036-49F7-8BE7-2CB2FFC98FD3}"/>
              </a:ext>
            </a:extLst>
          </p:cNvPr>
          <p:cNvSpPr>
            <a:spLocks xmlns:a="http://schemas.openxmlformats.org/drawingml/2006/main" noGrp="1"/>
          </p:cNvSpPr>
          <p:nvPr/>
        </p:nvSpPr>
        <p:spPr>
          <a:xfrm xmlns:a="http://schemas.openxmlformats.org/drawingml/2006/main">
            <a:off x="48006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29" name="diagram-208">
            <a:extLst xmlns:a="http://schemas.openxmlformats.org/drawingml/2006/main">
              <a:ext uri="{FF2B5EF4-FFF2-40B4-BE49-F238E27FC236}">
                <a16:creationId xmlns:a16="http://schemas.microsoft.com/office/drawing/2014/main" id="{43CDF57E-910D-414A-B9B8-53D51AF9812F}"/>
              </a:ext>
            </a:extLst>
          </p:cNvPr>
          <p:cNvSpPr>
            <a:spLocks xmlns:a="http://schemas.openxmlformats.org/drawingml/2006/main" noGrp="1"/>
          </p:cNvSpPr>
          <p:nvPr/>
        </p:nvSpPr>
        <p:spPr>
          <a:xfrm xmlns:a="http://schemas.openxmlformats.org/drawingml/2006/main">
            <a:off x="49434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0" name="diagram-209">
            <a:extLst xmlns:a="http://schemas.openxmlformats.org/drawingml/2006/main">
              <a:ext uri="{FF2B5EF4-FFF2-40B4-BE49-F238E27FC236}">
                <a16:creationId xmlns:a16="http://schemas.microsoft.com/office/drawing/2014/main" id="{6A8B78A4-C375-4E65-AE03-9398B81BB170}"/>
              </a:ext>
            </a:extLst>
          </p:cNvPr>
          <p:cNvSpPr>
            <a:spLocks xmlns:a="http://schemas.openxmlformats.org/drawingml/2006/main" noGrp="1"/>
          </p:cNvSpPr>
          <p:nvPr/>
        </p:nvSpPr>
        <p:spPr>
          <a:xfrm xmlns:a="http://schemas.openxmlformats.org/drawingml/2006/main">
            <a:off x="50863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1" name="diagram-210">
            <a:extLst xmlns:a="http://schemas.openxmlformats.org/drawingml/2006/main">
              <a:ext uri="{FF2B5EF4-FFF2-40B4-BE49-F238E27FC236}">
                <a16:creationId xmlns:a16="http://schemas.microsoft.com/office/drawing/2014/main" id="{6DEA2EAB-6116-4E08-A0FE-F6DCAAEEA383}"/>
              </a:ext>
            </a:extLst>
          </p:cNvPr>
          <p:cNvSpPr>
            <a:spLocks xmlns:a="http://schemas.openxmlformats.org/drawingml/2006/main" noGrp="1"/>
          </p:cNvSpPr>
          <p:nvPr/>
        </p:nvSpPr>
        <p:spPr>
          <a:xfrm xmlns:a="http://schemas.openxmlformats.org/drawingml/2006/main">
            <a:off x="52292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2" name="diagram-211">
            <a:extLst xmlns:a="http://schemas.openxmlformats.org/drawingml/2006/main">
              <a:ext uri="{FF2B5EF4-FFF2-40B4-BE49-F238E27FC236}">
                <a16:creationId xmlns:a16="http://schemas.microsoft.com/office/drawing/2014/main" id="{9C85F309-A16E-4B33-B801-D2F8F1C1FA6C}"/>
              </a:ext>
            </a:extLst>
          </p:cNvPr>
          <p:cNvSpPr>
            <a:spLocks xmlns:a="http://schemas.openxmlformats.org/drawingml/2006/main" noGrp="1"/>
          </p:cNvSpPr>
          <p:nvPr/>
        </p:nvSpPr>
        <p:spPr>
          <a:xfrm xmlns:a="http://schemas.openxmlformats.org/drawingml/2006/main">
            <a:off x="53721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3" name="diagram-212">
            <a:extLst xmlns:a="http://schemas.openxmlformats.org/drawingml/2006/main">
              <a:ext uri="{FF2B5EF4-FFF2-40B4-BE49-F238E27FC236}">
                <a16:creationId xmlns:a16="http://schemas.microsoft.com/office/drawing/2014/main" id="{DB8BB1F1-6244-4365-882C-236646E6E8B9}"/>
              </a:ext>
            </a:extLst>
          </p:cNvPr>
          <p:cNvSpPr>
            <a:spLocks xmlns:a="http://schemas.openxmlformats.org/drawingml/2006/main" noGrp="1"/>
          </p:cNvSpPr>
          <p:nvPr/>
        </p:nvSpPr>
        <p:spPr>
          <a:xfrm xmlns:a="http://schemas.openxmlformats.org/drawingml/2006/main">
            <a:off x="55149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4" name="diagram-213">
            <a:extLst xmlns:a="http://schemas.openxmlformats.org/drawingml/2006/main">
              <a:ext uri="{FF2B5EF4-FFF2-40B4-BE49-F238E27FC236}">
                <a16:creationId xmlns:a16="http://schemas.microsoft.com/office/drawing/2014/main" id="{4498117C-3EBA-40C4-ABB2-44E402B31BEA}"/>
              </a:ext>
            </a:extLst>
          </p:cNvPr>
          <p:cNvSpPr>
            <a:spLocks xmlns:a="http://schemas.openxmlformats.org/drawingml/2006/main" noGrp="1"/>
          </p:cNvSpPr>
          <p:nvPr/>
        </p:nvSpPr>
        <p:spPr>
          <a:xfrm xmlns:a="http://schemas.openxmlformats.org/drawingml/2006/main">
            <a:off x="56578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5" name="diagram-214">
            <a:extLst xmlns:a="http://schemas.openxmlformats.org/drawingml/2006/main">
              <a:ext uri="{FF2B5EF4-FFF2-40B4-BE49-F238E27FC236}">
                <a16:creationId xmlns:a16="http://schemas.microsoft.com/office/drawing/2014/main" id="{D1F3859A-43F3-46D1-A743-746A081BA9D0}"/>
              </a:ext>
            </a:extLst>
          </p:cNvPr>
          <p:cNvSpPr>
            <a:spLocks xmlns:a="http://schemas.openxmlformats.org/drawingml/2006/main" noGrp="1"/>
          </p:cNvSpPr>
          <p:nvPr/>
        </p:nvSpPr>
        <p:spPr>
          <a:xfrm xmlns:a="http://schemas.openxmlformats.org/drawingml/2006/main">
            <a:off x="58007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6" name="diagram-215">
            <a:extLst xmlns:a="http://schemas.openxmlformats.org/drawingml/2006/main">
              <a:ext uri="{FF2B5EF4-FFF2-40B4-BE49-F238E27FC236}">
                <a16:creationId xmlns:a16="http://schemas.microsoft.com/office/drawing/2014/main" id="{9435AC03-F37B-4D4F-A8F7-17F4A372CE4E}"/>
              </a:ext>
            </a:extLst>
          </p:cNvPr>
          <p:cNvSpPr>
            <a:spLocks xmlns:a="http://schemas.openxmlformats.org/drawingml/2006/main" noGrp="1"/>
          </p:cNvSpPr>
          <p:nvPr/>
        </p:nvSpPr>
        <p:spPr>
          <a:xfrm xmlns:a="http://schemas.openxmlformats.org/drawingml/2006/main">
            <a:off x="594360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7" name="diagram-216">
            <a:extLst xmlns:a="http://schemas.openxmlformats.org/drawingml/2006/main">
              <a:ext uri="{FF2B5EF4-FFF2-40B4-BE49-F238E27FC236}">
                <a16:creationId xmlns:a16="http://schemas.microsoft.com/office/drawing/2014/main" id="{A1D76700-FC6F-4940-8542-9ED861396E6C}"/>
              </a:ext>
            </a:extLst>
          </p:cNvPr>
          <p:cNvSpPr>
            <a:spLocks xmlns:a="http://schemas.openxmlformats.org/drawingml/2006/main" noGrp="1"/>
          </p:cNvSpPr>
          <p:nvPr/>
        </p:nvSpPr>
        <p:spPr>
          <a:xfrm xmlns:a="http://schemas.openxmlformats.org/drawingml/2006/main">
            <a:off x="608647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8" name="diagram-217">
            <a:extLst xmlns:a="http://schemas.openxmlformats.org/drawingml/2006/main">
              <a:ext uri="{FF2B5EF4-FFF2-40B4-BE49-F238E27FC236}">
                <a16:creationId xmlns:a16="http://schemas.microsoft.com/office/drawing/2014/main" id="{03AFAB6A-3B71-4C22-A8A6-3CF0ED98B438}"/>
              </a:ext>
            </a:extLst>
          </p:cNvPr>
          <p:cNvSpPr>
            <a:spLocks xmlns:a="http://schemas.openxmlformats.org/drawingml/2006/main" noGrp="1"/>
          </p:cNvSpPr>
          <p:nvPr/>
        </p:nvSpPr>
        <p:spPr>
          <a:xfrm xmlns:a="http://schemas.openxmlformats.org/drawingml/2006/main">
            <a:off x="6229350"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39" name="diagram-218">
            <a:extLst xmlns:a="http://schemas.openxmlformats.org/drawingml/2006/main">
              <a:ext uri="{FF2B5EF4-FFF2-40B4-BE49-F238E27FC236}">
                <a16:creationId xmlns:a16="http://schemas.microsoft.com/office/drawing/2014/main" id="{51465F78-4BD8-40E7-BBED-FD566D47C8A2}"/>
              </a:ext>
            </a:extLst>
          </p:cNvPr>
          <p:cNvSpPr>
            <a:spLocks xmlns:a="http://schemas.openxmlformats.org/drawingml/2006/main" noGrp="1"/>
          </p:cNvSpPr>
          <p:nvPr/>
        </p:nvSpPr>
        <p:spPr>
          <a:xfrm xmlns:a="http://schemas.openxmlformats.org/drawingml/2006/main">
            <a:off x="6372225" y="3409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0" name="diagram-219">
            <a:extLst xmlns:a="http://schemas.openxmlformats.org/drawingml/2006/main">
              <a:ext uri="{FF2B5EF4-FFF2-40B4-BE49-F238E27FC236}">
                <a16:creationId xmlns:a16="http://schemas.microsoft.com/office/drawing/2014/main" id="{BE4BD31A-4E14-49F0-845B-F6E49FFBD01D}"/>
              </a:ext>
            </a:extLst>
          </p:cNvPr>
          <p:cNvSpPr>
            <a:spLocks xmlns:a="http://schemas.openxmlformats.org/drawingml/2006/main" noGrp="1"/>
          </p:cNvSpPr>
          <p:nvPr/>
        </p:nvSpPr>
        <p:spPr>
          <a:xfrm xmlns:a="http://schemas.openxmlformats.org/drawingml/2006/main">
            <a:off x="42291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1" name="diagram-220">
            <a:extLst xmlns:a="http://schemas.openxmlformats.org/drawingml/2006/main">
              <a:ext uri="{FF2B5EF4-FFF2-40B4-BE49-F238E27FC236}">
                <a16:creationId xmlns:a16="http://schemas.microsoft.com/office/drawing/2014/main" id="{F0CEFB24-07EB-4233-97A4-D1156AEDBB00}"/>
              </a:ext>
            </a:extLst>
          </p:cNvPr>
          <p:cNvSpPr>
            <a:spLocks xmlns:a="http://schemas.openxmlformats.org/drawingml/2006/main" noGrp="1"/>
          </p:cNvSpPr>
          <p:nvPr/>
        </p:nvSpPr>
        <p:spPr>
          <a:xfrm xmlns:a="http://schemas.openxmlformats.org/drawingml/2006/main">
            <a:off x="43719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2" name="diagram-221">
            <a:extLst xmlns:a="http://schemas.openxmlformats.org/drawingml/2006/main">
              <a:ext uri="{FF2B5EF4-FFF2-40B4-BE49-F238E27FC236}">
                <a16:creationId xmlns:a16="http://schemas.microsoft.com/office/drawing/2014/main" id="{2A67DAB9-4092-4B5F-A565-A9B0753B7A31}"/>
              </a:ext>
            </a:extLst>
          </p:cNvPr>
          <p:cNvSpPr>
            <a:spLocks xmlns:a="http://schemas.openxmlformats.org/drawingml/2006/main" noGrp="1"/>
          </p:cNvSpPr>
          <p:nvPr/>
        </p:nvSpPr>
        <p:spPr>
          <a:xfrm xmlns:a="http://schemas.openxmlformats.org/drawingml/2006/main">
            <a:off x="45148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3" name="diagram-222">
            <a:extLst xmlns:a="http://schemas.openxmlformats.org/drawingml/2006/main">
              <a:ext uri="{FF2B5EF4-FFF2-40B4-BE49-F238E27FC236}">
                <a16:creationId xmlns:a16="http://schemas.microsoft.com/office/drawing/2014/main" id="{2488C985-95E5-49D6-AD61-4323EADC79C1}"/>
              </a:ext>
            </a:extLst>
          </p:cNvPr>
          <p:cNvSpPr>
            <a:spLocks xmlns:a="http://schemas.openxmlformats.org/drawingml/2006/main" noGrp="1"/>
          </p:cNvSpPr>
          <p:nvPr/>
        </p:nvSpPr>
        <p:spPr>
          <a:xfrm xmlns:a="http://schemas.openxmlformats.org/drawingml/2006/main">
            <a:off x="46577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4" name="diagram-223">
            <a:extLst xmlns:a="http://schemas.openxmlformats.org/drawingml/2006/main">
              <a:ext uri="{FF2B5EF4-FFF2-40B4-BE49-F238E27FC236}">
                <a16:creationId xmlns:a16="http://schemas.microsoft.com/office/drawing/2014/main" id="{CE7D31BB-6CD9-4381-AEA5-DE405AE3FAC3}"/>
              </a:ext>
            </a:extLst>
          </p:cNvPr>
          <p:cNvSpPr>
            <a:spLocks xmlns:a="http://schemas.openxmlformats.org/drawingml/2006/main" noGrp="1"/>
          </p:cNvSpPr>
          <p:nvPr/>
        </p:nvSpPr>
        <p:spPr>
          <a:xfrm xmlns:a="http://schemas.openxmlformats.org/drawingml/2006/main">
            <a:off x="48006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5" name="diagram-224">
            <a:extLst xmlns:a="http://schemas.openxmlformats.org/drawingml/2006/main">
              <a:ext uri="{FF2B5EF4-FFF2-40B4-BE49-F238E27FC236}">
                <a16:creationId xmlns:a16="http://schemas.microsoft.com/office/drawing/2014/main" id="{7A33AF2D-4673-4B26-A4D2-20FE6F946098}"/>
              </a:ext>
            </a:extLst>
          </p:cNvPr>
          <p:cNvSpPr>
            <a:spLocks xmlns:a="http://schemas.openxmlformats.org/drawingml/2006/main" noGrp="1"/>
          </p:cNvSpPr>
          <p:nvPr/>
        </p:nvSpPr>
        <p:spPr>
          <a:xfrm xmlns:a="http://schemas.openxmlformats.org/drawingml/2006/main">
            <a:off x="49434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6" name="diagram-225">
            <a:extLst xmlns:a="http://schemas.openxmlformats.org/drawingml/2006/main">
              <a:ext uri="{FF2B5EF4-FFF2-40B4-BE49-F238E27FC236}">
                <a16:creationId xmlns:a16="http://schemas.microsoft.com/office/drawing/2014/main" id="{E3E01CEA-584B-4702-B656-3735ADDFE80B}"/>
              </a:ext>
            </a:extLst>
          </p:cNvPr>
          <p:cNvSpPr>
            <a:spLocks xmlns:a="http://schemas.openxmlformats.org/drawingml/2006/main" noGrp="1"/>
          </p:cNvSpPr>
          <p:nvPr/>
        </p:nvSpPr>
        <p:spPr>
          <a:xfrm xmlns:a="http://schemas.openxmlformats.org/drawingml/2006/main">
            <a:off x="50863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7" name="diagram-226">
            <a:extLst xmlns:a="http://schemas.openxmlformats.org/drawingml/2006/main">
              <a:ext uri="{FF2B5EF4-FFF2-40B4-BE49-F238E27FC236}">
                <a16:creationId xmlns:a16="http://schemas.microsoft.com/office/drawing/2014/main" id="{3252619B-7146-4EA5-8147-615E3B997EF0}"/>
              </a:ext>
            </a:extLst>
          </p:cNvPr>
          <p:cNvSpPr>
            <a:spLocks xmlns:a="http://schemas.openxmlformats.org/drawingml/2006/main" noGrp="1"/>
          </p:cNvSpPr>
          <p:nvPr/>
        </p:nvSpPr>
        <p:spPr>
          <a:xfrm xmlns:a="http://schemas.openxmlformats.org/drawingml/2006/main">
            <a:off x="52292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8" name="diagram-227">
            <a:extLst xmlns:a="http://schemas.openxmlformats.org/drawingml/2006/main">
              <a:ext uri="{FF2B5EF4-FFF2-40B4-BE49-F238E27FC236}">
                <a16:creationId xmlns:a16="http://schemas.microsoft.com/office/drawing/2014/main" id="{A28555A9-3E88-48AA-A396-BC65A4DD30A4}"/>
              </a:ext>
            </a:extLst>
          </p:cNvPr>
          <p:cNvSpPr>
            <a:spLocks xmlns:a="http://schemas.openxmlformats.org/drawingml/2006/main" noGrp="1"/>
          </p:cNvSpPr>
          <p:nvPr/>
        </p:nvSpPr>
        <p:spPr>
          <a:xfrm xmlns:a="http://schemas.openxmlformats.org/drawingml/2006/main">
            <a:off x="53721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49" name="diagram-228">
            <a:extLst xmlns:a="http://schemas.openxmlformats.org/drawingml/2006/main">
              <a:ext uri="{FF2B5EF4-FFF2-40B4-BE49-F238E27FC236}">
                <a16:creationId xmlns:a16="http://schemas.microsoft.com/office/drawing/2014/main" id="{E4C0C278-7C9C-43B2-BD7D-785D1C749CA5}"/>
              </a:ext>
            </a:extLst>
          </p:cNvPr>
          <p:cNvSpPr>
            <a:spLocks xmlns:a="http://schemas.openxmlformats.org/drawingml/2006/main" noGrp="1"/>
          </p:cNvSpPr>
          <p:nvPr/>
        </p:nvSpPr>
        <p:spPr>
          <a:xfrm xmlns:a="http://schemas.openxmlformats.org/drawingml/2006/main">
            <a:off x="55149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0" name="diagram-229">
            <a:extLst xmlns:a="http://schemas.openxmlformats.org/drawingml/2006/main">
              <a:ext uri="{FF2B5EF4-FFF2-40B4-BE49-F238E27FC236}">
                <a16:creationId xmlns:a16="http://schemas.microsoft.com/office/drawing/2014/main" id="{A685071C-6FA2-48D8-ADDE-EB2B343C7614}"/>
              </a:ext>
            </a:extLst>
          </p:cNvPr>
          <p:cNvSpPr>
            <a:spLocks xmlns:a="http://schemas.openxmlformats.org/drawingml/2006/main" noGrp="1"/>
          </p:cNvSpPr>
          <p:nvPr/>
        </p:nvSpPr>
        <p:spPr>
          <a:xfrm xmlns:a="http://schemas.openxmlformats.org/drawingml/2006/main">
            <a:off x="56578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1" name="diagram-230">
            <a:extLst xmlns:a="http://schemas.openxmlformats.org/drawingml/2006/main">
              <a:ext uri="{FF2B5EF4-FFF2-40B4-BE49-F238E27FC236}">
                <a16:creationId xmlns:a16="http://schemas.microsoft.com/office/drawing/2014/main" id="{2FC13373-FE07-4989-88EA-D6CE70F4C271}"/>
              </a:ext>
            </a:extLst>
          </p:cNvPr>
          <p:cNvSpPr>
            <a:spLocks xmlns:a="http://schemas.openxmlformats.org/drawingml/2006/main" noGrp="1"/>
          </p:cNvSpPr>
          <p:nvPr/>
        </p:nvSpPr>
        <p:spPr>
          <a:xfrm xmlns:a="http://schemas.openxmlformats.org/drawingml/2006/main">
            <a:off x="58007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2" name="diagram-231">
            <a:extLst xmlns:a="http://schemas.openxmlformats.org/drawingml/2006/main">
              <a:ext uri="{FF2B5EF4-FFF2-40B4-BE49-F238E27FC236}">
                <a16:creationId xmlns:a16="http://schemas.microsoft.com/office/drawing/2014/main" id="{EA30037C-9776-481F-8F13-315D15CE1F41}"/>
              </a:ext>
            </a:extLst>
          </p:cNvPr>
          <p:cNvSpPr>
            <a:spLocks xmlns:a="http://schemas.openxmlformats.org/drawingml/2006/main" noGrp="1"/>
          </p:cNvSpPr>
          <p:nvPr/>
        </p:nvSpPr>
        <p:spPr>
          <a:xfrm xmlns:a="http://schemas.openxmlformats.org/drawingml/2006/main">
            <a:off x="594360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3" name="diagram-232">
            <a:extLst xmlns:a="http://schemas.openxmlformats.org/drawingml/2006/main">
              <a:ext uri="{FF2B5EF4-FFF2-40B4-BE49-F238E27FC236}">
                <a16:creationId xmlns:a16="http://schemas.microsoft.com/office/drawing/2014/main" id="{C0DD530C-C8F2-4516-9388-F8902386E0B4}"/>
              </a:ext>
            </a:extLst>
          </p:cNvPr>
          <p:cNvSpPr>
            <a:spLocks xmlns:a="http://schemas.openxmlformats.org/drawingml/2006/main" noGrp="1"/>
          </p:cNvSpPr>
          <p:nvPr/>
        </p:nvSpPr>
        <p:spPr>
          <a:xfrm xmlns:a="http://schemas.openxmlformats.org/drawingml/2006/main">
            <a:off x="608647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4" name="diagram-233">
            <a:extLst xmlns:a="http://schemas.openxmlformats.org/drawingml/2006/main">
              <a:ext uri="{FF2B5EF4-FFF2-40B4-BE49-F238E27FC236}">
                <a16:creationId xmlns:a16="http://schemas.microsoft.com/office/drawing/2014/main" id="{405A66EA-629E-4ED2-A7C3-0A3DF3F369BC}"/>
              </a:ext>
            </a:extLst>
          </p:cNvPr>
          <p:cNvSpPr>
            <a:spLocks xmlns:a="http://schemas.openxmlformats.org/drawingml/2006/main" noGrp="1"/>
          </p:cNvSpPr>
          <p:nvPr/>
        </p:nvSpPr>
        <p:spPr>
          <a:xfrm xmlns:a="http://schemas.openxmlformats.org/drawingml/2006/main">
            <a:off x="6229350"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5" name="diagram-234">
            <a:extLst xmlns:a="http://schemas.openxmlformats.org/drawingml/2006/main">
              <a:ext uri="{FF2B5EF4-FFF2-40B4-BE49-F238E27FC236}">
                <a16:creationId xmlns:a16="http://schemas.microsoft.com/office/drawing/2014/main" id="{7BE40696-5E25-41CA-83E6-A74822EFDF5B}"/>
              </a:ext>
            </a:extLst>
          </p:cNvPr>
          <p:cNvSpPr>
            <a:spLocks xmlns:a="http://schemas.openxmlformats.org/drawingml/2006/main" noGrp="1"/>
          </p:cNvSpPr>
          <p:nvPr/>
        </p:nvSpPr>
        <p:spPr>
          <a:xfrm xmlns:a="http://schemas.openxmlformats.org/drawingml/2006/main">
            <a:off x="6372225" y="3552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6" name="diagram-235">
            <a:extLst xmlns:a="http://schemas.openxmlformats.org/drawingml/2006/main">
              <a:ext uri="{FF2B5EF4-FFF2-40B4-BE49-F238E27FC236}">
                <a16:creationId xmlns:a16="http://schemas.microsoft.com/office/drawing/2014/main" id="{F30720CB-D8EA-4E1A-99D5-FD8C678F17FD}"/>
              </a:ext>
            </a:extLst>
          </p:cNvPr>
          <p:cNvSpPr>
            <a:spLocks xmlns:a="http://schemas.openxmlformats.org/drawingml/2006/main" noGrp="1"/>
          </p:cNvSpPr>
          <p:nvPr/>
        </p:nvSpPr>
        <p:spPr>
          <a:xfrm xmlns:a="http://schemas.openxmlformats.org/drawingml/2006/main">
            <a:off x="42291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7" name="diagram-236">
            <a:extLst xmlns:a="http://schemas.openxmlformats.org/drawingml/2006/main">
              <a:ext uri="{FF2B5EF4-FFF2-40B4-BE49-F238E27FC236}">
                <a16:creationId xmlns:a16="http://schemas.microsoft.com/office/drawing/2014/main" id="{60011603-357B-4B71-BDC7-A688AD2BDF88}"/>
              </a:ext>
            </a:extLst>
          </p:cNvPr>
          <p:cNvSpPr>
            <a:spLocks xmlns:a="http://schemas.openxmlformats.org/drawingml/2006/main" noGrp="1"/>
          </p:cNvSpPr>
          <p:nvPr/>
        </p:nvSpPr>
        <p:spPr>
          <a:xfrm xmlns:a="http://schemas.openxmlformats.org/drawingml/2006/main">
            <a:off x="43719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8" name="diagram-237">
            <a:extLst xmlns:a="http://schemas.openxmlformats.org/drawingml/2006/main">
              <a:ext uri="{FF2B5EF4-FFF2-40B4-BE49-F238E27FC236}">
                <a16:creationId xmlns:a16="http://schemas.microsoft.com/office/drawing/2014/main" id="{58F07A8C-A685-4F0E-B927-BAD5F08C1E83}"/>
              </a:ext>
            </a:extLst>
          </p:cNvPr>
          <p:cNvSpPr>
            <a:spLocks xmlns:a="http://schemas.openxmlformats.org/drawingml/2006/main" noGrp="1"/>
          </p:cNvSpPr>
          <p:nvPr/>
        </p:nvSpPr>
        <p:spPr>
          <a:xfrm xmlns:a="http://schemas.openxmlformats.org/drawingml/2006/main">
            <a:off x="45148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59" name="diagram-238">
            <a:extLst xmlns:a="http://schemas.openxmlformats.org/drawingml/2006/main">
              <a:ext uri="{FF2B5EF4-FFF2-40B4-BE49-F238E27FC236}">
                <a16:creationId xmlns:a16="http://schemas.microsoft.com/office/drawing/2014/main" id="{1E44E1E3-8CC2-465E-85FE-5E9D7CDAE322}"/>
              </a:ext>
            </a:extLst>
          </p:cNvPr>
          <p:cNvSpPr>
            <a:spLocks xmlns:a="http://schemas.openxmlformats.org/drawingml/2006/main" noGrp="1"/>
          </p:cNvSpPr>
          <p:nvPr/>
        </p:nvSpPr>
        <p:spPr>
          <a:xfrm xmlns:a="http://schemas.openxmlformats.org/drawingml/2006/main">
            <a:off x="46577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0" name="diagram-239">
            <a:extLst xmlns:a="http://schemas.openxmlformats.org/drawingml/2006/main">
              <a:ext uri="{FF2B5EF4-FFF2-40B4-BE49-F238E27FC236}">
                <a16:creationId xmlns:a16="http://schemas.microsoft.com/office/drawing/2014/main" id="{0F079FDD-7CCF-4158-B1D0-4B23C6E08FC2}"/>
              </a:ext>
            </a:extLst>
          </p:cNvPr>
          <p:cNvSpPr>
            <a:spLocks xmlns:a="http://schemas.openxmlformats.org/drawingml/2006/main" noGrp="1"/>
          </p:cNvSpPr>
          <p:nvPr/>
        </p:nvSpPr>
        <p:spPr>
          <a:xfrm xmlns:a="http://schemas.openxmlformats.org/drawingml/2006/main">
            <a:off x="48006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1" name="diagram-240">
            <a:extLst xmlns:a="http://schemas.openxmlformats.org/drawingml/2006/main">
              <a:ext uri="{FF2B5EF4-FFF2-40B4-BE49-F238E27FC236}">
                <a16:creationId xmlns:a16="http://schemas.microsoft.com/office/drawing/2014/main" id="{9DD334E2-DE4B-4F45-80A4-86C5BC729A17}"/>
              </a:ext>
            </a:extLst>
          </p:cNvPr>
          <p:cNvSpPr>
            <a:spLocks xmlns:a="http://schemas.openxmlformats.org/drawingml/2006/main" noGrp="1"/>
          </p:cNvSpPr>
          <p:nvPr/>
        </p:nvSpPr>
        <p:spPr>
          <a:xfrm xmlns:a="http://schemas.openxmlformats.org/drawingml/2006/main">
            <a:off x="49434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2" name="diagram-241">
            <a:extLst xmlns:a="http://schemas.openxmlformats.org/drawingml/2006/main">
              <a:ext uri="{FF2B5EF4-FFF2-40B4-BE49-F238E27FC236}">
                <a16:creationId xmlns:a16="http://schemas.microsoft.com/office/drawing/2014/main" id="{B787312C-FD0C-46CD-B455-F6511BD03B02}"/>
              </a:ext>
            </a:extLst>
          </p:cNvPr>
          <p:cNvSpPr>
            <a:spLocks xmlns:a="http://schemas.openxmlformats.org/drawingml/2006/main" noGrp="1"/>
          </p:cNvSpPr>
          <p:nvPr/>
        </p:nvSpPr>
        <p:spPr>
          <a:xfrm xmlns:a="http://schemas.openxmlformats.org/drawingml/2006/main">
            <a:off x="50863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3" name="diagram-242">
            <a:extLst xmlns:a="http://schemas.openxmlformats.org/drawingml/2006/main">
              <a:ext uri="{FF2B5EF4-FFF2-40B4-BE49-F238E27FC236}">
                <a16:creationId xmlns:a16="http://schemas.microsoft.com/office/drawing/2014/main" id="{734AFB06-4A97-48EA-B984-F51F5ED01C9F}"/>
              </a:ext>
            </a:extLst>
          </p:cNvPr>
          <p:cNvSpPr>
            <a:spLocks xmlns:a="http://schemas.openxmlformats.org/drawingml/2006/main" noGrp="1"/>
          </p:cNvSpPr>
          <p:nvPr/>
        </p:nvSpPr>
        <p:spPr>
          <a:xfrm xmlns:a="http://schemas.openxmlformats.org/drawingml/2006/main">
            <a:off x="52292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4" name="diagram-243">
            <a:extLst xmlns:a="http://schemas.openxmlformats.org/drawingml/2006/main">
              <a:ext uri="{FF2B5EF4-FFF2-40B4-BE49-F238E27FC236}">
                <a16:creationId xmlns:a16="http://schemas.microsoft.com/office/drawing/2014/main" id="{E66332E1-F1C1-46F5-8901-6414323E7B22}"/>
              </a:ext>
            </a:extLst>
          </p:cNvPr>
          <p:cNvSpPr>
            <a:spLocks xmlns:a="http://schemas.openxmlformats.org/drawingml/2006/main" noGrp="1"/>
          </p:cNvSpPr>
          <p:nvPr/>
        </p:nvSpPr>
        <p:spPr>
          <a:xfrm xmlns:a="http://schemas.openxmlformats.org/drawingml/2006/main">
            <a:off x="53721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5" name="diagram-244">
            <a:extLst xmlns:a="http://schemas.openxmlformats.org/drawingml/2006/main">
              <a:ext uri="{FF2B5EF4-FFF2-40B4-BE49-F238E27FC236}">
                <a16:creationId xmlns:a16="http://schemas.microsoft.com/office/drawing/2014/main" id="{05008C2C-E1AC-4EDC-9C78-C6FB022B435B}"/>
              </a:ext>
            </a:extLst>
          </p:cNvPr>
          <p:cNvSpPr>
            <a:spLocks xmlns:a="http://schemas.openxmlformats.org/drawingml/2006/main" noGrp="1"/>
          </p:cNvSpPr>
          <p:nvPr/>
        </p:nvSpPr>
        <p:spPr>
          <a:xfrm xmlns:a="http://schemas.openxmlformats.org/drawingml/2006/main">
            <a:off x="55149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6" name="diagram-245">
            <a:extLst xmlns:a="http://schemas.openxmlformats.org/drawingml/2006/main">
              <a:ext uri="{FF2B5EF4-FFF2-40B4-BE49-F238E27FC236}">
                <a16:creationId xmlns:a16="http://schemas.microsoft.com/office/drawing/2014/main" id="{7716D074-6C9E-4270-8632-DD5F18CC4EF6}"/>
              </a:ext>
            </a:extLst>
          </p:cNvPr>
          <p:cNvSpPr>
            <a:spLocks xmlns:a="http://schemas.openxmlformats.org/drawingml/2006/main" noGrp="1"/>
          </p:cNvSpPr>
          <p:nvPr/>
        </p:nvSpPr>
        <p:spPr>
          <a:xfrm xmlns:a="http://schemas.openxmlformats.org/drawingml/2006/main">
            <a:off x="56578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7" name="diagram-246">
            <a:extLst xmlns:a="http://schemas.openxmlformats.org/drawingml/2006/main">
              <a:ext uri="{FF2B5EF4-FFF2-40B4-BE49-F238E27FC236}">
                <a16:creationId xmlns:a16="http://schemas.microsoft.com/office/drawing/2014/main" id="{597BBF1B-AD5D-4DC6-AF07-C0755F3C3E43}"/>
              </a:ext>
            </a:extLst>
          </p:cNvPr>
          <p:cNvSpPr>
            <a:spLocks xmlns:a="http://schemas.openxmlformats.org/drawingml/2006/main" noGrp="1"/>
          </p:cNvSpPr>
          <p:nvPr/>
        </p:nvSpPr>
        <p:spPr>
          <a:xfrm xmlns:a="http://schemas.openxmlformats.org/drawingml/2006/main">
            <a:off x="58007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8" name="diagram-247">
            <a:extLst xmlns:a="http://schemas.openxmlformats.org/drawingml/2006/main">
              <a:ext uri="{FF2B5EF4-FFF2-40B4-BE49-F238E27FC236}">
                <a16:creationId xmlns:a16="http://schemas.microsoft.com/office/drawing/2014/main" id="{F0B900F5-7577-4F5B-8882-77E03F77FA54}"/>
              </a:ext>
            </a:extLst>
          </p:cNvPr>
          <p:cNvSpPr>
            <a:spLocks xmlns:a="http://schemas.openxmlformats.org/drawingml/2006/main" noGrp="1"/>
          </p:cNvSpPr>
          <p:nvPr/>
        </p:nvSpPr>
        <p:spPr>
          <a:xfrm xmlns:a="http://schemas.openxmlformats.org/drawingml/2006/main">
            <a:off x="594360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69" name="diagram-248">
            <a:extLst xmlns:a="http://schemas.openxmlformats.org/drawingml/2006/main">
              <a:ext uri="{FF2B5EF4-FFF2-40B4-BE49-F238E27FC236}">
                <a16:creationId xmlns:a16="http://schemas.microsoft.com/office/drawing/2014/main" id="{93AC5787-200A-405F-875E-540F7FB327CF}"/>
              </a:ext>
            </a:extLst>
          </p:cNvPr>
          <p:cNvSpPr>
            <a:spLocks xmlns:a="http://schemas.openxmlformats.org/drawingml/2006/main" noGrp="1"/>
          </p:cNvSpPr>
          <p:nvPr/>
        </p:nvSpPr>
        <p:spPr>
          <a:xfrm xmlns:a="http://schemas.openxmlformats.org/drawingml/2006/main">
            <a:off x="608647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0" name="diagram-249">
            <a:extLst xmlns:a="http://schemas.openxmlformats.org/drawingml/2006/main">
              <a:ext uri="{FF2B5EF4-FFF2-40B4-BE49-F238E27FC236}">
                <a16:creationId xmlns:a16="http://schemas.microsoft.com/office/drawing/2014/main" id="{5E3CAE08-F292-4754-A7ED-A96EBF515990}"/>
              </a:ext>
            </a:extLst>
          </p:cNvPr>
          <p:cNvSpPr>
            <a:spLocks xmlns:a="http://schemas.openxmlformats.org/drawingml/2006/main" noGrp="1"/>
          </p:cNvSpPr>
          <p:nvPr/>
        </p:nvSpPr>
        <p:spPr>
          <a:xfrm xmlns:a="http://schemas.openxmlformats.org/drawingml/2006/main">
            <a:off x="6229350"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1" name="diagram-250">
            <a:extLst xmlns:a="http://schemas.openxmlformats.org/drawingml/2006/main">
              <a:ext uri="{FF2B5EF4-FFF2-40B4-BE49-F238E27FC236}">
                <a16:creationId xmlns:a16="http://schemas.microsoft.com/office/drawing/2014/main" id="{DB401D74-7E11-4957-8AB7-D7D99B931FB9}"/>
              </a:ext>
            </a:extLst>
          </p:cNvPr>
          <p:cNvSpPr>
            <a:spLocks xmlns:a="http://schemas.openxmlformats.org/drawingml/2006/main" noGrp="1"/>
          </p:cNvSpPr>
          <p:nvPr/>
        </p:nvSpPr>
        <p:spPr>
          <a:xfrm xmlns:a="http://schemas.openxmlformats.org/drawingml/2006/main">
            <a:off x="6372225" y="3695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2" name="diagram-251">
            <a:extLst xmlns:a="http://schemas.openxmlformats.org/drawingml/2006/main">
              <a:ext uri="{FF2B5EF4-FFF2-40B4-BE49-F238E27FC236}">
                <a16:creationId xmlns:a16="http://schemas.microsoft.com/office/drawing/2014/main" id="{0ECAF450-FAE8-4DFB-8C2B-9665778ED5D1}"/>
              </a:ext>
            </a:extLst>
          </p:cNvPr>
          <p:cNvSpPr>
            <a:spLocks xmlns:a="http://schemas.openxmlformats.org/drawingml/2006/main" noGrp="1"/>
          </p:cNvSpPr>
          <p:nvPr/>
        </p:nvSpPr>
        <p:spPr>
          <a:xfrm xmlns:a="http://schemas.openxmlformats.org/drawingml/2006/main">
            <a:off x="42291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3" name="diagram-252">
            <a:extLst xmlns:a="http://schemas.openxmlformats.org/drawingml/2006/main">
              <a:ext uri="{FF2B5EF4-FFF2-40B4-BE49-F238E27FC236}">
                <a16:creationId xmlns:a16="http://schemas.microsoft.com/office/drawing/2014/main" id="{6B0C586D-73D7-47E7-A745-21F851F11D53}"/>
              </a:ext>
            </a:extLst>
          </p:cNvPr>
          <p:cNvSpPr>
            <a:spLocks xmlns:a="http://schemas.openxmlformats.org/drawingml/2006/main" noGrp="1"/>
          </p:cNvSpPr>
          <p:nvPr/>
        </p:nvSpPr>
        <p:spPr>
          <a:xfrm xmlns:a="http://schemas.openxmlformats.org/drawingml/2006/main">
            <a:off x="43719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4" name="diagram-253">
            <a:extLst xmlns:a="http://schemas.openxmlformats.org/drawingml/2006/main">
              <a:ext uri="{FF2B5EF4-FFF2-40B4-BE49-F238E27FC236}">
                <a16:creationId xmlns:a16="http://schemas.microsoft.com/office/drawing/2014/main" id="{8F02B71B-190D-481E-BE80-A90884CAA6DD}"/>
              </a:ext>
            </a:extLst>
          </p:cNvPr>
          <p:cNvSpPr>
            <a:spLocks xmlns:a="http://schemas.openxmlformats.org/drawingml/2006/main" noGrp="1"/>
          </p:cNvSpPr>
          <p:nvPr/>
        </p:nvSpPr>
        <p:spPr>
          <a:xfrm xmlns:a="http://schemas.openxmlformats.org/drawingml/2006/main">
            <a:off x="45148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5" name="diagram-254">
            <a:extLst xmlns:a="http://schemas.openxmlformats.org/drawingml/2006/main">
              <a:ext uri="{FF2B5EF4-FFF2-40B4-BE49-F238E27FC236}">
                <a16:creationId xmlns:a16="http://schemas.microsoft.com/office/drawing/2014/main" id="{C3FC4767-874F-42A9-B550-5E9CB3B47C4B}"/>
              </a:ext>
            </a:extLst>
          </p:cNvPr>
          <p:cNvSpPr>
            <a:spLocks xmlns:a="http://schemas.openxmlformats.org/drawingml/2006/main" noGrp="1"/>
          </p:cNvSpPr>
          <p:nvPr/>
        </p:nvSpPr>
        <p:spPr>
          <a:xfrm xmlns:a="http://schemas.openxmlformats.org/drawingml/2006/main">
            <a:off x="46577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6" name="diagram-255">
            <a:extLst xmlns:a="http://schemas.openxmlformats.org/drawingml/2006/main">
              <a:ext uri="{FF2B5EF4-FFF2-40B4-BE49-F238E27FC236}">
                <a16:creationId xmlns:a16="http://schemas.microsoft.com/office/drawing/2014/main" id="{1DFB0BFE-2895-47E9-AA24-AA7F01829A3D}"/>
              </a:ext>
            </a:extLst>
          </p:cNvPr>
          <p:cNvSpPr>
            <a:spLocks xmlns:a="http://schemas.openxmlformats.org/drawingml/2006/main" noGrp="1"/>
          </p:cNvSpPr>
          <p:nvPr/>
        </p:nvSpPr>
        <p:spPr>
          <a:xfrm xmlns:a="http://schemas.openxmlformats.org/drawingml/2006/main">
            <a:off x="48006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7" name="diagram-256">
            <a:extLst xmlns:a="http://schemas.openxmlformats.org/drawingml/2006/main">
              <a:ext uri="{FF2B5EF4-FFF2-40B4-BE49-F238E27FC236}">
                <a16:creationId xmlns:a16="http://schemas.microsoft.com/office/drawing/2014/main" id="{7696E3EF-EB2A-4C3C-9CE3-78DAA35800BE}"/>
              </a:ext>
            </a:extLst>
          </p:cNvPr>
          <p:cNvSpPr>
            <a:spLocks xmlns:a="http://schemas.openxmlformats.org/drawingml/2006/main" noGrp="1"/>
          </p:cNvSpPr>
          <p:nvPr/>
        </p:nvSpPr>
        <p:spPr>
          <a:xfrm xmlns:a="http://schemas.openxmlformats.org/drawingml/2006/main">
            <a:off x="49434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8" name="diagram-257">
            <a:extLst xmlns:a="http://schemas.openxmlformats.org/drawingml/2006/main">
              <a:ext uri="{FF2B5EF4-FFF2-40B4-BE49-F238E27FC236}">
                <a16:creationId xmlns:a16="http://schemas.microsoft.com/office/drawing/2014/main" id="{D996FF79-FCEF-4F41-9C86-459095532256}"/>
              </a:ext>
            </a:extLst>
          </p:cNvPr>
          <p:cNvSpPr>
            <a:spLocks xmlns:a="http://schemas.openxmlformats.org/drawingml/2006/main" noGrp="1"/>
          </p:cNvSpPr>
          <p:nvPr/>
        </p:nvSpPr>
        <p:spPr>
          <a:xfrm xmlns:a="http://schemas.openxmlformats.org/drawingml/2006/main">
            <a:off x="50863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79" name="diagram-258">
            <a:extLst xmlns:a="http://schemas.openxmlformats.org/drawingml/2006/main">
              <a:ext uri="{FF2B5EF4-FFF2-40B4-BE49-F238E27FC236}">
                <a16:creationId xmlns:a16="http://schemas.microsoft.com/office/drawing/2014/main" id="{7D87AE77-E0EE-4FBD-9560-874DD0384CC9}"/>
              </a:ext>
            </a:extLst>
          </p:cNvPr>
          <p:cNvSpPr>
            <a:spLocks xmlns:a="http://schemas.openxmlformats.org/drawingml/2006/main" noGrp="1"/>
          </p:cNvSpPr>
          <p:nvPr/>
        </p:nvSpPr>
        <p:spPr>
          <a:xfrm xmlns:a="http://schemas.openxmlformats.org/drawingml/2006/main">
            <a:off x="52292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0" name="diagram-259">
            <a:extLst xmlns:a="http://schemas.openxmlformats.org/drawingml/2006/main">
              <a:ext uri="{FF2B5EF4-FFF2-40B4-BE49-F238E27FC236}">
                <a16:creationId xmlns:a16="http://schemas.microsoft.com/office/drawing/2014/main" id="{40D3EFF1-71AF-413B-A042-1A37C6DB66F5}"/>
              </a:ext>
            </a:extLst>
          </p:cNvPr>
          <p:cNvSpPr>
            <a:spLocks xmlns:a="http://schemas.openxmlformats.org/drawingml/2006/main" noGrp="1"/>
          </p:cNvSpPr>
          <p:nvPr/>
        </p:nvSpPr>
        <p:spPr>
          <a:xfrm xmlns:a="http://schemas.openxmlformats.org/drawingml/2006/main">
            <a:off x="53721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1" name="diagram-260">
            <a:extLst xmlns:a="http://schemas.openxmlformats.org/drawingml/2006/main">
              <a:ext uri="{FF2B5EF4-FFF2-40B4-BE49-F238E27FC236}">
                <a16:creationId xmlns:a16="http://schemas.microsoft.com/office/drawing/2014/main" id="{65BC0EF7-C150-49A9-9376-39FD50A7B9BC}"/>
              </a:ext>
            </a:extLst>
          </p:cNvPr>
          <p:cNvSpPr>
            <a:spLocks xmlns:a="http://schemas.openxmlformats.org/drawingml/2006/main" noGrp="1"/>
          </p:cNvSpPr>
          <p:nvPr/>
        </p:nvSpPr>
        <p:spPr>
          <a:xfrm xmlns:a="http://schemas.openxmlformats.org/drawingml/2006/main">
            <a:off x="55149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2" name="diagram-261">
            <a:extLst xmlns:a="http://schemas.openxmlformats.org/drawingml/2006/main">
              <a:ext uri="{FF2B5EF4-FFF2-40B4-BE49-F238E27FC236}">
                <a16:creationId xmlns:a16="http://schemas.microsoft.com/office/drawing/2014/main" id="{E874A178-7541-4697-8BD0-375C2C3AC629}"/>
              </a:ext>
            </a:extLst>
          </p:cNvPr>
          <p:cNvSpPr>
            <a:spLocks xmlns:a="http://schemas.openxmlformats.org/drawingml/2006/main" noGrp="1"/>
          </p:cNvSpPr>
          <p:nvPr/>
        </p:nvSpPr>
        <p:spPr>
          <a:xfrm xmlns:a="http://schemas.openxmlformats.org/drawingml/2006/main">
            <a:off x="56578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3" name="diagram-262">
            <a:extLst xmlns:a="http://schemas.openxmlformats.org/drawingml/2006/main">
              <a:ext uri="{FF2B5EF4-FFF2-40B4-BE49-F238E27FC236}">
                <a16:creationId xmlns:a16="http://schemas.microsoft.com/office/drawing/2014/main" id="{A18D83BB-B089-43B7-A12A-E67F98138E16}"/>
              </a:ext>
            </a:extLst>
          </p:cNvPr>
          <p:cNvSpPr>
            <a:spLocks xmlns:a="http://schemas.openxmlformats.org/drawingml/2006/main" noGrp="1"/>
          </p:cNvSpPr>
          <p:nvPr/>
        </p:nvSpPr>
        <p:spPr>
          <a:xfrm xmlns:a="http://schemas.openxmlformats.org/drawingml/2006/main">
            <a:off x="58007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4" name="diagram-263">
            <a:extLst xmlns:a="http://schemas.openxmlformats.org/drawingml/2006/main">
              <a:ext uri="{FF2B5EF4-FFF2-40B4-BE49-F238E27FC236}">
                <a16:creationId xmlns:a16="http://schemas.microsoft.com/office/drawing/2014/main" id="{36133462-D099-4A47-AD01-BEB8D82D8F5F}"/>
              </a:ext>
            </a:extLst>
          </p:cNvPr>
          <p:cNvSpPr>
            <a:spLocks xmlns:a="http://schemas.openxmlformats.org/drawingml/2006/main" noGrp="1"/>
          </p:cNvSpPr>
          <p:nvPr/>
        </p:nvSpPr>
        <p:spPr>
          <a:xfrm xmlns:a="http://schemas.openxmlformats.org/drawingml/2006/main">
            <a:off x="594360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5" name="diagram-264">
            <a:extLst xmlns:a="http://schemas.openxmlformats.org/drawingml/2006/main">
              <a:ext uri="{FF2B5EF4-FFF2-40B4-BE49-F238E27FC236}">
                <a16:creationId xmlns:a16="http://schemas.microsoft.com/office/drawing/2014/main" id="{61A72218-4B0E-465D-B12D-31D6E3BD1C3B}"/>
              </a:ext>
            </a:extLst>
          </p:cNvPr>
          <p:cNvSpPr>
            <a:spLocks xmlns:a="http://schemas.openxmlformats.org/drawingml/2006/main" noGrp="1"/>
          </p:cNvSpPr>
          <p:nvPr/>
        </p:nvSpPr>
        <p:spPr>
          <a:xfrm xmlns:a="http://schemas.openxmlformats.org/drawingml/2006/main">
            <a:off x="608647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6" name="diagram-265">
            <a:extLst xmlns:a="http://schemas.openxmlformats.org/drawingml/2006/main">
              <a:ext uri="{FF2B5EF4-FFF2-40B4-BE49-F238E27FC236}">
                <a16:creationId xmlns:a16="http://schemas.microsoft.com/office/drawing/2014/main" id="{42EAE860-09AB-4C88-BDF2-D91AA6968F52}"/>
              </a:ext>
            </a:extLst>
          </p:cNvPr>
          <p:cNvSpPr>
            <a:spLocks xmlns:a="http://schemas.openxmlformats.org/drawingml/2006/main" noGrp="1"/>
          </p:cNvSpPr>
          <p:nvPr/>
        </p:nvSpPr>
        <p:spPr>
          <a:xfrm xmlns:a="http://schemas.openxmlformats.org/drawingml/2006/main">
            <a:off x="6229350"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7" name="diagram-266">
            <a:extLst xmlns:a="http://schemas.openxmlformats.org/drawingml/2006/main">
              <a:ext uri="{FF2B5EF4-FFF2-40B4-BE49-F238E27FC236}">
                <a16:creationId xmlns:a16="http://schemas.microsoft.com/office/drawing/2014/main" id="{7D34DC79-281E-4DA7-BF15-31651DF7BFCD}"/>
              </a:ext>
            </a:extLst>
          </p:cNvPr>
          <p:cNvSpPr>
            <a:spLocks xmlns:a="http://schemas.openxmlformats.org/drawingml/2006/main" noGrp="1"/>
          </p:cNvSpPr>
          <p:nvPr/>
        </p:nvSpPr>
        <p:spPr>
          <a:xfrm xmlns:a="http://schemas.openxmlformats.org/drawingml/2006/main">
            <a:off x="6372225" y="38385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8" name="diagram-267">
            <a:extLst xmlns:a="http://schemas.openxmlformats.org/drawingml/2006/main">
              <a:ext uri="{FF2B5EF4-FFF2-40B4-BE49-F238E27FC236}">
                <a16:creationId xmlns:a16="http://schemas.microsoft.com/office/drawing/2014/main" id="{CF900801-96CA-418D-9393-10EF61F9921A}"/>
              </a:ext>
            </a:extLst>
          </p:cNvPr>
          <p:cNvSpPr>
            <a:spLocks xmlns:a="http://schemas.openxmlformats.org/drawingml/2006/main" noGrp="1"/>
          </p:cNvSpPr>
          <p:nvPr/>
        </p:nvSpPr>
        <p:spPr>
          <a:xfrm xmlns:a="http://schemas.openxmlformats.org/drawingml/2006/main">
            <a:off x="42291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89" name="diagram-268">
            <a:extLst xmlns:a="http://schemas.openxmlformats.org/drawingml/2006/main">
              <a:ext uri="{FF2B5EF4-FFF2-40B4-BE49-F238E27FC236}">
                <a16:creationId xmlns:a16="http://schemas.microsoft.com/office/drawing/2014/main" id="{4BEC274C-A6A8-4B54-AFBB-D0A77404BB4E}"/>
              </a:ext>
            </a:extLst>
          </p:cNvPr>
          <p:cNvSpPr>
            <a:spLocks xmlns:a="http://schemas.openxmlformats.org/drawingml/2006/main" noGrp="1"/>
          </p:cNvSpPr>
          <p:nvPr/>
        </p:nvSpPr>
        <p:spPr>
          <a:xfrm xmlns:a="http://schemas.openxmlformats.org/drawingml/2006/main">
            <a:off x="43719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0" name="diagram-269">
            <a:extLst xmlns:a="http://schemas.openxmlformats.org/drawingml/2006/main">
              <a:ext uri="{FF2B5EF4-FFF2-40B4-BE49-F238E27FC236}">
                <a16:creationId xmlns:a16="http://schemas.microsoft.com/office/drawing/2014/main" id="{B267DE7E-930A-4A80-9F05-0D31E5074CA9}"/>
              </a:ext>
            </a:extLst>
          </p:cNvPr>
          <p:cNvSpPr>
            <a:spLocks xmlns:a="http://schemas.openxmlformats.org/drawingml/2006/main" noGrp="1"/>
          </p:cNvSpPr>
          <p:nvPr/>
        </p:nvSpPr>
        <p:spPr>
          <a:xfrm xmlns:a="http://schemas.openxmlformats.org/drawingml/2006/main">
            <a:off x="45148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1" name="diagram-270">
            <a:extLst xmlns:a="http://schemas.openxmlformats.org/drawingml/2006/main">
              <a:ext uri="{FF2B5EF4-FFF2-40B4-BE49-F238E27FC236}">
                <a16:creationId xmlns:a16="http://schemas.microsoft.com/office/drawing/2014/main" id="{F9854163-B3A9-416B-9EEC-412FAAE29631}"/>
              </a:ext>
            </a:extLst>
          </p:cNvPr>
          <p:cNvSpPr>
            <a:spLocks xmlns:a="http://schemas.openxmlformats.org/drawingml/2006/main" noGrp="1"/>
          </p:cNvSpPr>
          <p:nvPr/>
        </p:nvSpPr>
        <p:spPr>
          <a:xfrm xmlns:a="http://schemas.openxmlformats.org/drawingml/2006/main">
            <a:off x="46577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2" name="diagram-271">
            <a:extLst xmlns:a="http://schemas.openxmlformats.org/drawingml/2006/main">
              <a:ext uri="{FF2B5EF4-FFF2-40B4-BE49-F238E27FC236}">
                <a16:creationId xmlns:a16="http://schemas.microsoft.com/office/drawing/2014/main" id="{8CAB7F22-8724-459A-91D3-ED1EE815CD8E}"/>
              </a:ext>
            </a:extLst>
          </p:cNvPr>
          <p:cNvSpPr>
            <a:spLocks xmlns:a="http://schemas.openxmlformats.org/drawingml/2006/main" noGrp="1"/>
          </p:cNvSpPr>
          <p:nvPr/>
        </p:nvSpPr>
        <p:spPr>
          <a:xfrm xmlns:a="http://schemas.openxmlformats.org/drawingml/2006/main">
            <a:off x="48006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3" name="diagram-272">
            <a:extLst xmlns:a="http://schemas.openxmlformats.org/drawingml/2006/main">
              <a:ext uri="{FF2B5EF4-FFF2-40B4-BE49-F238E27FC236}">
                <a16:creationId xmlns:a16="http://schemas.microsoft.com/office/drawing/2014/main" id="{E9DD9917-49EB-48CB-A63D-3F155FC0AE6B}"/>
              </a:ext>
            </a:extLst>
          </p:cNvPr>
          <p:cNvSpPr>
            <a:spLocks xmlns:a="http://schemas.openxmlformats.org/drawingml/2006/main" noGrp="1"/>
          </p:cNvSpPr>
          <p:nvPr/>
        </p:nvSpPr>
        <p:spPr>
          <a:xfrm xmlns:a="http://schemas.openxmlformats.org/drawingml/2006/main">
            <a:off x="49434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4" name="diagram-273">
            <a:extLst xmlns:a="http://schemas.openxmlformats.org/drawingml/2006/main">
              <a:ext uri="{FF2B5EF4-FFF2-40B4-BE49-F238E27FC236}">
                <a16:creationId xmlns:a16="http://schemas.microsoft.com/office/drawing/2014/main" id="{19A309B2-A41C-4C84-88B3-24B65A96B2A8}"/>
              </a:ext>
            </a:extLst>
          </p:cNvPr>
          <p:cNvSpPr>
            <a:spLocks xmlns:a="http://schemas.openxmlformats.org/drawingml/2006/main" noGrp="1"/>
          </p:cNvSpPr>
          <p:nvPr/>
        </p:nvSpPr>
        <p:spPr>
          <a:xfrm xmlns:a="http://schemas.openxmlformats.org/drawingml/2006/main">
            <a:off x="50863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5" name="diagram-274">
            <a:extLst xmlns:a="http://schemas.openxmlformats.org/drawingml/2006/main">
              <a:ext uri="{FF2B5EF4-FFF2-40B4-BE49-F238E27FC236}">
                <a16:creationId xmlns:a16="http://schemas.microsoft.com/office/drawing/2014/main" id="{40EAA6B9-87D8-45E8-B024-45AC47839477}"/>
              </a:ext>
            </a:extLst>
          </p:cNvPr>
          <p:cNvSpPr>
            <a:spLocks xmlns:a="http://schemas.openxmlformats.org/drawingml/2006/main" noGrp="1"/>
          </p:cNvSpPr>
          <p:nvPr/>
        </p:nvSpPr>
        <p:spPr>
          <a:xfrm xmlns:a="http://schemas.openxmlformats.org/drawingml/2006/main">
            <a:off x="52292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6" name="diagram-275">
            <a:extLst xmlns:a="http://schemas.openxmlformats.org/drawingml/2006/main">
              <a:ext uri="{FF2B5EF4-FFF2-40B4-BE49-F238E27FC236}">
                <a16:creationId xmlns:a16="http://schemas.microsoft.com/office/drawing/2014/main" id="{E50D08E4-42DD-4175-9313-831E3FA19D68}"/>
              </a:ext>
            </a:extLst>
          </p:cNvPr>
          <p:cNvSpPr>
            <a:spLocks xmlns:a="http://schemas.openxmlformats.org/drawingml/2006/main" noGrp="1"/>
          </p:cNvSpPr>
          <p:nvPr/>
        </p:nvSpPr>
        <p:spPr>
          <a:xfrm xmlns:a="http://schemas.openxmlformats.org/drawingml/2006/main">
            <a:off x="53721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7" name="diagram-276">
            <a:extLst xmlns:a="http://schemas.openxmlformats.org/drawingml/2006/main">
              <a:ext uri="{FF2B5EF4-FFF2-40B4-BE49-F238E27FC236}">
                <a16:creationId xmlns:a16="http://schemas.microsoft.com/office/drawing/2014/main" id="{5848733A-027E-4B45-A5E5-7A367D98B797}"/>
              </a:ext>
            </a:extLst>
          </p:cNvPr>
          <p:cNvSpPr>
            <a:spLocks xmlns:a="http://schemas.openxmlformats.org/drawingml/2006/main" noGrp="1"/>
          </p:cNvSpPr>
          <p:nvPr/>
        </p:nvSpPr>
        <p:spPr>
          <a:xfrm xmlns:a="http://schemas.openxmlformats.org/drawingml/2006/main">
            <a:off x="55149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8" name="diagram-277">
            <a:extLst xmlns:a="http://schemas.openxmlformats.org/drawingml/2006/main">
              <a:ext uri="{FF2B5EF4-FFF2-40B4-BE49-F238E27FC236}">
                <a16:creationId xmlns:a16="http://schemas.microsoft.com/office/drawing/2014/main" id="{8DE9B7A6-578F-4597-952F-DA4186FEBBE3}"/>
              </a:ext>
            </a:extLst>
          </p:cNvPr>
          <p:cNvSpPr>
            <a:spLocks xmlns:a="http://schemas.openxmlformats.org/drawingml/2006/main" noGrp="1"/>
          </p:cNvSpPr>
          <p:nvPr/>
        </p:nvSpPr>
        <p:spPr>
          <a:xfrm xmlns:a="http://schemas.openxmlformats.org/drawingml/2006/main">
            <a:off x="56578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199" name="diagram-278">
            <a:extLst xmlns:a="http://schemas.openxmlformats.org/drawingml/2006/main">
              <a:ext uri="{FF2B5EF4-FFF2-40B4-BE49-F238E27FC236}">
                <a16:creationId xmlns:a16="http://schemas.microsoft.com/office/drawing/2014/main" id="{33FBBB4C-7808-4BE2-80A2-C1D687019551}"/>
              </a:ext>
            </a:extLst>
          </p:cNvPr>
          <p:cNvSpPr>
            <a:spLocks xmlns:a="http://schemas.openxmlformats.org/drawingml/2006/main" noGrp="1"/>
          </p:cNvSpPr>
          <p:nvPr/>
        </p:nvSpPr>
        <p:spPr>
          <a:xfrm xmlns:a="http://schemas.openxmlformats.org/drawingml/2006/main">
            <a:off x="58007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0" name="diagram-279">
            <a:extLst xmlns:a="http://schemas.openxmlformats.org/drawingml/2006/main">
              <a:ext uri="{FF2B5EF4-FFF2-40B4-BE49-F238E27FC236}">
                <a16:creationId xmlns:a16="http://schemas.microsoft.com/office/drawing/2014/main" id="{75632B93-A673-47AA-B04D-63BB1178EE44}"/>
              </a:ext>
            </a:extLst>
          </p:cNvPr>
          <p:cNvSpPr>
            <a:spLocks xmlns:a="http://schemas.openxmlformats.org/drawingml/2006/main" noGrp="1"/>
          </p:cNvSpPr>
          <p:nvPr/>
        </p:nvSpPr>
        <p:spPr>
          <a:xfrm xmlns:a="http://schemas.openxmlformats.org/drawingml/2006/main">
            <a:off x="594360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1" name="diagram-280">
            <a:extLst xmlns:a="http://schemas.openxmlformats.org/drawingml/2006/main">
              <a:ext uri="{FF2B5EF4-FFF2-40B4-BE49-F238E27FC236}">
                <a16:creationId xmlns:a16="http://schemas.microsoft.com/office/drawing/2014/main" id="{0A1D9D6A-6943-4A2E-9644-0156A151F4ED}"/>
              </a:ext>
            </a:extLst>
          </p:cNvPr>
          <p:cNvSpPr>
            <a:spLocks xmlns:a="http://schemas.openxmlformats.org/drawingml/2006/main" noGrp="1"/>
          </p:cNvSpPr>
          <p:nvPr/>
        </p:nvSpPr>
        <p:spPr>
          <a:xfrm xmlns:a="http://schemas.openxmlformats.org/drawingml/2006/main">
            <a:off x="608647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2" name="diagram-281">
            <a:extLst xmlns:a="http://schemas.openxmlformats.org/drawingml/2006/main">
              <a:ext uri="{FF2B5EF4-FFF2-40B4-BE49-F238E27FC236}">
                <a16:creationId xmlns:a16="http://schemas.microsoft.com/office/drawing/2014/main" id="{D5D9438D-7E57-4AC0-A8CD-7EC5AE8502A6}"/>
              </a:ext>
            </a:extLst>
          </p:cNvPr>
          <p:cNvSpPr>
            <a:spLocks xmlns:a="http://schemas.openxmlformats.org/drawingml/2006/main" noGrp="1"/>
          </p:cNvSpPr>
          <p:nvPr/>
        </p:nvSpPr>
        <p:spPr>
          <a:xfrm xmlns:a="http://schemas.openxmlformats.org/drawingml/2006/main">
            <a:off x="6229350"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3" name="diagram-282">
            <a:extLst xmlns:a="http://schemas.openxmlformats.org/drawingml/2006/main">
              <a:ext uri="{FF2B5EF4-FFF2-40B4-BE49-F238E27FC236}">
                <a16:creationId xmlns:a16="http://schemas.microsoft.com/office/drawing/2014/main" id="{E04BD0CD-863C-4F49-B10A-A7B6AFCEF4BF}"/>
              </a:ext>
            </a:extLst>
          </p:cNvPr>
          <p:cNvSpPr>
            <a:spLocks xmlns:a="http://schemas.openxmlformats.org/drawingml/2006/main" noGrp="1"/>
          </p:cNvSpPr>
          <p:nvPr/>
        </p:nvSpPr>
        <p:spPr>
          <a:xfrm xmlns:a="http://schemas.openxmlformats.org/drawingml/2006/main">
            <a:off x="6372225" y="39814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4" name="diagram-283">
            <a:extLst xmlns:a="http://schemas.openxmlformats.org/drawingml/2006/main">
              <a:ext uri="{FF2B5EF4-FFF2-40B4-BE49-F238E27FC236}">
                <a16:creationId xmlns:a16="http://schemas.microsoft.com/office/drawing/2014/main" id="{806E57AD-7E9C-46E9-87E0-D58D2FC430E8}"/>
              </a:ext>
            </a:extLst>
          </p:cNvPr>
          <p:cNvSpPr>
            <a:spLocks xmlns:a="http://schemas.openxmlformats.org/drawingml/2006/main" noGrp="1"/>
          </p:cNvSpPr>
          <p:nvPr/>
        </p:nvSpPr>
        <p:spPr>
          <a:xfrm xmlns:a="http://schemas.openxmlformats.org/drawingml/2006/main">
            <a:off x="42291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5" name="diagram-284">
            <a:extLst xmlns:a="http://schemas.openxmlformats.org/drawingml/2006/main">
              <a:ext uri="{FF2B5EF4-FFF2-40B4-BE49-F238E27FC236}">
                <a16:creationId xmlns:a16="http://schemas.microsoft.com/office/drawing/2014/main" id="{3FC8067D-C895-42B3-882A-799C94C9573B}"/>
              </a:ext>
            </a:extLst>
          </p:cNvPr>
          <p:cNvSpPr>
            <a:spLocks xmlns:a="http://schemas.openxmlformats.org/drawingml/2006/main" noGrp="1"/>
          </p:cNvSpPr>
          <p:nvPr/>
        </p:nvSpPr>
        <p:spPr>
          <a:xfrm xmlns:a="http://schemas.openxmlformats.org/drawingml/2006/main">
            <a:off x="43719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6" name="diagram-285">
            <a:extLst xmlns:a="http://schemas.openxmlformats.org/drawingml/2006/main">
              <a:ext uri="{FF2B5EF4-FFF2-40B4-BE49-F238E27FC236}">
                <a16:creationId xmlns:a16="http://schemas.microsoft.com/office/drawing/2014/main" id="{E304DAED-DDDA-4249-917E-214A7C2A6C77}"/>
              </a:ext>
            </a:extLst>
          </p:cNvPr>
          <p:cNvSpPr>
            <a:spLocks xmlns:a="http://schemas.openxmlformats.org/drawingml/2006/main" noGrp="1"/>
          </p:cNvSpPr>
          <p:nvPr/>
        </p:nvSpPr>
        <p:spPr>
          <a:xfrm xmlns:a="http://schemas.openxmlformats.org/drawingml/2006/main">
            <a:off x="45148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7" name="diagram-286">
            <a:extLst xmlns:a="http://schemas.openxmlformats.org/drawingml/2006/main">
              <a:ext uri="{FF2B5EF4-FFF2-40B4-BE49-F238E27FC236}">
                <a16:creationId xmlns:a16="http://schemas.microsoft.com/office/drawing/2014/main" id="{F6B5307F-295B-4246-AFB6-E94C408540CA}"/>
              </a:ext>
            </a:extLst>
          </p:cNvPr>
          <p:cNvSpPr>
            <a:spLocks xmlns:a="http://schemas.openxmlformats.org/drawingml/2006/main" noGrp="1"/>
          </p:cNvSpPr>
          <p:nvPr/>
        </p:nvSpPr>
        <p:spPr>
          <a:xfrm xmlns:a="http://schemas.openxmlformats.org/drawingml/2006/main">
            <a:off x="46577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8" name="diagram-287">
            <a:extLst xmlns:a="http://schemas.openxmlformats.org/drawingml/2006/main">
              <a:ext uri="{FF2B5EF4-FFF2-40B4-BE49-F238E27FC236}">
                <a16:creationId xmlns:a16="http://schemas.microsoft.com/office/drawing/2014/main" id="{6F6B724C-2250-4961-A12D-168DB5140964}"/>
              </a:ext>
            </a:extLst>
          </p:cNvPr>
          <p:cNvSpPr>
            <a:spLocks xmlns:a="http://schemas.openxmlformats.org/drawingml/2006/main" noGrp="1"/>
          </p:cNvSpPr>
          <p:nvPr/>
        </p:nvSpPr>
        <p:spPr>
          <a:xfrm xmlns:a="http://schemas.openxmlformats.org/drawingml/2006/main">
            <a:off x="48006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09" name="diagram-288">
            <a:extLst xmlns:a="http://schemas.openxmlformats.org/drawingml/2006/main">
              <a:ext uri="{FF2B5EF4-FFF2-40B4-BE49-F238E27FC236}">
                <a16:creationId xmlns:a16="http://schemas.microsoft.com/office/drawing/2014/main" id="{C9110CE0-9A0C-4B0B-BB37-0881E61FE6AD}"/>
              </a:ext>
            </a:extLst>
          </p:cNvPr>
          <p:cNvSpPr>
            <a:spLocks xmlns:a="http://schemas.openxmlformats.org/drawingml/2006/main" noGrp="1"/>
          </p:cNvSpPr>
          <p:nvPr/>
        </p:nvSpPr>
        <p:spPr>
          <a:xfrm xmlns:a="http://schemas.openxmlformats.org/drawingml/2006/main">
            <a:off x="49434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0" name="diagram-289">
            <a:extLst xmlns:a="http://schemas.openxmlformats.org/drawingml/2006/main">
              <a:ext uri="{FF2B5EF4-FFF2-40B4-BE49-F238E27FC236}">
                <a16:creationId xmlns:a16="http://schemas.microsoft.com/office/drawing/2014/main" id="{A8A64E6F-448B-40B2-819A-CC72DBF538EB}"/>
              </a:ext>
            </a:extLst>
          </p:cNvPr>
          <p:cNvSpPr>
            <a:spLocks xmlns:a="http://schemas.openxmlformats.org/drawingml/2006/main" noGrp="1"/>
          </p:cNvSpPr>
          <p:nvPr/>
        </p:nvSpPr>
        <p:spPr>
          <a:xfrm xmlns:a="http://schemas.openxmlformats.org/drawingml/2006/main">
            <a:off x="50863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1" name="diagram-290">
            <a:extLst xmlns:a="http://schemas.openxmlformats.org/drawingml/2006/main">
              <a:ext uri="{FF2B5EF4-FFF2-40B4-BE49-F238E27FC236}">
                <a16:creationId xmlns:a16="http://schemas.microsoft.com/office/drawing/2014/main" id="{46886806-5B51-4363-BA43-96B6A2979189}"/>
              </a:ext>
            </a:extLst>
          </p:cNvPr>
          <p:cNvSpPr>
            <a:spLocks xmlns:a="http://schemas.openxmlformats.org/drawingml/2006/main" noGrp="1"/>
          </p:cNvSpPr>
          <p:nvPr/>
        </p:nvSpPr>
        <p:spPr>
          <a:xfrm xmlns:a="http://schemas.openxmlformats.org/drawingml/2006/main">
            <a:off x="52292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2" name="diagram-291">
            <a:extLst xmlns:a="http://schemas.openxmlformats.org/drawingml/2006/main">
              <a:ext uri="{FF2B5EF4-FFF2-40B4-BE49-F238E27FC236}">
                <a16:creationId xmlns:a16="http://schemas.microsoft.com/office/drawing/2014/main" id="{144D9353-D9D7-4608-924C-730F57CA56B8}"/>
              </a:ext>
            </a:extLst>
          </p:cNvPr>
          <p:cNvSpPr>
            <a:spLocks xmlns:a="http://schemas.openxmlformats.org/drawingml/2006/main" noGrp="1"/>
          </p:cNvSpPr>
          <p:nvPr/>
        </p:nvSpPr>
        <p:spPr>
          <a:xfrm xmlns:a="http://schemas.openxmlformats.org/drawingml/2006/main">
            <a:off x="53721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3" name="diagram-292">
            <a:extLst xmlns:a="http://schemas.openxmlformats.org/drawingml/2006/main">
              <a:ext uri="{FF2B5EF4-FFF2-40B4-BE49-F238E27FC236}">
                <a16:creationId xmlns:a16="http://schemas.microsoft.com/office/drawing/2014/main" id="{E7D035D3-A71F-437D-BB51-19D591C78453}"/>
              </a:ext>
            </a:extLst>
          </p:cNvPr>
          <p:cNvSpPr>
            <a:spLocks xmlns:a="http://schemas.openxmlformats.org/drawingml/2006/main" noGrp="1"/>
          </p:cNvSpPr>
          <p:nvPr/>
        </p:nvSpPr>
        <p:spPr>
          <a:xfrm xmlns:a="http://schemas.openxmlformats.org/drawingml/2006/main">
            <a:off x="55149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4" name="diagram-293">
            <a:extLst xmlns:a="http://schemas.openxmlformats.org/drawingml/2006/main">
              <a:ext uri="{FF2B5EF4-FFF2-40B4-BE49-F238E27FC236}">
                <a16:creationId xmlns:a16="http://schemas.microsoft.com/office/drawing/2014/main" id="{F0579B73-0CF7-48E1-9E8A-329ADDEF71AD}"/>
              </a:ext>
            </a:extLst>
          </p:cNvPr>
          <p:cNvSpPr>
            <a:spLocks xmlns:a="http://schemas.openxmlformats.org/drawingml/2006/main" noGrp="1"/>
          </p:cNvSpPr>
          <p:nvPr/>
        </p:nvSpPr>
        <p:spPr>
          <a:xfrm xmlns:a="http://schemas.openxmlformats.org/drawingml/2006/main">
            <a:off x="56578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5" name="diagram-294">
            <a:extLst xmlns:a="http://schemas.openxmlformats.org/drawingml/2006/main">
              <a:ext uri="{FF2B5EF4-FFF2-40B4-BE49-F238E27FC236}">
                <a16:creationId xmlns:a16="http://schemas.microsoft.com/office/drawing/2014/main" id="{2EC09094-71BA-411E-AD8E-B82D0FE70483}"/>
              </a:ext>
            </a:extLst>
          </p:cNvPr>
          <p:cNvSpPr>
            <a:spLocks xmlns:a="http://schemas.openxmlformats.org/drawingml/2006/main" noGrp="1"/>
          </p:cNvSpPr>
          <p:nvPr/>
        </p:nvSpPr>
        <p:spPr>
          <a:xfrm xmlns:a="http://schemas.openxmlformats.org/drawingml/2006/main">
            <a:off x="58007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6" name="diagram-295">
            <a:extLst xmlns:a="http://schemas.openxmlformats.org/drawingml/2006/main">
              <a:ext uri="{FF2B5EF4-FFF2-40B4-BE49-F238E27FC236}">
                <a16:creationId xmlns:a16="http://schemas.microsoft.com/office/drawing/2014/main" id="{5050D483-0E23-4AA8-A1ED-E29378C78EEB}"/>
              </a:ext>
            </a:extLst>
          </p:cNvPr>
          <p:cNvSpPr>
            <a:spLocks xmlns:a="http://schemas.openxmlformats.org/drawingml/2006/main" noGrp="1"/>
          </p:cNvSpPr>
          <p:nvPr/>
        </p:nvSpPr>
        <p:spPr>
          <a:xfrm xmlns:a="http://schemas.openxmlformats.org/drawingml/2006/main">
            <a:off x="594360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7" name="diagram-296">
            <a:extLst xmlns:a="http://schemas.openxmlformats.org/drawingml/2006/main">
              <a:ext uri="{FF2B5EF4-FFF2-40B4-BE49-F238E27FC236}">
                <a16:creationId xmlns:a16="http://schemas.microsoft.com/office/drawing/2014/main" id="{11251B6E-8C91-40BA-A49D-3EB77B5AC051}"/>
              </a:ext>
            </a:extLst>
          </p:cNvPr>
          <p:cNvSpPr>
            <a:spLocks xmlns:a="http://schemas.openxmlformats.org/drawingml/2006/main" noGrp="1"/>
          </p:cNvSpPr>
          <p:nvPr/>
        </p:nvSpPr>
        <p:spPr>
          <a:xfrm xmlns:a="http://schemas.openxmlformats.org/drawingml/2006/main">
            <a:off x="608647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8" name="diagram-297">
            <a:extLst xmlns:a="http://schemas.openxmlformats.org/drawingml/2006/main">
              <a:ext uri="{FF2B5EF4-FFF2-40B4-BE49-F238E27FC236}">
                <a16:creationId xmlns:a16="http://schemas.microsoft.com/office/drawing/2014/main" id="{55331B62-A3AE-4902-B5F8-BEC2A53CA696}"/>
              </a:ext>
            </a:extLst>
          </p:cNvPr>
          <p:cNvSpPr>
            <a:spLocks xmlns:a="http://schemas.openxmlformats.org/drawingml/2006/main" noGrp="1"/>
          </p:cNvSpPr>
          <p:nvPr/>
        </p:nvSpPr>
        <p:spPr>
          <a:xfrm xmlns:a="http://schemas.openxmlformats.org/drawingml/2006/main">
            <a:off x="6229350"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19" name="diagram-298">
            <a:extLst xmlns:a="http://schemas.openxmlformats.org/drawingml/2006/main">
              <a:ext uri="{FF2B5EF4-FFF2-40B4-BE49-F238E27FC236}">
                <a16:creationId xmlns:a16="http://schemas.microsoft.com/office/drawing/2014/main" id="{3579EF56-6221-4F1A-8D24-1D1B5CF4ED59}"/>
              </a:ext>
            </a:extLst>
          </p:cNvPr>
          <p:cNvSpPr>
            <a:spLocks xmlns:a="http://schemas.openxmlformats.org/drawingml/2006/main" noGrp="1"/>
          </p:cNvSpPr>
          <p:nvPr/>
        </p:nvSpPr>
        <p:spPr>
          <a:xfrm xmlns:a="http://schemas.openxmlformats.org/drawingml/2006/main">
            <a:off x="6372225" y="41243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0" name="diagram-299">
            <a:extLst xmlns:a="http://schemas.openxmlformats.org/drawingml/2006/main">
              <a:ext uri="{FF2B5EF4-FFF2-40B4-BE49-F238E27FC236}">
                <a16:creationId xmlns:a16="http://schemas.microsoft.com/office/drawing/2014/main" id="{7C4A5C95-D081-4734-B14A-0DEE016FECC2}"/>
              </a:ext>
            </a:extLst>
          </p:cNvPr>
          <p:cNvSpPr>
            <a:spLocks xmlns:a="http://schemas.openxmlformats.org/drawingml/2006/main" noGrp="1"/>
          </p:cNvSpPr>
          <p:nvPr/>
        </p:nvSpPr>
        <p:spPr>
          <a:xfrm xmlns:a="http://schemas.openxmlformats.org/drawingml/2006/main">
            <a:off x="42291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1" name="diagram-300">
            <a:extLst xmlns:a="http://schemas.openxmlformats.org/drawingml/2006/main">
              <a:ext uri="{FF2B5EF4-FFF2-40B4-BE49-F238E27FC236}">
                <a16:creationId xmlns:a16="http://schemas.microsoft.com/office/drawing/2014/main" id="{62EE5156-B362-40B0-82F3-1EE78BAC6C47}"/>
              </a:ext>
            </a:extLst>
          </p:cNvPr>
          <p:cNvSpPr>
            <a:spLocks xmlns:a="http://schemas.openxmlformats.org/drawingml/2006/main" noGrp="1"/>
          </p:cNvSpPr>
          <p:nvPr/>
        </p:nvSpPr>
        <p:spPr>
          <a:xfrm xmlns:a="http://schemas.openxmlformats.org/drawingml/2006/main">
            <a:off x="43719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2" name="diagram-301">
            <a:extLst xmlns:a="http://schemas.openxmlformats.org/drawingml/2006/main">
              <a:ext uri="{FF2B5EF4-FFF2-40B4-BE49-F238E27FC236}">
                <a16:creationId xmlns:a16="http://schemas.microsoft.com/office/drawing/2014/main" id="{179A19B5-9449-411C-ACB6-D1282AE5C953}"/>
              </a:ext>
            </a:extLst>
          </p:cNvPr>
          <p:cNvSpPr>
            <a:spLocks xmlns:a="http://schemas.openxmlformats.org/drawingml/2006/main" noGrp="1"/>
          </p:cNvSpPr>
          <p:nvPr/>
        </p:nvSpPr>
        <p:spPr>
          <a:xfrm xmlns:a="http://schemas.openxmlformats.org/drawingml/2006/main">
            <a:off x="45148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3" name="diagram-302">
            <a:extLst xmlns:a="http://schemas.openxmlformats.org/drawingml/2006/main">
              <a:ext uri="{FF2B5EF4-FFF2-40B4-BE49-F238E27FC236}">
                <a16:creationId xmlns:a16="http://schemas.microsoft.com/office/drawing/2014/main" id="{08A7A68F-8556-4D89-B1B0-B38440540A0F}"/>
              </a:ext>
            </a:extLst>
          </p:cNvPr>
          <p:cNvSpPr>
            <a:spLocks xmlns:a="http://schemas.openxmlformats.org/drawingml/2006/main" noGrp="1"/>
          </p:cNvSpPr>
          <p:nvPr/>
        </p:nvSpPr>
        <p:spPr>
          <a:xfrm xmlns:a="http://schemas.openxmlformats.org/drawingml/2006/main">
            <a:off x="46577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4" name="diagram-303">
            <a:extLst xmlns:a="http://schemas.openxmlformats.org/drawingml/2006/main">
              <a:ext uri="{FF2B5EF4-FFF2-40B4-BE49-F238E27FC236}">
                <a16:creationId xmlns:a16="http://schemas.microsoft.com/office/drawing/2014/main" id="{23B6422D-7E57-412F-B71C-A2A9F78C9C8E}"/>
              </a:ext>
            </a:extLst>
          </p:cNvPr>
          <p:cNvSpPr>
            <a:spLocks xmlns:a="http://schemas.openxmlformats.org/drawingml/2006/main" noGrp="1"/>
          </p:cNvSpPr>
          <p:nvPr/>
        </p:nvSpPr>
        <p:spPr>
          <a:xfrm xmlns:a="http://schemas.openxmlformats.org/drawingml/2006/main">
            <a:off x="48006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5" name="diagram-304">
            <a:extLst xmlns:a="http://schemas.openxmlformats.org/drawingml/2006/main">
              <a:ext uri="{FF2B5EF4-FFF2-40B4-BE49-F238E27FC236}">
                <a16:creationId xmlns:a16="http://schemas.microsoft.com/office/drawing/2014/main" id="{EBA57E3E-FA0D-482B-9324-4B444197D057}"/>
              </a:ext>
            </a:extLst>
          </p:cNvPr>
          <p:cNvSpPr>
            <a:spLocks xmlns:a="http://schemas.openxmlformats.org/drawingml/2006/main" noGrp="1"/>
          </p:cNvSpPr>
          <p:nvPr/>
        </p:nvSpPr>
        <p:spPr>
          <a:xfrm xmlns:a="http://schemas.openxmlformats.org/drawingml/2006/main">
            <a:off x="49434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6" name="diagram-305">
            <a:extLst xmlns:a="http://schemas.openxmlformats.org/drawingml/2006/main">
              <a:ext uri="{FF2B5EF4-FFF2-40B4-BE49-F238E27FC236}">
                <a16:creationId xmlns:a16="http://schemas.microsoft.com/office/drawing/2014/main" id="{6E751D93-44A6-4591-81EB-F7245D4E3DB3}"/>
              </a:ext>
            </a:extLst>
          </p:cNvPr>
          <p:cNvSpPr>
            <a:spLocks xmlns:a="http://schemas.openxmlformats.org/drawingml/2006/main" noGrp="1"/>
          </p:cNvSpPr>
          <p:nvPr/>
        </p:nvSpPr>
        <p:spPr>
          <a:xfrm xmlns:a="http://schemas.openxmlformats.org/drawingml/2006/main">
            <a:off x="50863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7" name="diagram-306">
            <a:extLst xmlns:a="http://schemas.openxmlformats.org/drawingml/2006/main">
              <a:ext uri="{FF2B5EF4-FFF2-40B4-BE49-F238E27FC236}">
                <a16:creationId xmlns:a16="http://schemas.microsoft.com/office/drawing/2014/main" id="{1657A874-E05C-498A-9747-773D805C1F0B}"/>
              </a:ext>
            </a:extLst>
          </p:cNvPr>
          <p:cNvSpPr>
            <a:spLocks xmlns:a="http://schemas.openxmlformats.org/drawingml/2006/main" noGrp="1"/>
          </p:cNvSpPr>
          <p:nvPr/>
        </p:nvSpPr>
        <p:spPr>
          <a:xfrm xmlns:a="http://schemas.openxmlformats.org/drawingml/2006/main">
            <a:off x="52292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8" name="diagram-307">
            <a:extLst xmlns:a="http://schemas.openxmlformats.org/drawingml/2006/main">
              <a:ext uri="{FF2B5EF4-FFF2-40B4-BE49-F238E27FC236}">
                <a16:creationId xmlns:a16="http://schemas.microsoft.com/office/drawing/2014/main" id="{F2FEEA68-9C8D-4A66-8508-72BD3B9A7877}"/>
              </a:ext>
            </a:extLst>
          </p:cNvPr>
          <p:cNvSpPr>
            <a:spLocks xmlns:a="http://schemas.openxmlformats.org/drawingml/2006/main" noGrp="1"/>
          </p:cNvSpPr>
          <p:nvPr/>
        </p:nvSpPr>
        <p:spPr>
          <a:xfrm xmlns:a="http://schemas.openxmlformats.org/drawingml/2006/main">
            <a:off x="53721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29" name="diagram-308">
            <a:extLst xmlns:a="http://schemas.openxmlformats.org/drawingml/2006/main">
              <a:ext uri="{FF2B5EF4-FFF2-40B4-BE49-F238E27FC236}">
                <a16:creationId xmlns:a16="http://schemas.microsoft.com/office/drawing/2014/main" id="{BE96666D-B839-448E-8965-7B6FFEE15F1B}"/>
              </a:ext>
            </a:extLst>
          </p:cNvPr>
          <p:cNvSpPr>
            <a:spLocks xmlns:a="http://schemas.openxmlformats.org/drawingml/2006/main" noGrp="1"/>
          </p:cNvSpPr>
          <p:nvPr/>
        </p:nvSpPr>
        <p:spPr>
          <a:xfrm xmlns:a="http://schemas.openxmlformats.org/drawingml/2006/main">
            <a:off x="55149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0" name="diagram-309">
            <a:extLst xmlns:a="http://schemas.openxmlformats.org/drawingml/2006/main">
              <a:ext uri="{FF2B5EF4-FFF2-40B4-BE49-F238E27FC236}">
                <a16:creationId xmlns:a16="http://schemas.microsoft.com/office/drawing/2014/main" id="{03E05249-416F-4E15-917B-405108A2BF51}"/>
              </a:ext>
            </a:extLst>
          </p:cNvPr>
          <p:cNvSpPr>
            <a:spLocks xmlns:a="http://schemas.openxmlformats.org/drawingml/2006/main" noGrp="1"/>
          </p:cNvSpPr>
          <p:nvPr/>
        </p:nvSpPr>
        <p:spPr>
          <a:xfrm xmlns:a="http://schemas.openxmlformats.org/drawingml/2006/main">
            <a:off x="56578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1" name="diagram-310">
            <a:extLst xmlns:a="http://schemas.openxmlformats.org/drawingml/2006/main">
              <a:ext uri="{FF2B5EF4-FFF2-40B4-BE49-F238E27FC236}">
                <a16:creationId xmlns:a16="http://schemas.microsoft.com/office/drawing/2014/main" id="{78B39FFB-1333-47A1-ADF4-208D621F0B2D}"/>
              </a:ext>
            </a:extLst>
          </p:cNvPr>
          <p:cNvSpPr>
            <a:spLocks xmlns:a="http://schemas.openxmlformats.org/drawingml/2006/main" noGrp="1"/>
          </p:cNvSpPr>
          <p:nvPr/>
        </p:nvSpPr>
        <p:spPr>
          <a:xfrm xmlns:a="http://schemas.openxmlformats.org/drawingml/2006/main">
            <a:off x="58007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2" name="diagram-311">
            <a:extLst xmlns:a="http://schemas.openxmlformats.org/drawingml/2006/main">
              <a:ext uri="{FF2B5EF4-FFF2-40B4-BE49-F238E27FC236}">
                <a16:creationId xmlns:a16="http://schemas.microsoft.com/office/drawing/2014/main" id="{62AC7372-5156-4B20-A394-6E8294DA10AF}"/>
              </a:ext>
            </a:extLst>
          </p:cNvPr>
          <p:cNvSpPr>
            <a:spLocks xmlns:a="http://schemas.openxmlformats.org/drawingml/2006/main" noGrp="1"/>
          </p:cNvSpPr>
          <p:nvPr/>
        </p:nvSpPr>
        <p:spPr>
          <a:xfrm xmlns:a="http://schemas.openxmlformats.org/drawingml/2006/main">
            <a:off x="594360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3" name="diagram-312">
            <a:extLst xmlns:a="http://schemas.openxmlformats.org/drawingml/2006/main">
              <a:ext uri="{FF2B5EF4-FFF2-40B4-BE49-F238E27FC236}">
                <a16:creationId xmlns:a16="http://schemas.microsoft.com/office/drawing/2014/main" id="{2F9E5F09-594F-4690-A231-BCFCD14B8FB1}"/>
              </a:ext>
            </a:extLst>
          </p:cNvPr>
          <p:cNvSpPr>
            <a:spLocks xmlns:a="http://schemas.openxmlformats.org/drawingml/2006/main" noGrp="1"/>
          </p:cNvSpPr>
          <p:nvPr/>
        </p:nvSpPr>
        <p:spPr>
          <a:xfrm xmlns:a="http://schemas.openxmlformats.org/drawingml/2006/main">
            <a:off x="608647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4" name="diagram-313">
            <a:extLst xmlns:a="http://schemas.openxmlformats.org/drawingml/2006/main">
              <a:ext uri="{FF2B5EF4-FFF2-40B4-BE49-F238E27FC236}">
                <a16:creationId xmlns:a16="http://schemas.microsoft.com/office/drawing/2014/main" id="{F5392C20-5C9C-4311-9DB8-247D07C240F5}"/>
              </a:ext>
            </a:extLst>
          </p:cNvPr>
          <p:cNvSpPr>
            <a:spLocks xmlns:a="http://schemas.openxmlformats.org/drawingml/2006/main" noGrp="1"/>
          </p:cNvSpPr>
          <p:nvPr/>
        </p:nvSpPr>
        <p:spPr>
          <a:xfrm xmlns:a="http://schemas.openxmlformats.org/drawingml/2006/main">
            <a:off x="6229350"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5" name="diagram-314">
            <a:extLst xmlns:a="http://schemas.openxmlformats.org/drawingml/2006/main">
              <a:ext uri="{FF2B5EF4-FFF2-40B4-BE49-F238E27FC236}">
                <a16:creationId xmlns:a16="http://schemas.microsoft.com/office/drawing/2014/main" id="{68121E47-BEE3-464A-9DBE-C1ABCB3EA17B}"/>
              </a:ext>
            </a:extLst>
          </p:cNvPr>
          <p:cNvSpPr>
            <a:spLocks xmlns:a="http://schemas.openxmlformats.org/drawingml/2006/main" noGrp="1"/>
          </p:cNvSpPr>
          <p:nvPr/>
        </p:nvSpPr>
        <p:spPr>
          <a:xfrm xmlns:a="http://schemas.openxmlformats.org/drawingml/2006/main">
            <a:off x="6372225" y="42672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6" name="diagram-315">
            <a:extLst xmlns:a="http://schemas.openxmlformats.org/drawingml/2006/main">
              <a:ext uri="{FF2B5EF4-FFF2-40B4-BE49-F238E27FC236}">
                <a16:creationId xmlns:a16="http://schemas.microsoft.com/office/drawing/2014/main" id="{0F4F947C-7C9E-455A-925A-A0E481AE216E}"/>
              </a:ext>
            </a:extLst>
          </p:cNvPr>
          <p:cNvSpPr>
            <a:spLocks xmlns:a="http://schemas.openxmlformats.org/drawingml/2006/main" noGrp="1"/>
          </p:cNvSpPr>
          <p:nvPr/>
        </p:nvSpPr>
        <p:spPr>
          <a:xfrm xmlns:a="http://schemas.openxmlformats.org/drawingml/2006/main">
            <a:off x="42291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7" name="diagram-316">
            <a:extLst xmlns:a="http://schemas.openxmlformats.org/drawingml/2006/main">
              <a:ext uri="{FF2B5EF4-FFF2-40B4-BE49-F238E27FC236}">
                <a16:creationId xmlns:a16="http://schemas.microsoft.com/office/drawing/2014/main" id="{59EE5942-30FB-413E-89B5-E870CD3332B9}"/>
              </a:ext>
            </a:extLst>
          </p:cNvPr>
          <p:cNvSpPr>
            <a:spLocks xmlns:a="http://schemas.openxmlformats.org/drawingml/2006/main" noGrp="1"/>
          </p:cNvSpPr>
          <p:nvPr/>
        </p:nvSpPr>
        <p:spPr>
          <a:xfrm xmlns:a="http://schemas.openxmlformats.org/drawingml/2006/main">
            <a:off x="43719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8" name="diagram-317">
            <a:extLst xmlns:a="http://schemas.openxmlformats.org/drawingml/2006/main">
              <a:ext uri="{FF2B5EF4-FFF2-40B4-BE49-F238E27FC236}">
                <a16:creationId xmlns:a16="http://schemas.microsoft.com/office/drawing/2014/main" id="{9B941FD2-F294-4B6E-85B0-3BB65B621473}"/>
              </a:ext>
            </a:extLst>
          </p:cNvPr>
          <p:cNvSpPr>
            <a:spLocks xmlns:a="http://schemas.openxmlformats.org/drawingml/2006/main" noGrp="1"/>
          </p:cNvSpPr>
          <p:nvPr/>
        </p:nvSpPr>
        <p:spPr>
          <a:xfrm xmlns:a="http://schemas.openxmlformats.org/drawingml/2006/main">
            <a:off x="45148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39" name="diagram-318">
            <a:extLst xmlns:a="http://schemas.openxmlformats.org/drawingml/2006/main">
              <a:ext uri="{FF2B5EF4-FFF2-40B4-BE49-F238E27FC236}">
                <a16:creationId xmlns:a16="http://schemas.microsoft.com/office/drawing/2014/main" id="{B231A95B-C5A4-4155-AE45-4A716B3B6293}"/>
              </a:ext>
            </a:extLst>
          </p:cNvPr>
          <p:cNvSpPr>
            <a:spLocks xmlns:a="http://schemas.openxmlformats.org/drawingml/2006/main" noGrp="1"/>
          </p:cNvSpPr>
          <p:nvPr/>
        </p:nvSpPr>
        <p:spPr>
          <a:xfrm xmlns:a="http://schemas.openxmlformats.org/drawingml/2006/main">
            <a:off x="46577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0" name="diagram-319">
            <a:extLst xmlns:a="http://schemas.openxmlformats.org/drawingml/2006/main">
              <a:ext uri="{FF2B5EF4-FFF2-40B4-BE49-F238E27FC236}">
                <a16:creationId xmlns:a16="http://schemas.microsoft.com/office/drawing/2014/main" id="{5DCC55C0-8391-4EA9-8DCB-C79C1B60F7E7}"/>
              </a:ext>
            </a:extLst>
          </p:cNvPr>
          <p:cNvSpPr>
            <a:spLocks xmlns:a="http://schemas.openxmlformats.org/drawingml/2006/main" noGrp="1"/>
          </p:cNvSpPr>
          <p:nvPr/>
        </p:nvSpPr>
        <p:spPr>
          <a:xfrm xmlns:a="http://schemas.openxmlformats.org/drawingml/2006/main">
            <a:off x="48006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1" name="diagram-320">
            <a:extLst xmlns:a="http://schemas.openxmlformats.org/drawingml/2006/main">
              <a:ext uri="{FF2B5EF4-FFF2-40B4-BE49-F238E27FC236}">
                <a16:creationId xmlns:a16="http://schemas.microsoft.com/office/drawing/2014/main" id="{CCB346B0-3524-487D-B942-EBD8B53CE89E}"/>
              </a:ext>
            </a:extLst>
          </p:cNvPr>
          <p:cNvSpPr>
            <a:spLocks xmlns:a="http://schemas.openxmlformats.org/drawingml/2006/main" noGrp="1"/>
          </p:cNvSpPr>
          <p:nvPr/>
        </p:nvSpPr>
        <p:spPr>
          <a:xfrm xmlns:a="http://schemas.openxmlformats.org/drawingml/2006/main">
            <a:off x="49434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2" name="diagram-321">
            <a:extLst xmlns:a="http://schemas.openxmlformats.org/drawingml/2006/main">
              <a:ext uri="{FF2B5EF4-FFF2-40B4-BE49-F238E27FC236}">
                <a16:creationId xmlns:a16="http://schemas.microsoft.com/office/drawing/2014/main" id="{9B498DE5-B364-49BF-974F-9AC46C13D1D3}"/>
              </a:ext>
            </a:extLst>
          </p:cNvPr>
          <p:cNvSpPr>
            <a:spLocks xmlns:a="http://schemas.openxmlformats.org/drawingml/2006/main" noGrp="1"/>
          </p:cNvSpPr>
          <p:nvPr/>
        </p:nvSpPr>
        <p:spPr>
          <a:xfrm xmlns:a="http://schemas.openxmlformats.org/drawingml/2006/main">
            <a:off x="50863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3" name="diagram-322">
            <a:extLst xmlns:a="http://schemas.openxmlformats.org/drawingml/2006/main">
              <a:ext uri="{FF2B5EF4-FFF2-40B4-BE49-F238E27FC236}">
                <a16:creationId xmlns:a16="http://schemas.microsoft.com/office/drawing/2014/main" id="{483FF5E0-1BE4-4E37-9E4D-3B85C7E046C2}"/>
              </a:ext>
            </a:extLst>
          </p:cNvPr>
          <p:cNvSpPr>
            <a:spLocks xmlns:a="http://schemas.openxmlformats.org/drawingml/2006/main" noGrp="1"/>
          </p:cNvSpPr>
          <p:nvPr/>
        </p:nvSpPr>
        <p:spPr>
          <a:xfrm xmlns:a="http://schemas.openxmlformats.org/drawingml/2006/main">
            <a:off x="52292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4" name="diagram-323">
            <a:extLst xmlns:a="http://schemas.openxmlformats.org/drawingml/2006/main">
              <a:ext uri="{FF2B5EF4-FFF2-40B4-BE49-F238E27FC236}">
                <a16:creationId xmlns:a16="http://schemas.microsoft.com/office/drawing/2014/main" id="{5B4AD87B-E436-421D-8E6E-388750EDC2AC}"/>
              </a:ext>
            </a:extLst>
          </p:cNvPr>
          <p:cNvSpPr>
            <a:spLocks xmlns:a="http://schemas.openxmlformats.org/drawingml/2006/main" noGrp="1"/>
          </p:cNvSpPr>
          <p:nvPr/>
        </p:nvSpPr>
        <p:spPr>
          <a:xfrm xmlns:a="http://schemas.openxmlformats.org/drawingml/2006/main">
            <a:off x="53721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5" name="diagram-324">
            <a:extLst xmlns:a="http://schemas.openxmlformats.org/drawingml/2006/main">
              <a:ext uri="{FF2B5EF4-FFF2-40B4-BE49-F238E27FC236}">
                <a16:creationId xmlns:a16="http://schemas.microsoft.com/office/drawing/2014/main" id="{A9945FB7-6054-4A0B-BA68-EDB1E3DD95FD}"/>
              </a:ext>
            </a:extLst>
          </p:cNvPr>
          <p:cNvSpPr>
            <a:spLocks xmlns:a="http://schemas.openxmlformats.org/drawingml/2006/main" noGrp="1"/>
          </p:cNvSpPr>
          <p:nvPr/>
        </p:nvSpPr>
        <p:spPr>
          <a:xfrm xmlns:a="http://schemas.openxmlformats.org/drawingml/2006/main">
            <a:off x="55149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6" name="diagram-325">
            <a:extLst xmlns:a="http://schemas.openxmlformats.org/drawingml/2006/main">
              <a:ext uri="{FF2B5EF4-FFF2-40B4-BE49-F238E27FC236}">
                <a16:creationId xmlns:a16="http://schemas.microsoft.com/office/drawing/2014/main" id="{B5D0B959-A9F0-474E-8B12-DEF6F4547ABA}"/>
              </a:ext>
            </a:extLst>
          </p:cNvPr>
          <p:cNvSpPr>
            <a:spLocks xmlns:a="http://schemas.openxmlformats.org/drawingml/2006/main" noGrp="1"/>
          </p:cNvSpPr>
          <p:nvPr/>
        </p:nvSpPr>
        <p:spPr>
          <a:xfrm xmlns:a="http://schemas.openxmlformats.org/drawingml/2006/main">
            <a:off x="56578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7" name="diagram-326">
            <a:extLst xmlns:a="http://schemas.openxmlformats.org/drawingml/2006/main">
              <a:ext uri="{FF2B5EF4-FFF2-40B4-BE49-F238E27FC236}">
                <a16:creationId xmlns:a16="http://schemas.microsoft.com/office/drawing/2014/main" id="{94A3BE0A-A59F-41CF-80DA-47908BE97F95}"/>
              </a:ext>
            </a:extLst>
          </p:cNvPr>
          <p:cNvSpPr>
            <a:spLocks xmlns:a="http://schemas.openxmlformats.org/drawingml/2006/main" noGrp="1"/>
          </p:cNvSpPr>
          <p:nvPr/>
        </p:nvSpPr>
        <p:spPr>
          <a:xfrm xmlns:a="http://schemas.openxmlformats.org/drawingml/2006/main">
            <a:off x="58007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8" name="diagram-327">
            <a:extLst xmlns:a="http://schemas.openxmlformats.org/drawingml/2006/main">
              <a:ext uri="{FF2B5EF4-FFF2-40B4-BE49-F238E27FC236}">
                <a16:creationId xmlns:a16="http://schemas.microsoft.com/office/drawing/2014/main" id="{FFA2298A-5D32-44CC-B3E0-5458FC89A10F}"/>
              </a:ext>
            </a:extLst>
          </p:cNvPr>
          <p:cNvSpPr>
            <a:spLocks xmlns:a="http://schemas.openxmlformats.org/drawingml/2006/main" noGrp="1"/>
          </p:cNvSpPr>
          <p:nvPr/>
        </p:nvSpPr>
        <p:spPr>
          <a:xfrm xmlns:a="http://schemas.openxmlformats.org/drawingml/2006/main">
            <a:off x="594360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49" name="diagram-328">
            <a:extLst xmlns:a="http://schemas.openxmlformats.org/drawingml/2006/main">
              <a:ext uri="{FF2B5EF4-FFF2-40B4-BE49-F238E27FC236}">
                <a16:creationId xmlns:a16="http://schemas.microsoft.com/office/drawing/2014/main" id="{A04DFCC2-1912-43F5-994B-C1B6BD5E20F6}"/>
              </a:ext>
            </a:extLst>
          </p:cNvPr>
          <p:cNvSpPr>
            <a:spLocks xmlns:a="http://schemas.openxmlformats.org/drawingml/2006/main" noGrp="1"/>
          </p:cNvSpPr>
          <p:nvPr/>
        </p:nvSpPr>
        <p:spPr>
          <a:xfrm xmlns:a="http://schemas.openxmlformats.org/drawingml/2006/main">
            <a:off x="608647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0" name="diagram-329">
            <a:extLst xmlns:a="http://schemas.openxmlformats.org/drawingml/2006/main">
              <a:ext uri="{FF2B5EF4-FFF2-40B4-BE49-F238E27FC236}">
                <a16:creationId xmlns:a16="http://schemas.microsoft.com/office/drawing/2014/main" id="{C83B0E53-F102-45E6-B3EA-B78F304E50E3}"/>
              </a:ext>
            </a:extLst>
          </p:cNvPr>
          <p:cNvSpPr>
            <a:spLocks xmlns:a="http://schemas.openxmlformats.org/drawingml/2006/main" noGrp="1"/>
          </p:cNvSpPr>
          <p:nvPr/>
        </p:nvSpPr>
        <p:spPr>
          <a:xfrm xmlns:a="http://schemas.openxmlformats.org/drawingml/2006/main">
            <a:off x="6229350"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1" name="diagram-330">
            <a:extLst xmlns:a="http://schemas.openxmlformats.org/drawingml/2006/main">
              <a:ext uri="{FF2B5EF4-FFF2-40B4-BE49-F238E27FC236}">
                <a16:creationId xmlns:a16="http://schemas.microsoft.com/office/drawing/2014/main" id="{199E5310-9C68-4DA6-A7B4-D37825A12BAC}"/>
              </a:ext>
            </a:extLst>
          </p:cNvPr>
          <p:cNvSpPr>
            <a:spLocks xmlns:a="http://schemas.openxmlformats.org/drawingml/2006/main" noGrp="1"/>
          </p:cNvSpPr>
          <p:nvPr/>
        </p:nvSpPr>
        <p:spPr>
          <a:xfrm xmlns:a="http://schemas.openxmlformats.org/drawingml/2006/main">
            <a:off x="6372225" y="441007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2" name="diagram-331">
            <a:extLst xmlns:a="http://schemas.openxmlformats.org/drawingml/2006/main">
              <a:ext uri="{FF2B5EF4-FFF2-40B4-BE49-F238E27FC236}">
                <a16:creationId xmlns:a16="http://schemas.microsoft.com/office/drawing/2014/main" id="{F40980CD-BC12-4FAF-8718-768D1A7A2C7F}"/>
              </a:ext>
            </a:extLst>
          </p:cNvPr>
          <p:cNvSpPr>
            <a:spLocks xmlns:a="http://schemas.openxmlformats.org/drawingml/2006/main" noGrp="1"/>
          </p:cNvSpPr>
          <p:nvPr/>
        </p:nvSpPr>
        <p:spPr>
          <a:xfrm xmlns:a="http://schemas.openxmlformats.org/drawingml/2006/main">
            <a:off x="42291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3" name="diagram-332">
            <a:extLst xmlns:a="http://schemas.openxmlformats.org/drawingml/2006/main">
              <a:ext uri="{FF2B5EF4-FFF2-40B4-BE49-F238E27FC236}">
                <a16:creationId xmlns:a16="http://schemas.microsoft.com/office/drawing/2014/main" id="{069E8F50-754F-466B-BAE3-213AC76771E7}"/>
              </a:ext>
            </a:extLst>
          </p:cNvPr>
          <p:cNvSpPr>
            <a:spLocks xmlns:a="http://schemas.openxmlformats.org/drawingml/2006/main" noGrp="1"/>
          </p:cNvSpPr>
          <p:nvPr/>
        </p:nvSpPr>
        <p:spPr>
          <a:xfrm xmlns:a="http://schemas.openxmlformats.org/drawingml/2006/main">
            <a:off x="43719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4" name="diagram-333">
            <a:extLst xmlns:a="http://schemas.openxmlformats.org/drawingml/2006/main">
              <a:ext uri="{FF2B5EF4-FFF2-40B4-BE49-F238E27FC236}">
                <a16:creationId xmlns:a16="http://schemas.microsoft.com/office/drawing/2014/main" id="{510FA78D-8157-49BC-A042-FC75E1CD8866}"/>
              </a:ext>
            </a:extLst>
          </p:cNvPr>
          <p:cNvSpPr>
            <a:spLocks xmlns:a="http://schemas.openxmlformats.org/drawingml/2006/main" noGrp="1"/>
          </p:cNvSpPr>
          <p:nvPr/>
        </p:nvSpPr>
        <p:spPr>
          <a:xfrm xmlns:a="http://schemas.openxmlformats.org/drawingml/2006/main">
            <a:off x="45148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5" name="diagram-334">
            <a:extLst xmlns:a="http://schemas.openxmlformats.org/drawingml/2006/main">
              <a:ext uri="{FF2B5EF4-FFF2-40B4-BE49-F238E27FC236}">
                <a16:creationId xmlns:a16="http://schemas.microsoft.com/office/drawing/2014/main" id="{16403614-FCB6-49ED-91D7-DFF3465F509E}"/>
              </a:ext>
            </a:extLst>
          </p:cNvPr>
          <p:cNvSpPr>
            <a:spLocks xmlns:a="http://schemas.openxmlformats.org/drawingml/2006/main" noGrp="1"/>
          </p:cNvSpPr>
          <p:nvPr/>
        </p:nvSpPr>
        <p:spPr>
          <a:xfrm xmlns:a="http://schemas.openxmlformats.org/drawingml/2006/main">
            <a:off x="46577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6" name="diagram-335">
            <a:extLst xmlns:a="http://schemas.openxmlformats.org/drawingml/2006/main">
              <a:ext uri="{FF2B5EF4-FFF2-40B4-BE49-F238E27FC236}">
                <a16:creationId xmlns:a16="http://schemas.microsoft.com/office/drawing/2014/main" id="{A156E83B-BE6E-4867-AE31-4A97089D81BD}"/>
              </a:ext>
            </a:extLst>
          </p:cNvPr>
          <p:cNvSpPr>
            <a:spLocks xmlns:a="http://schemas.openxmlformats.org/drawingml/2006/main" noGrp="1"/>
          </p:cNvSpPr>
          <p:nvPr/>
        </p:nvSpPr>
        <p:spPr>
          <a:xfrm xmlns:a="http://schemas.openxmlformats.org/drawingml/2006/main">
            <a:off x="48006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7" name="diagram-336">
            <a:extLst xmlns:a="http://schemas.openxmlformats.org/drawingml/2006/main">
              <a:ext uri="{FF2B5EF4-FFF2-40B4-BE49-F238E27FC236}">
                <a16:creationId xmlns:a16="http://schemas.microsoft.com/office/drawing/2014/main" id="{C1D81595-2A68-4688-B6BA-8A931A55E15B}"/>
              </a:ext>
            </a:extLst>
          </p:cNvPr>
          <p:cNvSpPr>
            <a:spLocks xmlns:a="http://schemas.openxmlformats.org/drawingml/2006/main" noGrp="1"/>
          </p:cNvSpPr>
          <p:nvPr/>
        </p:nvSpPr>
        <p:spPr>
          <a:xfrm xmlns:a="http://schemas.openxmlformats.org/drawingml/2006/main">
            <a:off x="49434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8" name="diagram-337">
            <a:extLst xmlns:a="http://schemas.openxmlformats.org/drawingml/2006/main">
              <a:ext uri="{FF2B5EF4-FFF2-40B4-BE49-F238E27FC236}">
                <a16:creationId xmlns:a16="http://schemas.microsoft.com/office/drawing/2014/main" id="{8F228D72-02CC-4904-B774-E44088B6EB13}"/>
              </a:ext>
            </a:extLst>
          </p:cNvPr>
          <p:cNvSpPr>
            <a:spLocks xmlns:a="http://schemas.openxmlformats.org/drawingml/2006/main" noGrp="1"/>
          </p:cNvSpPr>
          <p:nvPr/>
        </p:nvSpPr>
        <p:spPr>
          <a:xfrm xmlns:a="http://schemas.openxmlformats.org/drawingml/2006/main">
            <a:off x="50863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59" name="diagram-338">
            <a:extLst xmlns:a="http://schemas.openxmlformats.org/drawingml/2006/main">
              <a:ext uri="{FF2B5EF4-FFF2-40B4-BE49-F238E27FC236}">
                <a16:creationId xmlns:a16="http://schemas.microsoft.com/office/drawing/2014/main" id="{A2168F81-C704-43C8-B13F-47C887CFBF7B}"/>
              </a:ext>
            </a:extLst>
          </p:cNvPr>
          <p:cNvSpPr>
            <a:spLocks xmlns:a="http://schemas.openxmlformats.org/drawingml/2006/main" noGrp="1"/>
          </p:cNvSpPr>
          <p:nvPr/>
        </p:nvSpPr>
        <p:spPr>
          <a:xfrm xmlns:a="http://schemas.openxmlformats.org/drawingml/2006/main">
            <a:off x="52292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0" name="diagram-339">
            <a:extLst xmlns:a="http://schemas.openxmlformats.org/drawingml/2006/main">
              <a:ext uri="{FF2B5EF4-FFF2-40B4-BE49-F238E27FC236}">
                <a16:creationId xmlns:a16="http://schemas.microsoft.com/office/drawing/2014/main" id="{725C729A-38E8-4089-8D00-3C438861E6BC}"/>
              </a:ext>
            </a:extLst>
          </p:cNvPr>
          <p:cNvSpPr>
            <a:spLocks xmlns:a="http://schemas.openxmlformats.org/drawingml/2006/main" noGrp="1"/>
          </p:cNvSpPr>
          <p:nvPr/>
        </p:nvSpPr>
        <p:spPr>
          <a:xfrm xmlns:a="http://schemas.openxmlformats.org/drawingml/2006/main">
            <a:off x="53721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1" name="diagram-340">
            <a:extLst xmlns:a="http://schemas.openxmlformats.org/drawingml/2006/main">
              <a:ext uri="{FF2B5EF4-FFF2-40B4-BE49-F238E27FC236}">
                <a16:creationId xmlns:a16="http://schemas.microsoft.com/office/drawing/2014/main" id="{D1B176CC-CE54-4338-8227-060A01DD1AD8}"/>
              </a:ext>
            </a:extLst>
          </p:cNvPr>
          <p:cNvSpPr>
            <a:spLocks xmlns:a="http://schemas.openxmlformats.org/drawingml/2006/main" noGrp="1"/>
          </p:cNvSpPr>
          <p:nvPr/>
        </p:nvSpPr>
        <p:spPr>
          <a:xfrm xmlns:a="http://schemas.openxmlformats.org/drawingml/2006/main">
            <a:off x="55149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2" name="diagram-341">
            <a:extLst xmlns:a="http://schemas.openxmlformats.org/drawingml/2006/main">
              <a:ext uri="{FF2B5EF4-FFF2-40B4-BE49-F238E27FC236}">
                <a16:creationId xmlns:a16="http://schemas.microsoft.com/office/drawing/2014/main" id="{C17789D4-2541-4262-993F-7B5DE14B6860}"/>
              </a:ext>
            </a:extLst>
          </p:cNvPr>
          <p:cNvSpPr>
            <a:spLocks xmlns:a="http://schemas.openxmlformats.org/drawingml/2006/main" noGrp="1"/>
          </p:cNvSpPr>
          <p:nvPr/>
        </p:nvSpPr>
        <p:spPr>
          <a:xfrm xmlns:a="http://schemas.openxmlformats.org/drawingml/2006/main">
            <a:off x="56578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3" name="diagram-342">
            <a:extLst xmlns:a="http://schemas.openxmlformats.org/drawingml/2006/main">
              <a:ext uri="{FF2B5EF4-FFF2-40B4-BE49-F238E27FC236}">
                <a16:creationId xmlns:a16="http://schemas.microsoft.com/office/drawing/2014/main" id="{CBDB9113-29B8-4826-91E5-EF2FC1910616}"/>
              </a:ext>
            </a:extLst>
          </p:cNvPr>
          <p:cNvSpPr>
            <a:spLocks xmlns:a="http://schemas.openxmlformats.org/drawingml/2006/main" noGrp="1"/>
          </p:cNvSpPr>
          <p:nvPr/>
        </p:nvSpPr>
        <p:spPr>
          <a:xfrm xmlns:a="http://schemas.openxmlformats.org/drawingml/2006/main">
            <a:off x="58007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4" name="diagram-343">
            <a:extLst xmlns:a="http://schemas.openxmlformats.org/drawingml/2006/main">
              <a:ext uri="{FF2B5EF4-FFF2-40B4-BE49-F238E27FC236}">
                <a16:creationId xmlns:a16="http://schemas.microsoft.com/office/drawing/2014/main" id="{07610101-E639-47E3-A135-205E48E1DB60}"/>
              </a:ext>
            </a:extLst>
          </p:cNvPr>
          <p:cNvSpPr>
            <a:spLocks xmlns:a="http://schemas.openxmlformats.org/drawingml/2006/main" noGrp="1"/>
          </p:cNvSpPr>
          <p:nvPr/>
        </p:nvSpPr>
        <p:spPr>
          <a:xfrm xmlns:a="http://schemas.openxmlformats.org/drawingml/2006/main">
            <a:off x="594360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5" name="diagram-344">
            <a:extLst xmlns:a="http://schemas.openxmlformats.org/drawingml/2006/main">
              <a:ext uri="{FF2B5EF4-FFF2-40B4-BE49-F238E27FC236}">
                <a16:creationId xmlns:a16="http://schemas.microsoft.com/office/drawing/2014/main" id="{28FFAD50-9A7B-4E3A-92F3-B3CD9DC6DE6F}"/>
              </a:ext>
            </a:extLst>
          </p:cNvPr>
          <p:cNvSpPr>
            <a:spLocks xmlns:a="http://schemas.openxmlformats.org/drawingml/2006/main" noGrp="1"/>
          </p:cNvSpPr>
          <p:nvPr/>
        </p:nvSpPr>
        <p:spPr>
          <a:xfrm xmlns:a="http://schemas.openxmlformats.org/drawingml/2006/main">
            <a:off x="608647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6" name="diagram-345">
            <a:extLst xmlns:a="http://schemas.openxmlformats.org/drawingml/2006/main">
              <a:ext uri="{FF2B5EF4-FFF2-40B4-BE49-F238E27FC236}">
                <a16:creationId xmlns:a16="http://schemas.microsoft.com/office/drawing/2014/main" id="{42839B4A-25A6-4844-A1CA-4B592FB06F72}"/>
              </a:ext>
            </a:extLst>
          </p:cNvPr>
          <p:cNvSpPr>
            <a:spLocks xmlns:a="http://schemas.openxmlformats.org/drawingml/2006/main" noGrp="1"/>
          </p:cNvSpPr>
          <p:nvPr/>
        </p:nvSpPr>
        <p:spPr>
          <a:xfrm xmlns:a="http://schemas.openxmlformats.org/drawingml/2006/main">
            <a:off x="6229350"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7" name="diagram-346">
            <a:extLst xmlns:a="http://schemas.openxmlformats.org/drawingml/2006/main">
              <a:ext uri="{FF2B5EF4-FFF2-40B4-BE49-F238E27FC236}">
                <a16:creationId xmlns:a16="http://schemas.microsoft.com/office/drawing/2014/main" id="{118877A5-4AB9-46C9-8ACC-D7C72EEDF5CC}"/>
              </a:ext>
            </a:extLst>
          </p:cNvPr>
          <p:cNvSpPr>
            <a:spLocks xmlns:a="http://schemas.openxmlformats.org/drawingml/2006/main" noGrp="1"/>
          </p:cNvSpPr>
          <p:nvPr/>
        </p:nvSpPr>
        <p:spPr>
          <a:xfrm xmlns:a="http://schemas.openxmlformats.org/drawingml/2006/main">
            <a:off x="6372225" y="455295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8" name="diagram-347">
            <a:extLst xmlns:a="http://schemas.openxmlformats.org/drawingml/2006/main">
              <a:ext uri="{FF2B5EF4-FFF2-40B4-BE49-F238E27FC236}">
                <a16:creationId xmlns:a16="http://schemas.microsoft.com/office/drawing/2014/main" id="{6748CD7B-3A26-411B-817D-A0A70E2E8D7C}"/>
              </a:ext>
            </a:extLst>
          </p:cNvPr>
          <p:cNvSpPr>
            <a:spLocks xmlns:a="http://schemas.openxmlformats.org/drawingml/2006/main" noGrp="1"/>
          </p:cNvSpPr>
          <p:nvPr/>
        </p:nvSpPr>
        <p:spPr>
          <a:xfrm xmlns:a="http://schemas.openxmlformats.org/drawingml/2006/main">
            <a:off x="42291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69" name="diagram-348">
            <a:extLst xmlns:a="http://schemas.openxmlformats.org/drawingml/2006/main">
              <a:ext uri="{FF2B5EF4-FFF2-40B4-BE49-F238E27FC236}">
                <a16:creationId xmlns:a16="http://schemas.microsoft.com/office/drawing/2014/main" id="{2FB66143-325A-4329-A702-8EC44956DE36}"/>
              </a:ext>
            </a:extLst>
          </p:cNvPr>
          <p:cNvSpPr>
            <a:spLocks xmlns:a="http://schemas.openxmlformats.org/drawingml/2006/main" noGrp="1"/>
          </p:cNvSpPr>
          <p:nvPr/>
        </p:nvSpPr>
        <p:spPr>
          <a:xfrm xmlns:a="http://schemas.openxmlformats.org/drawingml/2006/main">
            <a:off x="43719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0" name="diagram-349">
            <a:extLst xmlns:a="http://schemas.openxmlformats.org/drawingml/2006/main">
              <a:ext uri="{FF2B5EF4-FFF2-40B4-BE49-F238E27FC236}">
                <a16:creationId xmlns:a16="http://schemas.microsoft.com/office/drawing/2014/main" id="{9E1B72DA-C3F8-4F7E-9819-2E5EDDBB7F33}"/>
              </a:ext>
            </a:extLst>
          </p:cNvPr>
          <p:cNvSpPr>
            <a:spLocks xmlns:a="http://schemas.openxmlformats.org/drawingml/2006/main" noGrp="1"/>
          </p:cNvSpPr>
          <p:nvPr/>
        </p:nvSpPr>
        <p:spPr>
          <a:xfrm xmlns:a="http://schemas.openxmlformats.org/drawingml/2006/main">
            <a:off x="45148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1" name="diagram-350">
            <a:extLst xmlns:a="http://schemas.openxmlformats.org/drawingml/2006/main">
              <a:ext uri="{FF2B5EF4-FFF2-40B4-BE49-F238E27FC236}">
                <a16:creationId xmlns:a16="http://schemas.microsoft.com/office/drawing/2014/main" id="{3837C4B0-8E85-47D7-8C6E-127B667F4572}"/>
              </a:ext>
            </a:extLst>
          </p:cNvPr>
          <p:cNvSpPr>
            <a:spLocks xmlns:a="http://schemas.openxmlformats.org/drawingml/2006/main" noGrp="1"/>
          </p:cNvSpPr>
          <p:nvPr/>
        </p:nvSpPr>
        <p:spPr>
          <a:xfrm xmlns:a="http://schemas.openxmlformats.org/drawingml/2006/main">
            <a:off x="46577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2" name="diagram-351">
            <a:extLst xmlns:a="http://schemas.openxmlformats.org/drawingml/2006/main">
              <a:ext uri="{FF2B5EF4-FFF2-40B4-BE49-F238E27FC236}">
                <a16:creationId xmlns:a16="http://schemas.microsoft.com/office/drawing/2014/main" id="{17115D39-BAD6-4B55-8AD4-587D115E2C2B}"/>
              </a:ext>
            </a:extLst>
          </p:cNvPr>
          <p:cNvSpPr>
            <a:spLocks xmlns:a="http://schemas.openxmlformats.org/drawingml/2006/main" noGrp="1"/>
          </p:cNvSpPr>
          <p:nvPr/>
        </p:nvSpPr>
        <p:spPr>
          <a:xfrm xmlns:a="http://schemas.openxmlformats.org/drawingml/2006/main">
            <a:off x="48006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3" name="diagram-352">
            <a:extLst xmlns:a="http://schemas.openxmlformats.org/drawingml/2006/main">
              <a:ext uri="{FF2B5EF4-FFF2-40B4-BE49-F238E27FC236}">
                <a16:creationId xmlns:a16="http://schemas.microsoft.com/office/drawing/2014/main" id="{F57D7FC6-4986-447B-ACD4-B816CE280AAD}"/>
              </a:ext>
            </a:extLst>
          </p:cNvPr>
          <p:cNvSpPr>
            <a:spLocks xmlns:a="http://schemas.openxmlformats.org/drawingml/2006/main" noGrp="1"/>
          </p:cNvSpPr>
          <p:nvPr/>
        </p:nvSpPr>
        <p:spPr>
          <a:xfrm xmlns:a="http://schemas.openxmlformats.org/drawingml/2006/main">
            <a:off x="49434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4" name="diagram-353">
            <a:extLst xmlns:a="http://schemas.openxmlformats.org/drawingml/2006/main">
              <a:ext uri="{FF2B5EF4-FFF2-40B4-BE49-F238E27FC236}">
                <a16:creationId xmlns:a16="http://schemas.microsoft.com/office/drawing/2014/main" id="{30D6FD0D-627C-48E4-A044-AB6C9B709179}"/>
              </a:ext>
            </a:extLst>
          </p:cNvPr>
          <p:cNvSpPr>
            <a:spLocks xmlns:a="http://schemas.openxmlformats.org/drawingml/2006/main" noGrp="1"/>
          </p:cNvSpPr>
          <p:nvPr/>
        </p:nvSpPr>
        <p:spPr>
          <a:xfrm xmlns:a="http://schemas.openxmlformats.org/drawingml/2006/main">
            <a:off x="50863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5" name="diagram-354">
            <a:extLst xmlns:a="http://schemas.openxmlformats.org/drawingml/2006/main">
              <a:ext uri="{FF2B5EF4-FFF2-40B4-BE49-F238E27FC236}">
                <a16:creationId xmlns:a16="http://schemas.microsoft.com/office/drawing/2014/main" id="{2312A00A-A4CF-40CC-8F9A-70EC88FE2154}"/>
              </a:ext>
            </a:extLst>
          </p:cNvPr>
          <p:cNvSpPr>
            <a:spLocks xmlns:a="http://schemas.openxmlformats.org/drawingml/2006/main" noGrp="1"/>
          </p:cNvSpPr>
          <p:nvPr/>
        </p:nvSpPr>
        <p:spPr>
          <a:xfrm xmlns:a="http://schemas.openxmlformats.org/drawingml/2006/main">
            <a:off x="52292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6" name="diagram-355">
            <a:extLst xmlns:a="http://schemas.openxmlformats.org/drawingml/2006/main">
              <a:ext uri="{FF2B5EF4-FFF2-40B4-BE49-F238E27FC236}">
                <a16:creationId xmlns:a16="http://schemas.microsoft.com/office/drawing/2014/main" id="{72E46E32-F8D3-4EF4-B304-DBA8E538AF78}"/>
              </a:ext>
            </a:extLst>
          </p:cNvPr>
          <p:cNvSpPr>
            <a:spLocks xmlns:a="http://schemas.openxmlformats.org/drawingml/2006/main" noGrp="1"/>
          </p:cNvSpPr>
          <p:nvPr/>
        </p:nvSpPr>
        <p:spPr>
          <a:xfrm xmlns:a="http://schemas.openxmlformats.org/drawingml/2006/main">
            <a:off x="53721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7" name="diagram-356">
            <a:extLst xmlns:a="http://schemas.openxmlformats.org/drawingml/2006/main">
              <a:ext uri="{FF2B5EF4-FFF2-40B4-BE49-F238E27FC236}">
                <a16:creationId xmlns:a16="http://schemas.microsoft.com/office/drawing/2014/main" id="{7767A660-4064-400B-AD99-9F205F341EAA}"/>
              </a:ext>
            </a:extLst>
          </p:cNvPr>
          <p:cNvSpPr>
            <a:spLocks xmlns:a="http://schemas.openxmlformats.org/drawingml/2006/main" noGrp="1"/>
          </p:cNvSpPr>
          <p:nvPr/>
        </p:nvSpPr>
        <p:spPr>
          <a:xfrm xmlns:a="http://schemas.openxmlformats.org/drawingml/2006/main">
            <a:off x="55149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8" name="diagram-357">
            <a:extLst xmlns:a="http://schemas.openxmlformats.org/drawingml/2006/main">
              <a:ext uri="{FF2B5EF4-FFF2-40B4-BE49-F238E27FC236}">
                <a16:creationId xmlns:a16="http://schemas.microsoft.com/office/drawing/2014/main" id="{90DF56B7-17BC-4037-B243-1E90E7D67608}"/>
              </a:ext>
            </a:extLst>
          </p:cNvPr>
          <p:cNvSpPr>
            <a:spLocks xmlns:a="http://schemas.openxmlformats.org/drawingml/2006/main" noGrp="1"/>
          </p:cNvSpPr>
          <p:nvPr/>
        </p:nvSpPr>
        <p:spPr>
          <a:xfrm xmlns:a="http://schemas.openxmlformats.org/drawingml/2006/main">
            <a:off x="56578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79" name="diagram-358">
            <a:extLst xmlns:a="http://schemas.openxmlformats.org/drawingml/2006/main">
              <a:ext uri="{FF2B5EF4-FFF2-40B4-BE49-F238E27FC236}">
                <a16:creationId xmlns:a16="http://schemas.microsoft.com/office/drawing/2014/main" id="{7FB7F75D-5192-4E53-B640-40DF1011D7FE}"/>
              </a:ext>
            </a:extLst>
          </p:cNvPr>
          <p:cNvSpPr>
            <a:spLocks xmlns:a="http://schemas.openxmlformats.org/drawingml/2006/main" noGrp="1"/>
          </p:cNvSpPr>
          <p:nvPr/>
        </p:nvSpPr>
        <p:spPr>
          <a:xfrm xmlns:a="http://schemas.openxmlformats.org/drawingml/2006/main">
            <a:off x="58007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0" name="diagram-359">
            <a:extLst xmlns:a="http://schemas.openxmlformats.org/drawingml/2006/main">
              <a:ext uri="{FF2B5EF4-FFF2-40B4-BE49-F238E27FC236}">
                <a16:creationId xmlns:a16="http://schemas.microsoft.com/office/drawing/2014/main" id="{AD95B642-AAA2-42E3-95F5-4D34F01F9201}"/>
              </a:ext>
            </a:extLst>
          </p:cNvPr>
          <p:cNvSpPr>
            <a:spLocks xmlns:a="http://schemas.openxmlformats.org/drawingml/2006/main" noGrp="1"/>
          </p:cNvSpPr>
          <p:nvPr/>
        </p:nvSpPr>
        <p:spPr>
          <a:xfrm xmlns:a="http://schemas.openxmlformats.org/drawingml/2006/main">
            <a:off x="594360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1" name="diagram-360">
            <a:extLst xmlns:a="http://schemas.openxmlformats.org/drawingml/2006/main">
              <a:ext uri="{FF2B5EF4-FFF2-40B4-BE49-F238E27FC236}">
                <a16:creationId xmlns:a16="http://schemas.microsoft.com/office/drawing/2014/main" id="{68C706A1-9B63-4159-9780-E212071BC687}"/>
              </a:ext>
            </a:extLst>
          </p:cNvPr>
          <p:cNvSpPr>
            <a:spLocks xmlns:a="http://schemas.openxmlformats.org/drawingml/2006/main" noGrp="1"/>
          </p:cNvSpPr>
          <p:nvPr/>
        </p:nvSpPr>
        <p:spPr>
          <a:xfrm xmlns:a="http://schemas.openxmlformats.org/drawingml/2006/main">
            <a:off x="608647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2" name="diagram-361">
            <a:extLst xmlns:a="http://schemas.openxmlformats.org/drawingml/2006/main">
              <a:ext uri="{FF2B5EF4-FFF2-40B4-BE49-F238E27FC236}">
                <a16:creationId xmlns:a16="http://schemas.microsoft.com/office/drawing/2014/main" id="{75F5387F-D661-4312-9236-F163F5C49444}"/>
              </a:ext>
            </a:extLst>
          </p:cNvPr>
          <p:cNvSpPr>
            <a:spLocks xmlns:a="http://schemas.openxmlformats.org/drawingml/2006/main" noGrp="1"/>
          </p:cNvSpPr>
          <p:nvPr/>
        </p:nvSpPr>
        <p:spPr>
          <a:xfrm xmlns:a="http://schemas.openxmlformats.org/drawingml/2006/main">
            <a:off x="6229350"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3" name="diagram-362">
            <a:extLst xmlns:a="http://schemas.openxmlformats.org/drawingml/2006/main">
              <a:ext uri="{FF2B5EF4-FFF2-40B4-BE49-F238E27FC236}">
                <a16:creationId xmlns:a16="http://schemas.microsoft.com/office/drawing/2014/main" id="{34F5B8D3-77C2-4D3E-8F9E-72488DA49993}"/>
              </a:ext>
            </a:extLst>
          </p:cNvPr>
          <p:cNvSpPr>
            <a:spLocks xmlns:a="http://schemas.openxmlformats.org/drawingml/2006/main" noGrp="1"/>
          </p:cNvSpPr>
          <p:nvPr/>
        </p:nvSpPr>
        <p:spPr>
          <a:xfrm xmlns:a="http://schemas.openxmlformats.org/drawingml/2006/main">
            <a:off x="6372225" y="4695825"/>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4" name="diagram-363">
            <a:extLst xmlns:a="http://schemas.openxmlformats.org/drawingml/2006/main">
              <a:ext uri="{FF2B5EF4-FFF2-40B4-BE49-F238E27FC236}">
                <a16:creationId xmlns:a16="http://schemas.microsoft.com/office/drawing/2014/main" id="{198A013B-2B1A-42C6-923B-55F986491D1D}"/>
              </a:ext>
            </a:extLst>
          </p:cNvPr>
          <p:cNvSpPr>
            <a:spLocks xmlns:a="http://schemas.openxmlformats.org/drawingml/2006/main" noGrp="1"/>
          </p:cNvSpPr>
          <p:nvPr/>
        </p:nvSpPr>
        <p:spPr>
          <a:xfrm xmlns:a="http://schemas.openxmlformats.org/drawingml/2006/main">
            <a:off x="42291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5" name="diagram-364">
            <a:extLst xmlns:a="http://schemas.openxmlformats.org/drawingml/2006/main">
              <a:ext uri="{FF2B5EF4-FFF2-40B4-BE49-F238E27FC236}">
                <a16:creationId xmlns:a16="http://schemas.microsoft.com/office/drawing/2014/main" id="{408B78AB-0299-4313-9229-0E467D1EB9D7}"/>
              </a:ext>
            </a:extLst>
          </p:cNvPr>
          <p:cNvSpPr>
            <a:spLocks xmlns:a="http://schemas.openxmlformats.org/drawingml/2006/main" noGrp="1"/>
          </p:cNvSpPr>
          <p:nvPr/>
        </p:nvSpPr>
        <p:spPr>
          <a:xfrm xmlns:a="http://schemas.openxmlformats.org/drawingml/2006/main">
            <a:off x="43719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6" name="diagram-365">
            <a:extLst xmlns:a="http://schemas.openxmlformats.org/drawingml/2006/main">
              <a:ext uri="{FF2B5EF4-FFF2-40B4-BE49-F238E27FC236}">
                <a16:creationId xmlns:a16="http://schemas.microsoft.com/office/drawing/2014/main" id="{8BD3A459-B462-4124-9E1D-47DB939F507A}"/>
              </a:ext>
            </a:extLst>
          </p:cNvPr>
          <p:cNvSpPr>
            <a:spLocks xmlns:a="http://schemas.openxmlformats.org/drawingml/2006/main" noGrp="1"/>
          </p:cNvSpPr>
          <p:nvPr/>
        </p:nvSpPr>
        <p:spPr>
          <a:xfrm xmlns:a="http://schemas.openxmlformats.org/drawingml/2006/main">
            <a:off x="45148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7" name="diagram-366">
            <a:extLst xmlns:a="http://schemas.openxmlformats.org/drawingml/2006/main">
              <a:ext uri="{FF2B5EF4-FFF2-40B4-BE49-F238E27FC236}">
                <a16:creationId xmlns:a16="http://schemas.microsoft.com/office/drawing/2014/main" id="{BFC35F35-FFD0-4203-9E92-1B6A49A4622E}"/>
              </a:ext>
            </a:extLst>
          </p:cNvPr>
          <p:cNvSpPr>
            <a:spLocks xmlns:a="http://schemas.openxmlformats.org/drawingml/2006/main" noGrp="1"/>
          </p:cNvSpPr>
          <p:nvPr/>
        </p:nvSpPr>
        <p:spPr>
          <a:xfrm xmlns:a="http://schemas.openxmlformats.org/drawingml/2006/main">
            <a:off x="46577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8" name="diagram-367">
            <a:extLst xmlns:a="http://schemas.openxmlformats.org/drawingml/2006/main">
              <a:ext uri="{FF2B5EF4-FFF2-40B4-BE49-F238E27FC236}">
                <a16:creationId xmlns:a16="http://schemas.microsoft.com/office/drawing/2014/main" id="{56B06219-6B78-48D1-9A42-83D973F7324E}"/>
              </a:ext>
            </a:extLst>
          </p:cNvPr>
          <p:cNvSpPr>
            <a:spLocks xmlns:a="http://schemas.openxmlformats.org/drawingml/2006/main" noGrp="1"/>
          </p:cNvSpPr>
          <p:nvPr/>
        </p:nvSpPr>
        <p:spPr>
          <a:xfrm xmlns:a="http://schemas.openxmlformats.org/drawingml/2006/main">
            <a:off x="48006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89" name="diagram-368">
            <a:extLst xmlns:a="http://schemas.openxmlformats.org/drawingml/2006/main">
              <a:ext uri="{FF2B5EF4-FFF2-40B4-BE49-F238E27FC236}">
                <a16:creationId xmlns:a16="http://schemas.microsoft.com/office/drawing/2014/main" id="{639C7072-999E-4D0C-B7B2-3DAFADBB05FD}"/>
              </a:ext>
            </a:extLst>
          </p:cNvPr>
          <p:cNvSpPr>
            <a:spLocks xmlns:a="http://schemas.openxmlformats.org/drawingml/2006/main" noGrp="1"/>
          </p:cNvSpPr>
          <p:nvPr/>
        </p:nvSpPr>
        <p:spPr>
          <a:xfrm xmlns:a="http://schemas.openxmlformats.org/drawingml/2006/main">
            <a:off x="49434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0" name="diagram-369">
            <a:extLst xmlns:a="http://schemas.openxmlformats.org/drawingml/2006/main">
              <a:ext uri="{FF2B5EF4-FFF2-40B4-BE49-F238E27FC236}">
                <a16:creationId xmlns:a16="http://schemas.microsoft.com/office/drawing/2014/main" id="{62CA30BF-8EC6-4CCF-980E-ED5C78DD9527}"/>
              </a:ext>
            </a:extLst>
          </p:cNvPr>
          <p:cNvSpPr>
            <a:spLocks xmlns:a="http://schemas.openxmlformats.org/drawingml/2006/main" noGrp="1"/>
          </p:cNvSpPr>
          <p:nvPr/>
        </p:nvSpPr>
        <p:spPr>
          <a:xfrm xmlns:a="http://schemas.openxmlformats.org/drawingml/2006/main">
            <a:off x="50863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1" name="diagram-370">
            <a:extLst xmlns:a="http://schemas.openxmlformats.org/drawingml/2006/main">
              <a:ext uri="{FF2B5EF4-FFF2-40B4-BE49-F238E27FC236}">
                <a16:creationId xmlns:a16="http://schemas.microsoft.com/office/drawing/2014/main" id="{C3F2DF71-6EA2-45D9-9221-96E824479D5C}"/>
              </a:ext>
            </a:extLst>
          </p:cNvPr>
          <p:cNvSpPr>
            <a:spLocks xmlns:a="http://schemas.openxmlformats.org/drawingml/2006/main" noGrp="1"/>
          </p:cNvSpPr>
          <p:nvPr/>
        </p:nvSpPr>
        <p:spPr>
          <a:xfrm xmlns:a="http://schemas.openxmlformats.org/drawingml/2006/main">
            <a:off x="52292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2" name="diagram-371">
            <a:extLst xmlns:a="http://schemas.openxmlformats.org/drawingml/2006/main">
              <a:ext uri="{FF2B5EF4-FFF2-40B4-BE49-F238E27FC236}">
                <a16:creationId xmlns:a16="http://schemas.microsoft.com/office/drawing/2014/main" id="{C39D5D98-034C-4694-B85B-E6FEE4567B77}"/>
              </a:ext>
            </a:extLst>
          </p:cNvPr>
          <p:cNvSpPr>
            <a:spLocks xmlns:a="http://schemas.openxmlformats.org/drawingml/2006/main" noGrp="1"/>
          </p:cNvSpPr>
          <p:nvPr/>
        </p:nvSpPr>
        <p:spPr>
          <a:xfrm xmlns:a="http://schemas.openxmlformats.org/drawingml/2006/main">
            <a:off x="53721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3" name="diagram-372">
            <a:extLst xmlns:a="http://schemas.openxmlformats.org/drawingml/2006/main">
              <a:ext uri="{FF2B5EF4-FFF2-40B4-BE49-F238E27FC236}">
                <a16:creationId xmlns:a16="http://schemas.microsoft.com/office/drawing/2014/main" id="{E1A43EED-FB85-41E3-B1BE-E2596283329D}"/>
              </a:ext>
            </a:extLst>
          </p:cNvPr>
          <p:cNvSpPr>
            <a:spLocks xmlns:a="http://schemas.openxmlformats.org/drawingml/2006/main" noGrp="1"/>
          </p:cNvSpPr>
          <p:nvPr/>
        </p:nvSpPr>
        <p:spPr>
          <a:xfrm xmlns:a="http://schemas.openxmlformats.org/drawingml/2006/main">
            <a:off x="55149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4" name="diagram-373">
            <a:extLst xmlns:a="http://schemas.openxmlformats.org/drawingml/2006/main">
              <a:ext uri="{FF2B5EF4-FFF2-40B4-BE49-F238E27FC236}">
                <a16:creationId xmlns:a16="http://schemas.microsoft.com/office/drawing/2014/main" id="{D1A959C1-7586-4311-9D32-1887DEBDDE54}"/>
              </a:ext>
            </a:extLst>
          </p:cNvPr>
          <p:cNvSpPr>
            <a:spLocks xmlns:a="http://schemas.openxmlformats.org/drawingml/2006/main" noGrp="1"/>
          </p:cNvSpPr>
          <p:nvPr/>
        </p:nvSpPr>
        <p:spPr>
          <a:xfrm xmlns:a="http://schemas.openxmlformats.org/drawingml/2006/main">
            <a:off x="56578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5" name="diagram-374">
            <a:extLst xmlns:a="http://schemas.openxmlformats.org/drawingml/2006/main">
              <a:ext uri="{FF2B5EF4-FFF2-40B4-BE49-F238E27FC236}">
                <a16:creationId xmlns:a16="http://schemas.microsoft.com/office/drawing/2014/main" id="{16609206-E6AB-458D-8E4E-2C8A8E93A7DB}"/>
              </a:ext>
            </a:extLst>
          </p:cNvPr>
          <p:cNvSpPr>
            <a:spLocks xmlns:a="http://schemas.openxmlformats.org/drawingml/2006/main" noGrp="1"/>
          </p:cNvSpPr>
          <p:nvPr/>
        </p:nvSpPr>
        <p:spPr>
          <a:xfrm xmlns:a="http://schemas.openxmlformats.org/drawingml/2006/main">
            <a:off x="58007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6" name="diagram-375">
            <a:extLst xmlns:a="http://schemas.openxmlformats.org/drawingml/2006/main">
              <a:ext uri="{FF2B5EF4-FFF2-40B4-BE49-F238E27FC236}">
                <a16:creationId xmlns:a16="http://schemas.microsoft.com/office/drawing/2014/main" id="{155A16B5-E0E2-48B9-ABEE-11EB0D24DE08}"/>
              </a:ext>
            </a:extLst>
          </p:cNvPr>
          <p:cNvSpPr>
            <a:spLocks xmlns:a="http://schemas.openxmlformats.org/drawingml/2006/main" noGrp="1"/>
          </p:cNvSpPr>
          <p:nvPr/>
        </p:nvSpPr>
        <p:spPr>
          <a:xfrm xmlns:a="http://schemas.openxmlformats.org/drawingml/2006/main">
            <a:off x="594360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7" name="diagram-376">
            <a:extLst xmlns:a="http://schemas.openxmlformats.org/drawingml/2006/main">
              <a:ext uri="{FF2B5EF4-FFF2-40B4-BE49-F238E27FC236}">
                <a16:creationId xmlns:a16="http://schemas.microsoft.com/office/drawing/2014/main" id="{DB2764C9-D02D-4648-8637-501916011E7D}"/>
              </a:ext>
            </a:extLst>
          </p:cNvPr>
          <p:cNvSpPr>
            <a:spLocks xmlns:a="http://schemas.openxmlformats.org/drawingml/2006/main" noGrp="1"/>
          </p:cNvSpPr>
          <p:nvPr/>
        </p:nvSpPr>
        <p:spPr>
          <a:xfrm xmlns:a="http://schemas.openxmlformats.org/drawingml/2006/main">
            <a:off x="608647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8" name="diagram-377">
            <a:extLst xmlns:a="http://schemas.openxmlformats.org/drawingml/2006/main">
              <a:ext uri="{FF2B5EF4-FFF2-40B4-BE49-F238E27FC236}">
                <a16:creationId xmlns:a16="http://schemas.microsoft.com/office/drawing/2014/main" id="{B32C7228-C384-480D-9C50-A612A3F3C38C}"/>
              </a:ext>
            </a:extLst>
          </p:cNvPr>
          <p:cNvSpPr>
            <a:spLocks xmlns:a="http://schemas.openxmlformats.org/drawingml/2006/main" noGrp="1"/>
          </p:cNvSpPr>
          <p:nvPr/>
        </p:nvSpPr>
        <p:spPr>
          <a:xfrm xmlns:a="http://schemas.openxmlformats.org/drawingml/2006/main">
            <a:off x="6229350"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299" name="diagram-378">
            <a:extLst xmlns:a="http://schemas.openxmlformats.org/drawingml/2006/main">
              <a:ext uri="{FF2B5EF4-FFF2-40B4-BE49-F238E27FC236}">
                <a16:creationId xmlns:a16="http://schemas.microsoft.com/office/drawing/2014/main" id="{17D8FB4F-3AFE-4777-B329-4BA6864C26A2}"/>
              </a:ext>
            </a:extLst>
          </p:cNvPr>
          <p:cNvSpPr>
            <a:spLocks xmlns:a="http://schemas.openxmlformats.org/drawingml/2006/main" noGrp="1"/>
          </p:cNvSpPr>
          <p:nvPr/>
        </p:nvSpPr>
        <p:spPr>
          <a:xfrm xmlns:a="http://schemas.openxmlformats.org/drawingml/2006/main">
            <a:off x="6372225" y="4838700"/>
            <a:ext cx="142875" cy="142875"/>
          </a:xfrm>
          <a:prstGeom xmlns:a="http://schemas.openxmlformats.org/drawingml/2006/main" prst="rect">
            <a:avLst/>
          </a:prstGeom>
          <a:solidFill xmlns:a="http://schemas.openxmlformats.org/drawingml/2006/main">
            <a:srgbClr val="FFFFFF"/>
          </a:solidFill>
          <a:ln xmlns:a="http://schemas.openxmlformats.org/drawingml/2006/main" w="9525">
            <a:solidFill>
              <a:srgbClr val="8BA7B4"/>
            </a:solidFill>
          </a:ln>
        </p:spPr>
      </p:sp>
      <p:sp>
        <p:nvSpPr>
          <p:cNvPr id="300" name="block-border-379">
            <a:extLst xmlns:a="http://schemas.openxmlformats.org/drawingml/2006/main">
              <a:ext uri="{FF2B5EF4-FFF2-40B4-BE49-F238E27FC236}">
                <a16:creationId xmlns:a16="http://schemas.microsoft.com/office/drawing/2014/main" id="{88487FAD-BD60-4779-980A-F23BCABBC608}"/>
              </a:ext>
            </a:extLst>
          </p:cNvPr>
          <p:cNvSpPr>
            <a:spLocks xmlns:a="http://schemas.openxmlformats.org/drawingml/2006/main" noGrp="1"/>
          </p:cNvSpPr>
          <p:nvPr/>
        </p:nvSpPr>
        <p:spPr>
          <a:xfrm xmlns:a="http://schemas.openxmlformats.org/drawingml/2006/main">
            <a:off x="4181475" y="2647950"/>
            <a:ext cx="2381250" cy="2381250"/>
          </a:xfrm>
          <a:prstGeom xmlns:a="http://schemas.openxmlformats.org/drawingml/2006/main" prst="rect">
            <a:avLst/>
          </a:prstGeom>
          <a:noFill xmlns:a="http://schemas.openxmlformats.org/drawingml/2006/main"/>
          <a:ln xmlns:a="http://schemas.openxmlformats.org/drawingml/2006/main" w="19050">
            <a:solidFill>
              <a:srgbClr val="087E8B"/>
            </a:solidFill>
          </a:ln>
        </p:spPr>
      </p:sp>
      <p:cxnSp>
        <p:nvCxnSpPr>
          <p:cNvPr id="608" name=""/>
          <p:cNvCxnSpPr>
            <a:stCxn xmlns:a="http://schemas.openxmlformats.org/drawingml/2006/main" id="14" idx="3"/>
            <a:endCxn xmlns:a="http://schemas.openxmlformats.org/drawingml/2006/main" id="300" idx="1"/>
          </p:cNvCxnSpPr>
          <p:nvPr/>
        </p:nvCxnSpPr>
        <p:spPr>
          <a:xfrm xmlns:a="http://schemas.openxmlformats.org/drawingml/2006/main">
            <a:off x="1762125" y="3267075"/>
            <a:ext cx="2419350" cy="57150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302" name="text-380">
            <a:extLst xmlns:a="http://schemas.openxmlformats.org/drawingml/2006/main">
              <a:ext uri="{FF2B5EF4-FFF2-40B4-BE49-F238E27FC236}">
                <a16:creationId xmlns:a16="http://schemas.microsoft.com/office/drawing/2014/main" id="{D7A96ED7-29F6-4B5E-BC42-AFCBF75EECB2}"/>
              </a:ext>
            </a:extLst>
          </p:cNvPr>
          <p:cNvSpPr>
            <a:spLocks xmlns:a="http://schemas.openxmlformats.org/drawingml/2006/main" noGrp="1"/>
          </p:cNvSpPr>
          <p:nvPr/>
        </p:nvSpPr>
        <p:spPr>
          <a:xfrm xmlns:a="http://schemas.openxmlformats.org/drawingml/2006/main">
            <a:off x="4048125" y="5095875"/>
            <a:ext cx="3476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087E8B"/>
                </a:solidFill>
                <a:latin typeface="Arial"/>
                <a:ea typeface="Arial"/>
                <a:cs typeface="Arial"/>
              </a:defRPr>
            </a:pPr>
            <a:r>
              <a:rPr sz="1575" b="0">
                <a:solidFill>
                  <a:srgbClr val="087E8B"/>
                </a:solidFill>
                <a:latin typeface="Arial"/>
                <a:ea typeface="Arial"/>
                <a:cs typeface="Arial"/>
              </a:rPr>
              <a:t>Highlighted: one 32-thread warp</a:t>
            </a:r>
          </a:p>
        </p:txBody>
      </p:sp>
      <p:sp>
        <p:nvSpPr>
          <p:cNvPr id="303" name="text-381">
            <a:extLst xmlns:a="http://schemas.openxmlformats.org/drawingml/2006/main">
              <a:ext uri="{FF2B5EF4-FFF2-40B4-BE49-F238E27FC236}">
                <a16:creationId xmlns:a16="http://schemas.microsoft.com/office/drawing/2014/main" id="{93138405-22D7-45D5-B76E-E1F29AB2465A}"/>
              </a:ext>
            </a:extLst>
          </p:cNvPr>
          <p:cNvSpPr>
            <a:spLocks xmlns:a="http://schemas.openxmlformats.org/drawingml/2006/main" noGrp="1"/>
          </p:cNvSpPr>
          <p:nvPr/>
        </p:nvSpPr>
        <p:spPr>
          <a:xfrm xmlns:a="http://schemas.openxmlformats.org/drawingml/2006/main">
            <a:off x="7715250" y="27813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42B3F"/>
                </a:solidFill>
                <a:latin typeface="Arial"/>
                <a:ea typeface="Arial"/>
                <a:cs typeface="Arial"/>
              </a:defRPr>
            </a:pPr>
            <a:r>
              <a:rPr sz="2625" b="1">
                <a:solidFill>
                  <a:srgbClr val="142B3F"/>
                </a:solidFill>
                <a:latin typeface="Arial"/>
                <a:ea typeface="Arial"/>
                <a:cs typeface="Arial"/>
              </a:rPr>
              <a:t>4,096 blocks</a:t>
            </a:r>
          </a:p>
        </p:txBody>
      </p:sp>
      <p:sp>
        <p:nvSpPr>
          <p:cNvPr id="304" name="text-382">
            <a:extLst xmlns:a="http://schemas.openxmlformats.org/drawingml/2006/main">
              <a:ext uri="{FF2B5EF4-FFF2-40B4-BE49-F238E27FC236}">
                <a16:creationId xmlns:a16="http://schemas.microsoft.com/office/drawing/2014/main" id="{F38C423A-393F-49A1-9091-5A2B38EE484D}"/>
              </a:ext>
            </a:extLst>
          </p:cNvPr>
          <p:cNvSpPr>
            <a:spLocks xmlns:a="http://schemas.openxmlformats.org/drawingml/2006/main" noGrp="1"/>
          </p:cNvSpPr>
          <p:nvPr/>
        </p:nvSpPr>
        <p:spPr>
          <a:xfrm xmlns:a="http://schemas.openxmlformats.org/drawingml/2006/main">
            <a:off x="7715250" y="3362325"/>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42B3F"/>
                </a:solidFill>
                <a:latin typeface="Arial"/>
                <a:ea typeface="Arial"/>
                <a:cs typeface="Arial"/>
              </a:defRPr>
            </a:pPr>
            <a:r>
              <a:rPr sz="2625" b="0">
                <a:solidFill>
                  <a:srgbClr val="142B3F"/>
                </a:solidFill>
                <a:latin typeface="Arial"/>
                <a:ea typeface="Arial"/>
                <a:cs typeface="Arial"/>
              </a:rPr>
              <a:t>× 256 threads</a:t>
            </a:r>
          </a:p>
        </p:txBody>
      </p:sp>
      <p:sp>
        <p:nvSpPr>
          <p:cNvPr id="305" name="text-383">
            <a:extLst xmlns:a="http://schemas.openxmlformats.org/drawingml/2006/main">
              <a:ext uri="{FF2B5EF4-FFF2-40B4-BE49-F238E27FC236}">
                <a16:creationId xmlns:a16="http://schemas.microsoft.com/office/drawing/2014/main" id="{1D0724AA-9273-4A48-9BF2-8458C9FEE516}"/>
              </a:ext>
            </a:extLst>
          </p:cNvPr>
          <p:cNvSpPr>
            <a:spLocks xmlns:a="http://schemas.openxmlformats.org/drawingml/2006/main" noGrp="1"/>
          </p:cNvSpPr>
          <p:nvPr/>
        </p:nvSpPr>
        <p:spPr>
          <a:xfrm xmlns:a="http://schemas.openxmlformats.org/drawingml/2006/main">
            <a:off x="7715250" y="4019550"/>
            <a:ext cx="3619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087E8B"/>
                </a:solidFill>
                <a:latin typeface="Arial"/>
                <a:ea typeface="Arial"/>
                <a:cs typeface="Arial"/>
              </a:defRPr>
            </a:pPr>
            <a:r>
              <a:rPr sz="3225" b="1">
                <a:solidFill>
                  <a:srgbClr val="087E8B"/>
                </a:solidFill>
                <a:latin typeface="Arial"/>
                <a:ea typeface="Arial"/>
                <a:cs typeface="Arial"/>
              </a:rPr>
              <a:t>= 1,048,576</a:t>
            </a:r>
          </a:p>
        </p:txBody>
      </p:sp>
      <p:sp>
        <p:nvSpPr>
          <p:cNvPr id="306" name="text-384">
            <a:extLst xmlns:a="http://schemas.openxmlformats.org/drawingml/2006/main">
              <a:ext uri="{FF2B5EF4-FFF2-40B4-BE49-F238E27FC236}">
                <a16:creationId xmlns:a16="http://schemas.microsoft.com/office/drawing/2014/main" id="{7E2DB02C-2F68-4D23-AC35-84DB541F414F}"/>
              </a:ext>
            </a:extLst>
          </p:cNvPr>
          <p:cNvSpPr>
            <a:spLocks xmlns:a="http://schemas.openxmlformats.org/drawingml/2006/main" noGrp="1"/>
          </p:cNvSpPr>
          <p:nvPr/>
        </p:nvSpPr>
        <p:spPr>
          <a:xfrm xmlns:a="http://schemas.openxmlformats.org/drawingml/2006/main">
            <a:off x="7715250" y="4657725"/>
            <a:ext cx="361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launched threads</a:t>
            </a:r>
          </a:p>
        </p:txBody>
      </p:sp>
      <p:sp>
        <p:nvSpPr>
          <p:cNvPr id="307" name="text-385">
            <a:extLst xmlns:a="http://schemas.openxmlformats.org/drawingml/2006/main">
              <a:ext uri="{FF2B5EF4-FFF2-40B4-BE49-F238E27FC236}">
                <a16:creationId xmlns:a16="http://schemas.microsoft.com/office/drawing/2014/main" id="{39A094B2-97C8-4B16-AB20-9C4DD9591254}"/>
              </a:ext>
            </a:extLst>
          </p:cNvPr>
          <p:cNvSpPr>
            <a:spLocks xmlns:a="http://schemas.openxmlformats.org/drawingml/2006/main" noGrp="1"/>
          </p:cNvSpPr>
          <p:nvPr/>
        </p:nvSpPr>
        <p:spPr>
          <a:xfrm xmlns:a="http://schemas.openxmlformats.org/drawingml/2006/main">
            <a:off x="571500" y="5753100"/>
            <a:ext cx="1100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42B3F"/>
                </a:solidFill>
                <a:latin typeface="Consolas"/>
                <a:ea typeface="Consolas"/>
                <a:cs typeface="Consolas"/>
              </a:defRPr>
            </a:pPr>
            <a:r>
              <a:rPr sz="2100" b="0">
                <a:solidFill>
                  <a:srgbClr val="142B3F"/>
                </a:solidFill>
                <a:latin typeface="Consolas"/>
                <a:ea typeface="Consolas"/>
                <a:cs typeface="Consolas"/>
              </a:rPr>
              <a:t>rotate&lt;&lt;&lt;dim3(64,64), dim3(16,16)&gt;&gt;&gt;(...);</a:t>
            </a:r>
          </a:p>
        </p:txBody>
      </p:sp>
    </p:spTree>
    <p:extLst>
      <p:ext uri="{BB962C8B-B14F-4D97-AF65-F5344CB8AC3E}">
        <p14:creationId xmlns:p14="http://schemas.microsoft.com/office/powerpoint/2010/main" val="412710485"/>
      </p:ext>
    </p:extLst>
  </p:cSld>
</p:sld>
</file>

<file path=ppt/slides/slide4.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9" name="text-386">
            <a:extLst xmlns:a="http://schemas.openxmlformats.org/drawingml/2006/main">
              <a:ext uri="{FF2B5EF4-FFF2-40B4-BE49-F238E27FC236}">
                <a16:creationId xmlns:a16="http://schemas.microsoft.com/office/drawing/2014/main" id="{F6C500C9-BEAE-4CED-B352-FB1A9D01D7C6}"/>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Millions of threads share finite hardware</a:t>
            </a:r>
          </a:p>
        </p:txBody>
      </p:sp>
      <p:sp>
        <p:nvSpPr>
          <p:cNvPr id="2" name="text-387">
            <a:extLst xmlns:a="http://schemas.openxmlformats.org/drawingml/2006/main">
              <a:ext uri="{FF2B5EF4-FFF2-40B4-BE49-F238E27FC236}">
                <a16:creationId xmlns:a16="http://schemas.microsoft.com/office/drawing/2014/main" id="{1BD210C6-37B0-4D48-AB8F-B2ED66B4319F}"/>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[2] [6]. Full references in appendix and companion PDF.</a:t>
            </a:r>
          </a:p>
        </p:txBody>
      </p:sp>
      <p:sp>
        <p:nvSpPr>
          <p:cNvPr id="3" name="text-388">
            <a:extLst xmlns:a="http://schemas.openxmlformats.org/drawingml/2006/main">
              <a:ext uri="{FF2B5EF4-FFF2-40B4-BE49-F238E27FC236}">
                <a16:creationId xmlns:a16="http://schemas.microsoft.com/office/drawing/2014/main" id="{C6FE4477-0008-4DCD-9910-932AFCF41601}"/>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4</a:t>
            </a:r>
          </a:p>
        </p:txBody>
      </p:sp>
      <p:sp>
        <p:nvSpPr>
          <p:cNvPr id="4" name="text-389">
            <a:extLst xmlns:a="http://schemas.openxmlformats.org/drawingml/2006/main">
              <a:ext uri="{FF2B5EF4-FFF2-40B4-BE49-F238E27FC236}">
                <a16:creationId xmlns:a16="http://schemas.microsoft.com/office/drawing/2014/main" id="{DDB7E10D-2C87-4848-BF6A-3D92707640BC}"/>
              </a:ext>
            </a:extLst>
          </p:cNvPr>
          <p:cNvSpPr>
            <a:spLocks xmlns:a="http://schemas.openxmlformats.org/drawingml/2006/main" noGrp="1"/>
          </p:cNvSpPr>
          <p:nvPr/>
        </p:nvSpPr>
        <p:spPr>
          <a:xfrm xmlns:a="http://schemas.openxmlformats.org/drawingml/2006/main">
            <a:off x="571500" y="1733550"/>
            <a:ext cx="3238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Pending blocks</a:t>
            </a:r>
          </a:p>
        </p:txBody>
      </p:sp>
      <p:sp>
        <p:nvSpPr>
          <p:cNvPr id="5" name="diagram-390">
            <a:extLst xmlns:a="http://schemas.openxmlformats.org/drawingml/2006/main">
              <a:ext uri="{FF2B5EF4-FFF2-40B4-BE49-F238E27FC236}">
                <a16:creationId xmlns:a16="http://schemas.microsoft.com/office/drawing/2014/main" id="{4207AD15-32CA-4ED4-9F50-A3DAA26CCD17}"/>
              </a:ext>
            </a:extLst>
          </p:cNvPr>
          <p:cNvSpPr>
            <a:spLocks xmlns:a="http://schemas.openxmlformats.org/drawingml/2006/main" noGrp="1"/>
          </p:cNvSpPr>
          <p:nvPr/>
        </p:nvSpPr>
        <p:spPr>
          <a:xfrm xmlns:a="http://schemas.openxmlformats.org/drawingml/2006/main">
            <a:off x="714375" y="2438400"/>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B0</a:t>
            </a:r>
          </a:p>
        </p:txBody>
      </p:sp>
      <p:sp>
        <p:nvSpPr>
          <p:cNvPr id="6" name="diagram-391">
            <a:extLst xmlns:a="http://schemas.openxmlformats.org/drawingml/2006/main">
              <a:ext uri="{FF2B5EF4-FFF2-40B4-BE49-F238E27FC236}">
                <a16:creationId xmlns:a16="http://schemas.microsoft.com/office/drawing/2014/main" id="{C29CD92D-CFE3-413A-8686-57E342360F65}"/>
              </a:ext>
            </a:extLst>
          </p:cNvPr>
          <p:cNvSpPr>
            <a:spLocks xmlns:a="http://schemas.openxmlformats.org/drawingml/2006/main" noGrp="1"/>
          </p:cNvSpPr>
          <p:nvPr/>
        </p:nvSpPr>
        <p:spPr>
          <a:xfrm xmlns:a="http://schemas.openxmlformats.org/drawingml/2006/main">
            <a:off x="714375" y="3152775"/>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B1</a:t>
            </a:r>
          </a:p>
        </p:txBody>
      </p:sp>
      <p:sp>
        <p:nvSpPr>
          <p:cNvPr id="7" name="diagram-392">
            <a:extLst xmlns:a="http://schemas.openxmlformats.org/drawingml/2006/main">
              <a:ext uri="{FF2B5EF4-FFF2-40B4-BE49-F238E27FC236}">
                <a16:creationId xmlns:a16="http://schemas.microsoft.com/office/drawing/2014/main" id="{C6CF47D8-33A3-4C22-B781-15CC1701025F}"/>
              </a:ext>
            </a:extLst>
          </p:cNvPr>
          <p:cNvSpPr>
            <a:spLocks xmlns:a="http://schemas.openxmlformats.org/drawingml/2006/main" noGrp="1"/>
          </p:cNvSpPr>
          <p:nvPr/>
        </p:nvSpPr>
        <p:spPr>
          <a:xfrm xmlns:a="http://schemas.openxmlformats.org/drawingml/2006/main">
            <a:off x="714375" y="3867150"/>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B2</a:t>
            </a:r>
          </a:p>
        </p:txBody>
      </p:sp>
      <p:sp>
        <p:nvSpPr>
          <p:cNvPr id="8" name="diagram-393">
            <a:extLst xmlns:a="http://schemas.openxmlformats.org/drawingml/2006/main">
              <a:ext uri="{FF2B5EF4-FFF2-40B4-BE49-F238E27FC236}">
                <a16:creationId xmlns:a16="http://schemas.microsoft.com/office/drawing/2014/main" id="{D3CABA34-B2F6-40A1-AA62-22CCB32D0098}"/>
              </a:ext>
            </a:extLst>
          </p:cNvPr>
          <p:cNvSpPr>
            <a:spLocks xmlns:a="http://schemas.openxmlformats.org/drawingml/2006/main" noGrp="1"/>
          </p:cNvSpPr>
          <p:nvPr/>
        </p:nvSpPr>
        <p:spPr>
          <a:xfrm xmlns:a="http://schemas.openxmlformats.org/drawingml/2006/main">
            <a:off x="714375" y="4581525"/>
            <a:ext cx="2047875" cy="5334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More blocks</a:t>
            </a:r>
          </a:p>
        </p:txBody>
      </p:sp>
      <p:sp>
        <p:nvSpPr>
          <p:cNvPr id="9" name="diagram-394">
            <a:extLst xmlns:a="http://schemas.openxmlformats.org/drawingml/2006/main">
              <a:ext uri="{FF2B5EF4-FFF2-40B4-BE49-F238E27FC236}">
                <a16:creationId xmlns:a16="http://schemas.microsoft.com/office/drawing/2014/main" id="{26C308C5-1DF7-4E79-AC6E-9A71791D7949}"/>
              </a:ext>
            </a:extLst>
          </p:cNvPr>
          <p:cNvSpPr>
            <a:spLocks xmlns:a="http://schemas.openxmlformats.org/drawingml/2006/main" noGrp="1"/>
          </p:cNvSpPr>
          <p:nvPr/>
        </p:nvSpPr>
        <p:spPr>
          <a:xfrm xmlns:a="http://schemas.openxmlformats.org/drawingml/2006/main">
            <a:off x="4476750" y="1724025"/>
            <a:ext cx="6810375" cy="3790950"/>
          </a:xfrm>
          <a:prstGeom xmlns:a="http://schemas.openxmlformats.org/drawingml/2006/main" prst="rect">
            <a:avLst/>
          </a:prstGeom>
          <a:solidFill xmlns:a="http://schemas.openxmlformats.org/drawingml/2006/main">
            <a:srgbClr val="FFFFFF"/>
          </a:solidFill>
          <a:ln xmlns:a="http://schemas.openxmlformats.org/drawingml/2006/main" w="15240">
            <a:solidFill>
              <a:srgbClr val="142B3F"/>
            </a:solidFill>
          </a:ln>
        </p:spPr>
      </p:sp>
      <p:sp>
        <p:nvSpPr>
          <p:cNvPr id="10" name="text-395">
            <a:extLst xmlns:a="http://schemas.openxmlformats.org/drawingml/2006/main">
              <a:ext uri="{FF2B5EF4-FFF2-40B4-BE49-F238E27FC236}">
                <a16:creationId xmlns:a16="http://schemas.microsoft.com/office/drawing/2014/main" id="{B5FF2128-4E86-4B2D-AD0B-9E12B09CED39}"/>
              </a:ext>
            </a:extLst>
          </p:cNvPr>
          <p:cNvSpPr>
            <a:spLocks xmlns:a="http://schemas.openxmlformats.org/drawingml/2006/main" noGrp="1"/>
          </p:cNvSpPr>
          <p:nvPr/>
        </p:nvSpPr>
        <p:spPr>
          <a:xfrm xmlns:a="http://schemas.openxmlformats.org/drawingml/2006/main">
            <a:off x="4724400" y="1933575"/>
            <a:ext cx="6334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B3F"/>
                </a:solidFill>
                <a:latin typeface="Arial"/>
                <a:ea typeface="Arial"/>
                <a:cs typeface="Arial"/>
              </a:defRPr>
            </a:pPr>
            <a:r>
              <a:rPr sz="2250" b="1">
                <a:solidFill>
                  <a:srgbClr val="142B3F"/>
                </a:solidFill>
                <a:latin typeface="Arial"/>
                <a:ea typeface="Arial"/>
                <a:cs typeface="Arial"/>
              </a:rPr>
              <a:t>One streaming multiprocessor (SM)</a:t>
            </a:r>
          </a:p>
        </p:txBody>
      </p:sp>
      <p:sp>
        <p:nvSpPr>
          <p:cNvPr id="11" name="diagram-396">
            <a:extLst xmlns:a="http://schemas.openxmlformats.org/drawingml/2006/main">
              <a:ext uri="{FF2B5EF4-FFF2-40B4-BE49-F238E27FC236}">
                <a16:creationId xmlns:a16="http://schemas.microsoft.com/office/drawing/2014/main" id="{9A92AB51-4FED-4D83-A526-DD765B4864B5}"/>
              </a:ext>
            </a:extLst>
          </p:cNvPr>
          <p:cNvSpPr>
            <a:spLocks xmlns:a="http://schemas.openxmlformats.org/drawingml/2006/main" noGrp="1"/>
          </p:cNvSpPr>
          <p:nvPr/>
        </p:nvSpPr>
        <p:spPr>
          <a:xfrm xmlns:a="http://schemas.openxmlformats.org/drawingml/2006/main">
            <a:off x="4791075" y="2590800"/>
            <a:ext cx="2590800" cy="2552700"/>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sp>
      <p:sp>
        <p:nvSpPr>
          <p:cNvPr id="12" name="text-397">
            <a:extLst xmlns:a="http://schemas.openxmlformats.org/drawingml/2006/main">
              <a:ext uri="{FF2B5EF4-FFF2-40B4-BE49-F238E27FC236}">
                <a16:creationId xmlns:a16="http://schemas.microsoft.com/office/drawing/2014/main" id="{99694B6E-BC10-43E1-B300-27EC7C4E5165}"/>
              </a:ext>
            </a:extLst>
          </p:cNvPr>
          <p:cNvSpPr>
            <a:spLocks xmlns:a="http://schemas.openxmlformats.org/drawingml/2006/main" noGrp="1"/>
          </p:cNvSpPr>
          <p:nvPr/>
        </p:nvSpPr>
        <p:spPr>
          <a:xfrm xmlns:a="http://schemas.openxmlformats.org/drawingml/2006/main">
            <a:off x="4943475" y="2733675"/>
            <a:ext cx="2257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42B3F"/>
                </a:solidFill>
                <a:latin typeface="Arial"/>
                <a:ea typeface="Arial"/>
                <a:cs typeface="Arial"/>
              </a:defRPr>
            </a:pPr>
            <a:r>
              <a:rPr sz="1800" b="1">
                <a:solidFill>
                  <a:srgbClr val="142B3F"/>
                </a:solidFill>
                <a:latin typeface="Arial"/>
                <a:ea typeface="Arial"/>
                <a:cs typeface="Arial"/>
              </a:rPr>
              <a:t>Resident block</a:t>
            </a:r>
          </a:p>
        </p:txBody>
      </p:sp>
      <p:sp>
        <p:nvSpPr>
          <p:cNvPr id="13" name="diagram-398">
            <a:extLst xmlns:a="http://schemas.openxmlformats.org/drawingml/2006/main">
              <a:ext uri="{FF2B5EF4-FFF2-40B4-BE49-F238E27FC236}">
                <a16:creationId xmlns:a16="http://schemas.microsoft.com/office/drawing/2014/main" id="{B60866E8-7D9F-4662-AC28-50D2DA16A46E}"/>
              </a:ext>
            </a:extLst>
          </p:cNvPr>
          <p:cNvSpPr>
            <a:spLocks xmlns:a="http://schemas.openxmlformats.org/drawingml/2006/main" noGrp="1"/>
          </p:cNvSpPr>
          <p:nvPr/>
        </p:nvSpPr>
        <p:spPr>
          <a:xfrm xmlns:a="http://schemas.openxmlformats.org/drawingml/2006/main">
            <a:off x="5019675" y="3238500"/>
            <a:ext cx="971550" cy="266700"/>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0</a:t>
            </a:r>
          </a:p>
        </p:txBody>
      </p:sp>
      <p:sp>
        <p:nvSpPr>
          <p:cNvPr id="14" name="diagram-399">
            <a:extLst xmlns:a="http://schemas.openxmlformats.org/drawingml/2006/main">
              <a:ext uri="{FF2B5EF4-FFF2-40B4-BE49-F238E27FC236}">
                <a16:creationId xmlns:a16="http://schemas.microsoft.com/office/drawing/2014/main" id="{CE9FA126-BF60-4F22-B494-2B2328FE7529}"/>
              </a:ext>
            </a:extLst>
          </p:cNvPr>
          <p:cNvSpPr>
            <a:spLocks xmlns:a="http://schemas.openxmlformats.org/drawingml/2006/main" noGrp="1"/>
          </p:cNvSpPr>
          <p:nvPr/>
        </p:nvSpPr>
        <p:spPr>
          <a:xfrm xmlns:a="http://schemas.openxmlformats.org/drawingml/2006/main">
            <a:off x="6076950" y="32385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1</a:t>
            </a:r>
          </a:p>
        </p:txBody>
      </p:sp>
      <p:sp>
        <p:nvSpPr>
          <p:cNvPr id="15" name="diagram-400">
            <a:extLst xmlns:a="http://schemas.openxmlformats.org/drawingml/2006/main">
              <a:ext uri="{FF2B5EF4-FFF2-40B4-BE49-F238E27FC236}">
                <a16:creationId xmlns:a16="http://schemas.microsoft.com/office/drawing/2014/main" id="{D0D7A7A3-2791-4A16-8170-5D19BC70E09B}"/>
              </a:ext>
            </a:extLst>
          </p:cNvPr>
          <p:cNvSpPr>
            <a:spLocks xmlns:a="http://schemas.openxmlformats.org/drawingml/2006/main" noGrp="1"/>
          </p:cNvSpPr>
          <p:nvPr/>
        </p:nvSpPr>
        <p:spPr>
          <a:xfrm xmlns:a="http://schemas.openxmlformats.org/drawingml/2006/main">
            <a:off x="5019675" y="35623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2</a:t>
            </a:r>
          </a:p>
        </p:txBody>
      </p:sp>
      <p:sp>
        <p:nvSpPr>
          <p:cNvPr id="16" name="diagram-401">
            <a:extLst xmlns:a="http://schemas.openxmlformats.org/drawingml/2006/main">
              <a:ext uri="{FF2B5EF4-FFF2-40B4-BE49-F238E27FC236}">
                <a16:creationId xmlns:a16="http://schemas.microsoft.com/office/drawing/2014/main" id="{375FBF7B-18C5-47EE-B00D-2C5204BF2C74}"/>
              </a:ext>
            </a:extLst>
          </p:cNvPr>
          <p:cNvSpPr>
            <a:spLocks xmlns:a="http://schemas.openxmlformats.org/drawingml/2006/main" noGrp="1"/>
          </p:cNvSpPr>
          <p:nvPr/>
        </p:nvSpPr>
        <p:spPr>
          <a:xfrm xmlns:a="http://schemas.openxmlformats.org/drawingml/2006/main">
            <a:off x="6076950" y="35623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3</a:t>
            </a:r>
          </a:p>
        </p:txBody>
      </p:sp>
      <p:sp>
        <p:nvSpPr>
          <p:cNvPr id="17" name="diagram-402">
            <a:extLst xmlns:a="http://schemas.openxmlformats.org/drawingml/2006/main">
              <a:ext uri="{FF2B5EF4-FFF2-40B4-BE49-F238E27FC236}">
                <a16:creationId xmlns:a16="http://schemas.microsoft.com/office/drawing/2014/main" id="{256283F7-3A62-481E-94D4-7B0BAAA8F159}"/>
              </a:ext>
            </a:extLst>
          </p:cNvPr>
          <p:cNvSpPr>
            <a:spLocks xmlns:a="http://schemas.openxmlformats.org/drawingml/2006/main" noGrp="1"/>
          </p:cNvSpPr>
          <p:nvPr/>
        </p:nvSpPr>
        <p:spPr>
          <a:xfrm xmlns:a="http://schemas.openxmlformats.org/drawingml/2006/main">
            <a:off x="5019675" y="38862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4</a:t>
            </a:r>
          </a:p>
        </p:txBody>
      </p:sp>
      <p:sp>
        <p:nvSpPr>
          <p:cNvPr id="18" name="diagram-403">
            <a:extLst xmlns:a="http://schemas.openxmlformats.org/drawingml/2006/main">
              <a:ext uri="{FF2B5EF4-FFF2-40B4-BE49-F238E27FC236}">
                <a16:creationId xmlns:a16="http://schemas.microsoft.com/office/drawing/2014/main" id="{B91A3D34-2CD3-4A78-8B6D-1DF03B599F52}"/>
              </a:ext>
            </a:extLst>
          </p:cNvPr>
          <p:cNvSpPr>
            <a:spLocks xmlns:a="http://schemas.openxmlformats.org/drawingml/2006/main" noGrp="1"/>
          </p:cNvSpPr>
          <p:nvPr/>
        </p:nvSpPr>
        <p:spPr>
          <a:xfrm xmlns:a="http://schemas.openxmlformats.org/drawingml/2006/main">
            <a:off x="6076950" y="388620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5</a:t>
            </a:r>
          </a:p>
        </p:txBody>
      </p:sp>
      <p:sp>
        <p:nvSpPr>
          <p:cNvPr id="19" name="diagram-404">
            <a:extLst xmlns:a="http://schemas.openxmlformats.org/drawingml/2006/main">
              <a:ext uri="{FF2B5EF4-FFF2-40B4-BE49-F238E27FC236}">
                <a16:creationId xmlns:a16="http://schemas.microsoft.com/office/drawing/2014/main" id="{8CFD4910-D9F5-4452-BC93-2A5BF813833F}"/>
              </a:ext>
            </a:extLst>
          </p:cNvPr>
          <p:cNvSpPr>
            <a:spLocks xmlns:a="http://schemas.openxmlformats.org/drawingml/2006/main" noGrp="1"/>
          </p:cNvSpPr>
          <p:nvPr/>
        </p:nvSpPr>
        <p:spPr>
          <a:xfrm xmlns:a="http://schemas.openxmlformats.org/drawingml/2006/main">
            <a:off x="5019675" y="42100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6</a:t>
            </a:r>
          </a:p>
        </p:txBody>
      </p:sp>
      <p:sp>
        <p:nvSpPr>
          <p:cNvPr id="20" name="diagram-405">
            <a:extLst xmlns:a="http://schemas.openxmlformats.org/drawingml/2006/main">
              <a:ext uri="{FF2B5EF4-FFF2-40B4-BE49-F238E27FC236}">
                <a16:creationId xmlns:a16="http://schemas.microsoft.com/office/drawing/2014/main" id="{CD898A47-5926-43A1-AB93-D93131D2BED5}"/>
              </a:ext>
            </a:extLst>
          </p:cNvPr>
          <p:cNvSpPr>
            <a:spLocks xmlns:a="http://schemas.openxmlformats.org/drawingml/2006/main" noGrp="1"/>
          </p:cNvSpPr>
          <p:nvPr/>
        </p:nvSpPr>
        <p:spPr>
          <a:xfrm xmlns:a="http://schemas.openxmlformats.org/drawingml/2006/main">
            <a:off x="6076950" y="4210050"/>
            <a:ext cx="971550" cy="266700"/>
          </a:xfrm>
          <a:prstGeom xmlns:a="http://schemas.openxmlformats.org/drawingml/2006/main" prst="rect">
            <a:avLst/>
          </a:prstGeom>
          <a:solidFill xmlns:a="http://schemas.openxmlformats.org/drawingml/2006/main">
            <a:srgbClr val="FFFFFF"/>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275" b="0">
                <a:solidFill>
                  <a:srgbClr val="142B3F"/>
                </a:solidFill>
                <a:latin typeface="Arial"/>
                <a:ea typeface="Arial"/>
                <a:cs typeface="Arial"/>
              </a:defRPr>
            </a:pPr>
            <a:r>
              <a:rPr sz="1275" b="0">
                <a:solidFill>
                  <a:srgbClr val="142B3F"/>
                </a:solidFill>
                <a:latin typeface="Arial"/>
                <a:ea typeface="Arial"/>
                <a:cs typeface="Arial"/>
              </a:rPr>
              <a:t>Warp 7</a:t>
            </a:r>
          </a:p>
        </p:txBody>
      </p:sp>
      <p:sp>
        <p:nvSpPr>
          <p:cNvPr id="21" name="text-406">
            <a:extLst xmlns:a="http://schemas.openxmlformats.org/drawingml/2006/main">
              <a:ext uri="{FF2B5EF4-FFF2-40B4-BE49-F238E27FC236}">
                <a16:creationId xmlns:a16="http://schemas.microsoft.com/office/drawing/2014/main" id="{520FBF98-853F-4D01-80F1-89F14EB56288}"/>
              </a:ext>
            </a:extLst>
          </p:cNvPr>
          <p:cNvSpPr>
            <a:spLocks xmlns:a="http://schemas.openxmlformats.org/drawingml/2006/main" noGrp="1"/>
          </p:cNvSpPr>
          <p:nvPr/>
        </p:nvSpPr>
        <p:spPr>
          <a:xfrm xmlns:a="http://schemas.openxmlformats.org/drawingml/2006/main">
            <a:off x="4933950" y="4600575"/>
            <a:ext cx="230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8 warps × 32 threads</a:t>
            </a:r>
          </a:p>
          <a:p xmlns:a="http://schemas.openxmlformats.org/drawingml/2006/main">
            <a:pPr algn="ctr">
              <a:defRPr sz="1575" b="0">
                <a:solidFill>
                  <a:srgbClr val="142B3F"/>
                </a:solidFill>
                <a:latin typeface="Arial"/>
                <a:ea typeface="Arial"/>
                <a:cs typeface="Arial"/>
              </a:defRPr>
            </a:pPr>
            <a:r>
              <a:rPr sz="1575" b="0">
                <a:solidFill>
                  <a:srgbClr val="142B3F"/>
                </a:solidFill>
                <a:latin typeface="Arial"/>
                <a:ea typeface="Arial"/>
                <a:cs typeface="Arial"/>
              </a:rPr>
              <a:t>= 256 threads</a:t>
            </a:r>
          </a:p>
        </p:txBody>
      </p:sp>
      <p:sp>
        <p:nvSpPr>
          <p:cNvPr id="22" name="diagram-407">
            <a:extLst xmlns:a="http://schemas.openxmlformats.org/drawingml/2006/main">
              <a:ext uri="{FF2B5EF4-FFF2-40B4-BE49-F238E27FC236}">
                <a16:creationId xmlns:a16="http://schemas.microsoft.com/office/drawing/2014/main" id="{9B262849-1950-4CB5-B05D-C8E940A8C2C7}"/>
              </a:ext>
            </a:extLst>
          </p:cNvPr>
          <p:cNvSpPr>
            <a:spLocks xmlns:a="http://schemas.openxmlformats.org/drawingml/2006/main" noGrp="1"/>
          </p:cNvSpPr>
          <p:nvPr/>
        </p:nvSpPr>
        <p:spPr>
          <a:xfrm xmlns:a="http://schemas.openxmlformats.org/drawingml/2006/main">
            <a:off x="8010525" y="2819400"/>
            <a:ext cx="2924175" cy="8096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Warp scheduler</a:t>
            </a:r>
          </a:p>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Selects ready instructions</a:t>
            </a:r>
          </a:p>
        </p:txBody>
      </p:sp>
      <p:sp>
        <p:nvSpPr>
          <p:cNvPr id="23" name="diagram-408">
            <a:extLst xmlns:a="http://schemas.openxmlformats.org/drawingml/2006/main">
              <a:ext uri="{FF2B5EF4-FFF2-40B4-BE49-F238E27FC236}">
                <a16:creationId xmlns:a16="http://schemas.microsoft.com/office/drawing/2014/main" id="{C98DCFE1-4FD1-4DA7-AA1B-69436F197AC7}"/>
              </a:ext>
            </a:extLst>
          </p:cNvPr>
          <p:cNvSpPr>
            <a:spLocks xmlns:a="http://schemas.openxmlformats.org/drawingml/2006/main" noGrp="1"/>
          </p:cNvSpPr>
          <p:nvPr/>
        </p:nvSpPr>
        <p:spPr>
          <a:xfrm xmlns:a="http://schemas.openxmlformats.org/drawingml/2006/main">
            <a:off x="8010525" y="4238625"/>
            <a:ext cx="2924175" cy="8096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Execution units</a:t>
            </a:r>
          </a:p>
          <a:p xmlns:a="http://schemas.openxmlformats.org/drawingml/2006/main">
            <a:pPr algn="ctr">
              <a:defRPr sz="1800" b="0">
                <a:solidFill>
                  <a:srgbClr val="142B3F"/>
                </a:solidFill>
                <a:latin typeface="Arial"/>
                <a:ea typeface="Arial"/>
                <a:cs typeface="Arial"/>
              </a:defRPr>
            </a:pPr>
            <a:r>
              <a:rPr sz="1800" b="0">
                <a:solidFill>
                  <a:srgbClr val="142B3F"/>
                </a:solidFill>
                <a:latin typeface="Arial"/>
                <a:ea typeface="Arial"/>
                <a:cs typeface="Arial"/>
              </a:rPr>
              <a:t>Including CUDA cores</a:t>
            </a:r>
          </a:p>
        </p:txBody>
      </p:sp>
      <p:cxnSp>
        <p:nvCxnSpPr>
          <p:cNvPr id="52" name=""/>
          <p:cNvCxnSpPr>
            <a:stCxn xmlns:a="http://schemas.openxmlformats.org/drawingml/2006/main" id="5" idx="3"/>
            <a:endCxn xmlns:a="http://schemas.openxmlformats.org/drawingml/2006/main" id="11" idx="1"/>
          </p:cNvCxnSpPr>
          <p:nvPr/>
        </p:nvCxnSpPr>
        <p:spPr>
          <a:xfrm xmlns:a="http://schemas.openxmlformats.org/drawingml/2006/main">
            <a:off x="2762250" y="2705100"/>
            <a:ext cx="2028825" cy="1162050"/>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53" name=""/>
          <p:cNvCxnSpPr>
            <a:stCxn xmlns:a="http://schemas.openxmlformats.org/drawingml/2006/main" id="11" idx="3"/>
            <a:endCxn xmlns:a="http://schemas.openxmlformats.org/drawingml/2006/main" id="22" idx="1"/>
          </p:cNvCxnSpPr>
          <p:nvPr/>
        </p:nvCxnSpPr>
        <p:spPr>
          <a:xfrm xmlns:a="http://schemas.openxmlformats.org/drawingml/2006/main" flipV="1">
            <a:off x="7381875" y="3224213"/>
            <a:ext cx="628650" cy="642938"/>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54" name=""/>
          <p:cNvCxnSpPr>
            <a:stCxn xmlns:a="http://schemas.openxmlformats.org/drawingml/2006/main" id="22" idx="2"/>
            <a:endCxn xmlns:a="http://schemas.openxmlformats.org/drawingml/2006/main" id="23" idx="0"/>
          </p:cNvCxnSpPr>
          <p:nvPr/>
        </p:nvCxnSpPr>
        <p:spPr>
          <a:xfrm xmlns:a="http://schemas.openxmlformats.org/drawingml/2006/main">
            <a:off x="9472613" y="3629025"/>
            <a:ext cx="0" cy="60960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27" name="text-409">
            <a:extLst xmlns:a="http://schemas.openxmlformats.org/drawingml/2006/main">
              <a:ext uri="{FF2B5EF4-FFF2-40B4-BE49-F238E27FC236}">
                <a16:creationId xmlns:a16="http://schemas.microsoft.com/office/drawing/2014/main" id="{CA8AAD93-FA63-4B6E-ADA0-3A543B647107}"/>
              </a:ext>
            </a:extLst>
          </p:cNvPr>
          <p:cNvSpPr>
            <a:spLocks xmlns:a="http://schemas.openxmlformats.org/drawingml/2006/main" noGrp="1"/>
          </p:cNvSpPr>
          <p:nvPr/>
        </p:nvSpPr>
        <p:spPr>
          <a:xfrm xmlns:a="http://schemas.openxmlformats.org/drawingml/2006/main">
            <a:off x="571500" y="5410200"/>
            <a:ext cx="361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Blocks enter as resources</a:t>
            </a:r>
          </a:p>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become available</a:t>
            </a:r>
          </a:p>
        </p:txBody>
      </p:sp>
      <p:sp>
        <p:nvSpPr>
          <p:cNvPr id="28" name="text-410">
            <a:extLst xmlns:a="http://schemas.openxmlformats.org/drawingml/2006/main">
              <a:ext uri="{FF2B5EF4-FFF2-40B4-BE49-F238E27FC236}">
                <a16:creationId xmlns:a16="http://schemas.microsoft.com/office/drawing/2014/main" id="{201D5668-A3E2-4754-A643-CC0ECB84362A}"/>
              </a:ext>
            </a:extLst>
          </p:cNvPr>
          <p:cNvSpPr>
            <a:spLocks xmlns:a="http://schemas.openxmlformats.org/drawingml/2006/main" noGrp="1"/>
          </p:cNvSpPr>
          <p:nvPr/>
        </p:nvSpPr>
        <p:spPr>
          <a:xfrm xmlns:a="http://schemas.openxmlformats.org/drawingml/2006/main">
            <a:off x="4476750" y="5762625"/>
            <a:ext cx="685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087E8B"/>
                </a:solidFill>
                <a:latin typeface="Arial"/>
                <a:ea typeface="Arial"/>
                <a:cs typeface="Arial"/>
              </a:defRPr>
            </a:pPr>
            <a:r>
              <a:rPr sz="1875" b="0">
                <a:solidFill>
                  <a:srgbClr val="087E8B"/>
                </a:solidFill>
                <a:latin typeface="Arial"/>
                <a:ea typeface="Arial"/>
                <a:cs typeface="Arial"/>
              </a:rPr>
              <a:t>Many SMs execute work concurrently. Core reuse continues over time.</a:t>
            </a:r>
          </a:p>
        </p:txBody>
      </p:sp>
    </p:spTree>
    <p:extLst>
      <p:ext uri="{BB962C8B-B14F-4D97-AF65-F5344CB8AC3E}">
        <p14:creationId xmlns:p14="http://schemas.microsoft.com/office/powerpoint/2010/main" val="1614116546"/>
      </p:ext>
    </p:extLst>
  </p:cSld>
</p:sld>
</file>

<file path=ppt/slides/slide5.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8" name="text-411">
            <a:extLst xmlns:a="http://schemas.openxmlformats.org/drawingml/2006/main">
              <a:ext uri="{FF2B5EF4-FFF2-40B4-BE49-F238E27FC236}">
                <a16:creationId xmlns:a16="http://schemas.microsoft.com/office/drawing/2014/main" id="{D93B1C08-6D02-470D-A86C-C111A8CB0356}"/>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Image size and transfer overhead</a:t>
            </a:r>
          </a:p>
        </p:txBody>
      </p:sp>
      <p:sp>
        <p:nvSpPr>
          <p:cNvPr id="2" name="text-412">
            <a:extLst xmlns:a="http://schemas.openxmlformats.org/drawingml/2006/main">
              <a:ext uri="{FF2B5EF4-FFF2-40B4-BE49-F238E27FC236}">
                <a16:creationId xmlns:a16="http://schemas.microsoft.com/office/drawing/2014/main" id="{22985D76-FAFB-4B2D-A6CA-9E1227BA9FF9}"/>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[3] [7]. Full references in appendix and companion PDF.</a:t>
            </a:r>
          </a:p>
        </p:txBody>
      </p:sp>
      <p:sp>
        <p:nvSpPr>
          <p:cNvPr id="3" name="text-413">
            <a:extLst xmlns:a="http://schemas.openxmlformats.org/drawingml/2006/main">
              <a:ext uri="{FF2B5EF4-FFF2-40B4-BE49-F238E27FC236}">
                <a16:creationId xmlns:a16="http://schemas.microsoft.com/office/drawing/2014/main" id="{1954E38C-9629-4D62-BCA7-EBD12E68F391}"/>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5</a:t>
            </a:r>
          </a:p>
        </p:txBody>
      </p:sp>
      <p:sp>
        <p:nvSpPr>
          <p:cNvPr id="4" name="text-414">
            <a:extLst xmlns:a="http://schemas.openxmlformats.org/drawingml/2006/main">
              <a:ext uri="{FF2B5EF4-FFF2-40B4-BE49-F238E27FC236}">
                <a16:creationId xmlns:a16="http://schemas.microsoft.com/office/drawing/2014/main" id="{78C19CD3-5E5C-4016-9BD6-FA3212D42024}"/>
              </a:ext>
            </a:extLst>
          </p:cNvPr>
          <p:cNvSpPr>
            <a:spLocks xmlns:a="http://schemas.openxmlformats.org/drawingml/2006/main" noGrp="1"/>
          </p:cNvSpPr>
          <p:nvPr/>
        </p:nvSpPr>
        <p:spPr>
          <a:xfrm xmlns:a="http://schemas.openxmlformats.org/drawingml/2006/main">
            <a:off x="571500" y="16097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42B3F"/>
                </a:solidFill>
                <a:latin typeface="Arial"/>
                <a:ea typeface="Arial"/>
                <a:cs typeface="Arial"/>
              </a:defRPr>
            </a:pPr>
            <a:r>
              <a:rPr sz="2700" b="1">
                <a:solidFill>
                  <a:srgbClr val="142B3F"/>
                </a:solidFill>
                <a:latin typeface="Arial"/>
                <a:ea typeface="Arial"/>
                <a:cs typeface="Arial"/>
              </a:rPr>
              <a:t>GPU total = setup + H2D + kernel + D2H</a:t>
            </a:r>
          </a:p>
        </p:txBody>
      </p:sp>
      <p:sp>
        <p:nvSpPr>
          <p:cNvPr id="5" name="diagram-415">
            <a:extLst xmlns:a="http://schemas.openxmlformats.org/drawingml/2006/main">
              <a:ext uri="{FF2B5EF4-FFF2-40B4-BE49-F238E27FC236}">
                <a16:creationId xmlns:a16="http://schemas.microsoft.com/office/drawing/2014/main" id="{348CE905-CE22-4BE0-B2A4-04AB555FCED5}"/>
              </a:ext>
            </a:extLst>
          </p:cNvPr>
          <p:cNvSpPr>
            <a:spLocks xmlns:a="http://schemas.openxmlformats.org/drawingml/2006/main" noGrp="1"/>
          </p:cNvSpPr>
          <p:nvPr/>
        </p:nvSpPr>
        <p:spPr>
          <a:xfrm xmlns:a="http://schemas.openxmlformats.org/drawingml/2006/main">
            <a:off x="57150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Setup / launch</a:t>
            </a:r>
          </a:p>
        </p:txBody>
      </p:sp>
      <p:sp>
        <p:nvSpPr>
          <p:cNvPr id="6" name="flow-416">
            <a:extLst xmlns:a="http://schemas.openxmlformats.org/drawingml/2006/main">
              <a:ext uri="{FF2B5EF4-FFF2-40B4-BE49-F238E27FC236}">
                <a16:creationId xmlns:a16="http://schemas.microsoft.com/office/drawing/2014/main" id="{448699EC-790C-459D-A0A8-8AB536EFD858}"/>
              </a:ext>
            </a:extLst>
          </p:cNvPr>
          <p:cNvSpPr>
            <a:spLocks xmlns:a="http://schemas.openxmlformats.org/drawingml/2006/main" noGrp="1"/>
          </p:cNvSpPr>
          <p:nvPr/>
        </p:nvSpPr>
        <p:spPr>
          <a:xfrm xmlns:a="http://schemas.openxmlformats.org/drawingml/2006/main">
            <a:off x="314325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7" name="diagram-417">
            <a:extLst xmlns:a="http://schemas.openxmlformats.org/drawingml/2006/main">
              <a:ext uri="{FF2B5EF4-FFF2-40B4-BE49-F238E27FC236}">
                <a16:creationId xmlns:a16="http://schemas.microsoft.com/office/drawing/2014/main" id="{15FA1B47-D40C-4DE6-92F9-13701D035B38}"/>
              </a:ext>
            </a:extLst>
          </p:cNvPr>
          <p:cNvSpPr>
            <a:spLocks xmlns:a="http://schemas.openxmlformats.org/drawingml/2006/main" noGrp="1"/>
          </p:cNvSpPr>
          <p:nvPr/>
        </p:nvSpPr>
        <p:spPr>
          <a:xfrm xmlns:a="http://schemas.openxmlformats.org/drawingml/2006/main">
            <a:off x="337185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Input copy</a:t>
            </a:r>
          </a:p>
        </p:txBody>
      </p:sp>
      <p:sp>
        <p:nvSpPr>
          <p:cNvPr id="8" name="flow-418">
            <a:extLst xmlns:a="http://schemas.openxmlformats.org/drawingml/2006/main">
              <a:ext uri="{FF2B5EF4-FFF2-40B4-BE49-F238E27FC236}">
                <a16:creationId xmlns:a16="http://schemas.microsoft.com/office/drawing/2014/main" id="{7C96806F-1E82-4AE3-8831-6863340F921C}"/>
              </a:ext>
            </a:extLst>
          </p:cNvPr>
          <p:cNvSpPr>
            <a:spLocks xmlns:a="http://schemas.openxmlformats.org/drawingml/2006/main" noGrp="1"/>
          </p:cNvSpPr>
          <p:nvPr/>
        </p:nvSpPr>
        <p:spPr>
          <a:xfrm xmlns:a="http://schemas.openxmlformats.org/drawingml/2006/main">
            <a:off x="594360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9" name="diagram-419">
            <a:extLst xmlns:a="http://schemas.openxmlformats.org/drawingml/2006/main">
              <a:ext uri="{FF2B5EF4-FFF2-40B4-BE49-F238E27FC236}">
                <a16:creationId xmlns:a16="http://schemas.microsoft.com/office/drawing/2014/main" id="{CC1A32B1-B3D8-48CC-B295-15704CDF5BC0}"/>
              </a:ext>
            </a:extLst>
          </p:cNvPr>
          <p:cNvSpPr>
            <a:spLocks xmlns:a="http://schemas.openxmlformats.org/drawingml/2006/main" noGrp="1"/>
          </p:cNvSpPr>
          <p:nvPr/>
        </p:nvSpPr>
        <p:spPr>
          <a:xfrm xmlns:a="http://schemas.openxmlformats.org/drawingml/2006/main">
            <a:off x="6172200" y="2533650"/>
            <a:ext cx="2533650"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Rotation kernel</a:t>
            </a:r>
          </a:p>
        </p:txBody>
      </p:sp>
      <p:sp>
        <p:nvSpPr>
          <p:cNvPr id="10" name="flow-420">
            <a:extLst xmlns:a="http://schemas.openxmlformats.org/drawingml/2006/main">
              <a:ext uri="{FF2B5EF4-FFF2-40B4-BE49-F238E27FC236}">
                <a16:creationId xmlns:a16="http://schemas.microsoft.com/office/drawing/2014/main" id="{5AE10360-70F4-420B-A9B9-81BD9345E07B}"/>
              </a:ext>
            </a:extLst>
          </p:cNvPr>
          <p:cNvSpPr>
            <a:spLocks xmlns:a="http://schemas.openxmlformats.org/drawingml/2006/main" noGrp="1"/>
          </p:cNvSpPr>
          <p:nvPr/>
        </p:nvSpPr>
        <p:spPr>
          <a:xfrm xmlns:a="http://schemas.openxmlformats.org/drawingml/2006/main">
            <a:off x="8743950" y="2771775"/>
            <a:ext cx="200025" cy="209550"/>
          </a:xfrm>
          <a:prstGeom xmlns:a="http://schemas.openxmlformats.org/drawingml/2006/main" prst="rightArrow">
            <a:avLst/>
          </a:prstGeom>
          <a:solidFill xmlns:a="http://schemas.openxmlformats.org/drawingml/2006/main">
            <a:srgbClr val="087E8B"/>
          </a:solidFill>
          <a:ln xmlns:a="http://schemas.openxmlformats.org/drawingml/2006/main" w="0">
            <a:noFill/>
          </a:ln>
        </p:spPr>
      </p:sp>
      <p:sp>
        <p:nvSpPr>
          <p:cNvPr id="11" name="diagram-421">
            <a:extLst xmlns:a="http://schemas.openxmlformats.org/drawingml/2006/main">
              <a:ext uri="{FF2B5EF4-FFF2-40B4-BE49-F238E27FC236}">
                <a16:creationId xmlns:a16="http://schemas.microsoft.com/office/drawing/2014/main" id="{1B7B3541-D7EC-4AE6-BA51-763821913D7D}"/>
              </a:ext>
            </a:extLst>
          </p:cNvPr>
          <p:cNvSpPr>
            <a:spLocks xmlns:a="http://schemas.openxmlformats.org/drawingml/2006/main" noGrp="1"/>
          </p:cNvSpPr>
          <p:nvPr/>
        </p:nvSpPr>
        <p:spPr>
          <a:xfrm xmlns:a="http://schemas.openxmlformats.org/drawingml/2006/main">
            <a:off x="8972550" y="2533650"/>
            <a:ext cx="2533650"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Output copy</a:t>
            </a:r>
          </a:p>
        </p:txBody>
      </p:sp>
      <p:sp>
        <p:nvSpPr>
          <p:cNvPr id="12" name="text-422">
            <a:extLst xmlns:a="http://schemas.openxmlformats.org/drawingml/2006/main">
              <a:ext uri="{FF2B5EF4-FFF2-40B4-BE49-F238E27FC236}">
                <a16:creationId xmlns:a16="http://schemas.microsoft.com/office/drawing/2014/main" id="{9A5148F9-9E56-4A90-9C79-C9F163CAA943}"/>
              </a:ext>
            </a:extLst>
          </p:cNvPr>
          <p:cNvSpPr>
            <a:spLocks xmlns:a="http://schemas.openxmlformats.org/drawingml/2006/main" noGrp="1"/>
          </p:cNvSpPr>
          <p:nvPr/>
        </p:nvSpPr>
        <p:spPr>
          <a:xfrm xmlns:a="http://schemas.openxmlformats.org/drawingml/2006/main">
            <a:off x="571500" y="338137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96274"/>
                </a:solidFill>
                <a:latin typeface="Arial"/>
                <a:ea typeface="Arial"/>
                <a:cs typeface="Arial"/>
              </a:defRPr>
            </a:pPr>
            <a:r>
              <a:rPr sz="1575" b="0">
                <a:solidFill>
                  <a:srgbClr val="496274"/>
                </a:solidFill>
                <a:latin typeface="Arial"/>
                <a:ea typeface="Arial"/>
                <a:cs typeface="Arial"/>
              </a:rPr>
              <a:t>Sequence only. Box widths do not represent measured times.</a:t>
            </a:r>
          </a:p>
        </p:txBody>
      </p:sp>
      <p:sp>
        <p:nvSpPr>
          <p:cNvPr id="13" name="text-423">
            <a:extLst xmlns:a="http://schemas.openxmlformats.org/drawingml/2006/main">
              <a:ext uri="{FF2B5EF4-FFF2-40B4-BE49-F238E27FC236}">
                <a16:creationId xmlns:a16="http://schemas.microsoft.com/office/drawing/2014/main" id="{93163F94-EB81-4470-BA06-0046C112BE68}"/>
              </a:ext>
            </a:extLst>
          </p:cNvPr>
          <p:cNvSpPr>
            <a:spLocks xmlns:a="http://schemas.openxmlformats.org/drawingml/2006/main" noGrp="1"/>
          </p:cNvSpPr>
          <p:nvPr/>
        </p:nvSpPr>
        <p:spPr>
          <a:xfrm xmlns:a="http://schemas.openxmlformats.org/drawingml/2006/main">
            <a:off x="571500" y="40100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Larger images</a:t>
            </a:r>
          </a:p>
        </p:txBody>
      </p:sp>
      <p:sp>
        <p:nvSpPr>
          <p:cNvPr id="14" name="text-424">
            <a:extLst xmlns:a="http://schemas.openxmlformats.org/drawingml/2006/main">
              <a:ext uri="{FF2B5EF4-FFF2-40B4-BE49-F238E27FC236}">
                <a16:creationId xmlns:a16="http://schemas.microsoft.com/office/drawing/2014/main" id="{C70B5961-C290-41C4-B82E-B954CAAA9D83}"/>
              </a:ext>
            </a:extLst>
          </p:cNvPr>
          <p:cNvSpPr>
            <a:spLocks xmlns:a="http://schemas.openxmlformats.org/drawingml/2006/main" noGrp="1"/>
          </p:cNvSpPr>
          <p:nvPr/>
        </p:nvSpPr>
        <p:spPr>
          <a:xfrm xmlns:a="http://schemas.openxmlformats.org/drawingml/2006/main">
            <a:off x="571500" y="4514850"/>
            <a:ext cx="5238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More blocks improve SM utilisation</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Coalesced writes use bandwidth</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Register use limits residency</a:t>
            </a:r>
          </a:p>
        </p:txBody>
      </p:sp>
      <p:sp>
        <p:nvSpPr>
          <p:cNvPr id="15" name="text-425">
            <a:extLst xmlns:a="http://schemas.openxmlformats.org/drawingml/2006/main">
              <a:ext uri="{FF2B5EF4-FFF2-40B4-BE49-F238E27FC236}">
                <a16:creationId xmlns:a16="http://schemas.microsoft.com/office/drawing/2014/main" id="{A95AB63B-EC0E-48D4-9ACF-DC497FD2574F}"/>
              </a:ext>
            </a:extLst>
          </p:cNvPr>
          <p:cNvSpPr>
            <a:spLocks xmlns:a="http://schemas.openxmlformats.org/drawingml/2006/main" noGrp="1"/>
          </p:cNvSpPr>
          <p:nvPr/>
        </p:nvSpPr>
        <p:spPr>
          <a:xfrm xmlns:a="http://schemas.openxmlformats.org/drawingml/2006/main">
            <a:off x="6562725" y="40100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Performance limits</a:t>
            </a:r>
          </a:p>
        </p:txBody>
      </p:sp>
      <p:sp>
        <p:nvSpPr>
          <p:cNvPr id="16" name="text-426">
            <a:extLst xmlns:a="http://schemas.openxmlformats.org/drawingml/2006/main">
              <a:ext uri="{FF2B5EF4-FFF2-40B4-BE49-F238E27FC236}">
                <a16:creationId xmlns:a16="http://schemas.microsoft.com/office/drawing/2014/main" id="{930EA9E8-6EFA-44D0-9A87-87ABAEA12C55}"/>
              </a:ext>
            </a:extLst>
          </p:cNvPr>
          <p:cNvSpPr>
            <a:spLocks xmlns:a="http://schemas.openxmlformats.org/drawingml/2006/main" noGrp="1"/>
          </p:cNvSpPr>
          <p:nvPr/>
        </p:nvSpPr>
        <p:spPr>
          <a:xfrm xmlns:a="http://schemas.openxmlformats.org/drawingml/2006/main">
            <a:off x="6562725" y="4514850"/>
            <a:ext cx="5000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Copies and irregular reads cost time</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Keep intermediate images resident</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Profile total time, not just the kernel</a:t>
            </a:r>
          </a:p>
        </p:txBody>
      </p:sp>
      <p:sp>
        <p:nvSpPr>
          <p:cNvPr id="17" name="text-427">
            <a:extLst xmlns:a="http://schemas.openxmlformats.org/drawingml/2006/main">
              <a:ext uri="{FF2B5EF4-FFF2-40B4-BE49-F238E27FC236}">
                <a16:creationId xmlns:a16="http://schemas.microsoft.com/office/drawing/2014/main" id="{6900E1F6-B56B-4A7F-9D01-5E2B78390FC8}"/>
              </a:ext>
            </a:extLst>
          </p:cNvPr>
          <p:cNvSpPr>
            <a:spLocks xmlns:a="http://schemas.openxmlformats.org/drawingml/2006/main" noGrp="1"/>
          </p:cNvSpPr>
          <p:nvPr/>
        </p:nvSpPr>
        <p:spPr>
          <a:xfrm xmlns:a="http://schemas.openxmlformats.org/drawingml/2006/main">
            <a:off x="571500" y="571500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087E8B"/>
                </a:solidFill>
                <a:latin typeface="Arial"/>
                <a:ea typeface="Arial"/>
                <a:cs typeface="Arial"/>
              </a:defRPr>
            </a:pPr>
            <a:r>
              <a:rPr sz="2625" b="1">
                <a:solidFill>
                  <a:srgbClr val="087E8B"/>
                </a:solidFill>
                <a:latin typeface="Arial"/>
                <a:ea typeface="Arial"/>
                <a:cs typeface="Arial"/>
              </a:rPr>
              <a:t>Speed-up = CPU time / GPU total time</a:t>
            </a:r>
          </a:p>
        </p:txBody>
      </p:sp>
    </p:spTree>
    <p:extLst>
      <p:ext uri="{BB962C8B-B14F-4D97-AF65-F5344CB8AC3E}">
        <p14:creationId xmlns:p14="http://schemas.microsoft.com/office/powerpoint/2010/main" val="1915266836"/>
      </p:ext>
    </p:extLst>
  </p:cSld>
</p:sld>
</file>

<file path=ppt/slides/slide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7" name="text-428">
            <a:extLst xmlns:a="http://schemas.openxmlformats.org/drawingml/2006/main">
              <a:ext uri="{FF2B5EF4-FFF2-40B4-BE49-F238E27FC236}">
                <a16:creationId xmlns:a16="http://schemas.microsoft.com/office/drawing/2014/main" id="{DA5D4BB5-5855-46BF-A343-89687BFFFF12}"/>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GPUDirect Storage and image rotation</a:t>
            </a:r>
          </a:p>
        </p:txBody>
      </p:sp>
      <p:sp>
        <p:nvSpPr>
          <p:cNvPr id="2" name="text-429">
            <a:extLst xmlns:a="http://schemas.openxmlformats.org/drawingml/2006/main">
              <a:ext uri="{FF2B5EF4-FFF2-40B4-BE49-F238E27FC236}">
                <a16:creationId xmlns:a16="http://schemas.microsoft.com/office/drawing/2014/main" id="{806B8849-FC05-47E0-A8D1-18D21B2CC0BE}"/>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[8] [9]. Full references in appendix and companion PDF.</a:t>
            </a:r>
          </a:p>
        </p:txBody>
      </p:sp>
      <p:sp>
        <p:nvSpPr>
          <p:cNvPr id="3" name="text-430">
            <a:extLst xmlns:a="http://schemas.openxmlformats.org/drawingml/2006/main">
              <a:ext uri="{FF2B5EF4-FFF2-40B4-BE49-F238E27FC236}">
                <a16:creationId xmlns:a16="http://schemas.microsoft.com/office/drawing/2014/main" id="{8DE07D12-8BFE-41F2-810B-4B01BFC60B2F}"/>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6</a:t>
            </a:r>
          </a:p>
        </p:txBody>
      </p:sp>
      <p:sp>
        <p:nvSpPr>
          <p:cNvPr id="4" name="text-431">
            <a:extLst xmlns:a="http://schemas.openxmlformats.org/drawingml/2006/main">
              <a:ext uri="{FF2B5EF4-FFF2-40B4-BE49-F238E27FC236}">
                <a16:creationId xmlns:a16="http://schemas.microsoft.com/office/drawing/2014/main" id="{2F8BEA15-5A5C-48B3-B1FD-A39AE39B78AB}"/>
              </a:ext>
            </a:extLst>
          </p:cNvPr>
          <p:cNvSpPr>
            <a:spLocks xmlns:a="http://schemas.openxmlformats.org/drawingml/2006/main" noGrp="1"/>
          </p:cNvSpPr>
          <p:nvPr/>
        </p:nvSpPr>
        <p:spPr>
          <a:xfrm xmlns:a="http://schemas.openxmlformats.org/drawingml/2006/main">
            <a:off x="571500" y="161925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Conventional storage path</a:t>
            </a:r>
          </a:p>
        </p:txBody>
      </p:sp>
      <p:sp>
        <p:nvSpPr>
          <p:cNvPr id="5" name="diagram-432">
            <a:extLst xmlns:a="http://schemas.openxmlformats.org/drawingml/2006/main">
              <a:ext uri="{FF2B5EF4-FFF2-40B4-BE49-F238E27FC236}">
                <a16:creationId xmlns:a16="http://schemas.microsoft.com/office/drawing/2014/main" id="{E5CDD6F0-F8D0-4182-9110-BC2B129B0787}"/>
              </a:ext>
            </a:extLst>
          </p:cNvPr>
          <p:cNvSpPr>
            <a:spLocks xmlns:a="http://schemas.openxmlformats.org/drawingml/2006/main" noGrp="1"/>
          </p:cNvSpPr>
          <p:nvPr/>
        </p:nvSpPr>
        <p:spPr>
          <a:xfrm xmlns:a="http://schemas.openxmlformats.org/drawingml/2006/main">
            <a:off x="571500" y="2257425"/>
            <a:ext cx="2085975"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p:txBody>
      </p:sp>
      <p:sp>
        <p:nvSpPr>
          <p:cNvPr id="6" name="diagram-433">
            <a:extLst xmlns:a="http://schemas.openxmlformats.org/drawingml/2006/main">
              <a:ext uri="{FF2B5EF4-FFF2-40B4-BE49-F238E27FC236}">
                <a16:creationId xmlns:a16="http://schemas.microsoft.com/office/drawing/2014/main" id="{C42A6E35-6A31-4FFE-9D54-9EFF5CE45B1C}"/>
              </a:ext>
            </a:extLst>
          </p:cNvPr>
          <p:cNvSpPr>
            <a:spLocks xmlns:a="http://schemas.openxmlformats.org/drawingml/2006/main" noGrp="1"/>
          </p:cNvSpPr>
          <p:nvPr/>
        </p:nvSpPr>
        <p:spPr>
          <a:xfrm xmlns:a="http://schemas.openxmlformats.org/drawingml/2006/main">
            <a:off x="4514850" y="2257425"/>
            <a:ext cx="2819400" cy="695325"/>
          </a:xfrm>
          <a:prstGeom xmlns:a="http://schemas.openxmlformats.org/drawingml/2006/main" prst="rect">
            <a:avLst/>
          </a:prstGeom>
          <a:solidFill xmlns:a="http://schemas.openxmlformats.org/drawingml/2006/main">
            <a:srgbClr val="D9E8F5"/>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875" b="0">
                <a:solidFill>
                  <a:srgbClr val="142B3F"/>
                </a:solidFill>
                <a:latin typeface="Arial"/>
                <a:ea typeface="Arial"/>
                <a:cs typeface="Arial"/>
              </a:defRPr>
            </a:pPr>
            <a:r>
              <a:rPr sz="1875" b="0">
                <a:solidFill>
                  <a:srgbClr val="142B3F"/>
                </a:solidFill>
                <a:latin typeface="Arial"/>
                <a:ea typeface="Arial"/>
                <a:cs typeface="Arial"/>
              </a:rPr>
              <a:t>CPU RAM staging</a:t>
            </a:r>
          </a:p>
        </p:txBody>
      </p:sp>
      <p:sp>
        <p:nvSpPr>
          <p:cNvPr id="7" name="diagram-434">
            <a:extLst xmlns:a="http://schemas.openxmlformats.org/drawingml/2006/main">
              <a:ext uri="{FF2B5EF4-FFF2-40B4-BE49-F238E27FC236}">
                <a16:creationId xmlns:a16="http://schemas.microsoft.com/office/drawing/2014/main" id="{6F446BF9-36B1-4917-9654-689F40576A54}"/>
              </a:ext>
            </a:extLst>
          </p:cNvPr>
          <p:cNvSpPr>
            <a:spLocks xmlns:a="http://schemas.openxmlformats.org/drawingml/2006/main" noGrp="1"/>
          </p:cNvSpPr>
          <p:nvPr/>
        </p:nvSpPr>
        <p:spPr>
          <a:xfrm xmlns:a="http://schemas.openxmlformats.org/drawingml/2006/main">
            <a:off x="8953500" y="2257425"/>
            <a:ext cx="2562225"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GPU memory</a:t>
            </a:r>
          </a:p>
        </p:txBody>
      </p:sp>
      <p:cxnSp>
        <p:nvCxnSpPr>
          <p:cNvPr id="24" name=""/>
          <p:cNvCxnSpPr>
            <a:stCxn xmlns:a="http://schemas.openxmlformats.org/drawingml/2006/main" id="5" idx="3"/>
            <a:endCxn xmlns:a="http://schemas.openxmlformats.org/drawingml/2006/main" id="6" idx="1"/>
          </p:cNvCxnSpPr>
          <p:nvPr/>
        </p:nvCxnSpPr>
        <p:spPr>
          <a:xfrm xmlns:a="http://schemas.openxmlformats.org/drawingml/2006/main">
            <a:off x="2657475" y="2605088"/>
            <a:ext cx="1857375" cy="0"/>
          </a:xfrm>
          <a:prstGeom xmlns:a="http://schemas.openxmlformats.org/drawingml/2006/main" prst="straightConnector1">
            <a:avLst/>
          </a:prstGeom>
          <a:ln xmlns:a="http://schemas.openxmlformats.org/drawingml/2006/main" w="22860">
            <a:solidFill>
              <a:srgbClr val="087E8B"/>
            </a:solidFill>
            <a:tailEnd type="triangle" w="med" len="med"/>
          </a:ln>
        </p:spPr>
      </p:cxnSp>
      <p:cxnSp>
        <p:nvCxnSpPr>
          <p:cNvPr id="25" name=""/>
          <p:cNvCxnSpPr>
            <a:stCxn xmlns:a="http://schemas.openxmlformats.org/drawingml/2006/main" id="6" idx="3"/>
            <a:endCxn xmlns:a="http://schemas.openxmlformats.org/drawingml/2006/main" id="7" idx="1"/>
          </p:cNvCxnSpPr>
          <p:nvPr/>
        </p:nvCxnSpPr>
        <p:spPr>
          <a:xfrm xmlns:a="http://schemas.openxmlformats.org/drawingml/2006/main">
            <a:off x="7334250" y="2605088"/>
            <a:ext cx="1619250"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0" name="text-435">
            <a:extLst xmlns:a="http://schemas.openxmlformats.org/drawingml/2006/main">
              <a:ext uri="{FF2B5EF4-FFF2-40B4-BE49-F238E27FC236}">
                <a16:creationId xmlns:a16="http://schemas.microsoft.com/office/drawing/2014/main" id="{9792D08D-E4A3-41E5-9501-872B080C20D3}"/>
              </a:ext>
            </a:extLst>
          </p:cNvPr>
          <p:cNvSpPr>
            <a:spLocks xmlns:a="http://schemas.openxmlformats.org/drawingml/2006/main" noGrp="1"/>
          </p:cNvSpPr>
          <p:nvPr/>
        </p:nvSpPr>
        <p:spPr>
          <a:xfrm xmlns:a="http://schemas.openxmlformats.org/drawingml/2006/main">
            <a:off x="571500" y="34194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Supported GPUDirect Storage path</a:t>
            </a:r>
          </a:p>
        </p:txBody>
      </p:sp>
      <p:sp>
        <p:nvSpPr>
          <p:cNvPr id="11" name="diagram-436">
            <a:extLst xmlns:a="http://schemas.openxmlformats.org/drawingml/2006/main">
              <a:ext uri="{FF2B5EF4-FFF2-40B4-BE49-F238E27FC236}">
                <a16:creationId xmlns:a16="http://schemas.microsoft.com/office/drawing/2014/main" id="{7D0824EC-94F5-4068-B7A9-0CF4351487B8}"/>
              </a:ext>
            </a:extLst>
          </p:cNvPr>
          <p:cNvSpPr>
            <a:spLocks xmlns:a="http://schemas.openxmlformats.org/drawingml/2006/main" noGrp="1"/>
          </p:cNvSpPr>
          <p:nvPr/>
        </p:nvSpPr>
        <p:spPr>
          <a:xfrm xmlns:a="http://schemas.openxmlformats.org/drawingml/2006/main">
            <a:off x="571500" y="4076700"/>
            <a:ext cx="2085975" cy="695325"/>
          </a:xfrm>
          <a:prstGeom xmlns:a="http://schemas.openxmlformats.org/drawingml/2006/main" prst="rect">
            <a:avLst/>
          </a:prstGeom>
          <a:solidFill xmlns:a="http://schemas.openxmlformats.org/drawingml/2006/main">
            <a:srgbClr val="DCE9ED"/>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Storage</a:t>
            </a:r>
          </a:p>
        </p:txBody>
      </p:sp>
      <p:sp>
        <p:nvSpPr>
          <p:cNvPr id="12" name="diagram-437">
            <a:extLst xmlns:a="http://schemas.openxmlformats.org/drawingml/2006/main">
              <a:ext uri="{FF2B5EF4-FFF2-40B4-BE49-F238E27FC236}">
                <a16:creationId xmlns:a16="http://schemas.microsoft.com/office/drawing/2014/main" id="{819186A2-BE38-47D0-ADDC-3AE14CE3F363}"/>
              </a:ext>
            </a:extLst>
          </p:cNvPr>
          <p:cNvSpPr>
            <a:spLocks xmlns:a="http://schemas.openxmlformats.org/drawingml/2006/main" noGrp="1"/>
          </p:cNvSpPr>
          <p:nvPr/>
        </p:nvSpPr>
        <p:spPr>
          <a:xfrm xmlns:a="http://schemas.openxmlformats.org/drawingml/2006/main">
            <a:off x="8953500" y="4076700"/>
            <a:ext cx="2562225" cy="695325"/>
          </a:xfrm>
          <a:prstGeom xmlns:a="http://schemas.openxmlformats.org/drawingml/2006/main" prst="rect">
            <a:avLst/>
          </a:prstGeom>
          <a:solidFill xmlns:a="http://schemas.openxmlformats.org/drawingml/2006/main">
            <a:srgbClr val="D5ECE7"/>
          </a:solidFill>
          <a:ln xmlns:a="http://schemas.openxmlformats.org/drawingml/2006/main" w="15240">
            <a:solidFill>
              <a:srgbClr val="496274"/>
            </a:solidFill>
          </a:ln>
        </p:spPr>
        <p:txBody>
          <a:bodyPr xmlns:a="http://schemas.openxmlformats.org/drawingml/2006/main" lIns="66675" tIns="76200" rIns="66675" bIns="76200" anchor="ctr">
            <a:noAutofit/>
          </a:bodyPr>
          <a:lstStyle xmlns:a="http://schemas.openxmlformats.org/drawingml/2006/main"/>
          <a:p xmlns:a="http://schemas.openxmlformats.org/drawingml/2006/main">
            <a:pPr algn="ctr">
              <a:defRPr sz="1950" b="0">
                <a:solidFill>
                  <a:srgbClr val="142B3F"/>
                </a:solidFill>
                <a:latin typeface="Arial"/>
                <a:ea typeface="Arial"/>
                <a:cs typeface="Arial"/>
              </a:defRPr>
            </a:pPr>
            <a:r>
              <a:rPr sz="1950" b="0">
                <a:solidFill>
                  <a:srgbClr val="142B3F"/>
                </a:solidFill>
                <a:latin typeface="Arial"/>
                <a:ea typeface="Arial"/>
                <a:cs typeface="Arial"/>
              </a:rPr>
              <a:t>GPU memory</a:t>
            </a:r>
          </a:p>
        </p:txBody>
      </p:sp>
      <p:cxnSp>
        <p:nvCxnSpPr>
          <p:cNvPr id="29" name=""/>
          <p:cNvCxnSpPr>
            <a:stCxn xmlns:a="http://schemas.openxmlformats.org/drawingml/2006/main" id="11" idx="3"/>
            <a:endCxn xmlns:a="http://schemas.openxmlformats.org/drawingml/2006/main" id="12" idx="1"/>
          </p:cNvCxnSpPr>
          <p:nvPr/>
        </p:nvCxnSpPr>
        <p:spPr>
          <a:xfrm xmlns:a="http://schemas.openxmlformats.org/drawingml/2006/main">
            <a:off x="2657475" y="4424363"/>
            <a:ext cx="6296025" cy="0"/>
          </a:xfrm>
          <a:prstGeom xmlns:a="http://schemas.openxmlformats.org/drawingml/2006/main" prst="straightConnector1">
            <a:avLst/>
          </a:prstGeom>
          <a:ln xmlns:a="http://schemas.openxmlformats.org/drawingml/2006/main" w="22860">
            <a:solidFill>
              <a:srgbClr val="087E8B"/>
            </a:solidFill>
            <a:tailEnd type="triangle" w="med" len="med"/>
          </a:ln>
        </p:spPr>
      </p:cxnSp>
      <p:sp>
        <p:nvSpPr>
          <p:cNvPr id="14" name="text-438">
            <a:extLst xmlns:a="http://schemas.openxmlformats.org/drawingml/2006/main">
              <a:ext uri="{FF2B5EF4-FFF2-40B4-BE49-F238E27FC236}">
                <a16:creationId xmlns:a16="http://schemas.microsoft.com/office/drawing/2014/main" id="{8E4B64C6-C706-4C7C-B546-4DCD0B15E7BF}"/>
              </a:ext>
            </a:extLst>
          </p:cNvPr>
          <p:cNvSpPr>
            <a:spLocks xmlns:a="http://schemas.openxmlformats.org/drawingml/2006/main" noGrp="1"/>
          </p:cNvSpPr>
          <p:nvPr/>
        </p:nvSpPr>
        <p:spPr>
          <a:xfrm xmlns:a="http://schemas.openxmlformats.org/drawingml/2006/main">
            <a:off x="3448050" y="3952875"/>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0">
                <a:solidFill>
                  <a:srgbClr val="087E8B"/>
                </a:solidFill>
                <a:latin typeface="Arial"/>
                <a:ea typeface="Arial"/>
                <a:cs typeface="Arial"/>
              </a:defRPr>
            </a:pPr>
            <a:r>
              <a:rPr sz="1800" b="0">
                <a:solidFill>
                  <a:srgbClr val="087E8B"/>
                </a:solidFill>
                <a:latin typeface="Arial"/>
                <a:ea typeface="Arial"/>
                <a:cs typeface="Arial"/>
              </a:rPr>
              <a:t>Direct DMA. CPU still controls I/O.</a:t>
            </a:r>
          </a:p>
        </p:txBody>
      </p:sp>
      <p:sp>
        <p:nvSpPr>
          <p:cNvPr id="15" name="text-439">
            <a:extLst xmlns:a="http://schemas.openxmlformats.org/drawingml/2006/main">
              <a:ext uri="{FF2B5EF4-FFF2-40B4-BE49-F238E27FC236}">
                <a16:creationId xmlns:a16="http://schemas.microsoft.com/office/drawing/2014/main" id="{2DC417FE-D642-446D-8657-C8E42C4FCEAF}"/>
              </a:ext>
            </a:extLst>
          </p:cNvPr>
          <p:cNvSpPr>
            <a:spLocks xmlns:a="http://schemas.openxmlformats.org/drawingml/2006/main" noGrp="1"/>
          </p:cNvSpPr>
          <p:nvPr/>
        </p:nvSpPr>
        <p:spPr>
          <a:xfrm xmlns:a="http://schemas.openxmlformats.org/drawingml/2006/main">
            <a:off x="571500" y="52292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42B3F"/>
                </a:solidFill>
                <a:latin typeface="Arial"/>
                <a:ea typeface="Arial"/>
                <a:cs typeface="Arial"/>
              </a:defRPr>
            </a:pPr>
            <a:r>
              <a:rPr sz="2025" b="1">
                <a:solidFill>
                  <a:srgbClr val="142B3F"/>
                </a:solidFill>
                <a:latin typeface="Arial"/>
                <a:ea typeface="Arial"/>
                <a:cs typeface="Arial"/>
              </a:rPr>
              <a:t>Useful: large batches when storage I/O limits throughput</a:t>
            </a:r>
          </a:p>
        </p:txBody>
      </p:sp>
      <p:sp>
        <p:nvSpPr>
          <p:cNvPr id="16" name="text-440">
            <a:extLst xmlns:a="http://schemas.openxmlformats.org/drawingml/2006/main">
              <a:ext uri="{FF2B5EF4-FFF2-40B4-BE49-F238E27FC236}">
                <a16:creationId xmlns:a16="http://schemas.microsoft.com/office/drawing/2014/main" id="{B7F31F69-0EF7-4B04-8609-D676FE4BB553}"/>
              </a:ext>
            </a:extLst>
          </p:cNvPr>
          <p:cNvSpPr>
            <a:spLocks xmlns:a="http://schemas.openxmlformats.org/drawingml/2006/main" noGrp="1"/>
          </p:cNvSpPr>
          <p:nvPr/>
        </p:nvSpPr>
        <p:spPr>
          <a:xfrm xmlns:a="http://schemas.openxmlformats.org/drawingml/2006/main">
            <a:off x="571500" y="5743575"/>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42B3F"/>
                </a:solidFill>
                <a:latin typeface="Arial"/>
                <a:ea typeface="Arial"/>
                <a:cs typeface="Arial"/>
              </a:defRPr>
            </a:pPr>
            <a:r>
              <a:rPr sz="1950" b="0">
                <a:solidFill>
                  <a:srgbClr val="142B3F"/>
                </a:solidFill>
                <a:latin typeface="Arial"/>
                <a:ea typeface="Arial"/>
                <a:cs typeface="Arial"/>
              </a:rPr>
              <a:t>Limited: small jobs, data already in RAM, or CPU-only decoding</a:t>
            </a:r>
          </a:p>
        </p:txBody>
      </p:sp>
    </p:spTree>
    <p:extLst>
      <p:ext uri="{BB962C8B-B14F-4D97-AF65-F5344CB8AC3E}">
        <p14:creationId xmlns:p14="http://schemas.microsoft.com/office/powerpoint/2010/main" val="1125768865"/>
      </p:ext>
    </p:extLst>
  </p:cSld>
</p:sld>
</file>

<file path=ppt/slides/slide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7" name="task2-text-1">
            <a:extLst xmlns:a="http://schemas.openxmlformats.org/drawingml/2006/main">
              <a:ext uri="{FF2B5EF4-FFF2-40B4-BE49-F238E27FC236}">
                <a16:creationId xmlns:a16="http://schemas.microsoft.com/office/drawing/2014/main" id="{7CBF290C-CAAA-471E-8CD3-BF9CB0CDFC22}"/>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HPC, parallel computing and AI</a:t>
            </a:r>
          </a:p>
        </p:txBody>
      </p:sp>
      <p:sp>
        <p:nvSpPr>
          <p:cNvPr id="2" name="task2-text-2">
            <a:extLst xmlns:a="http://schemas.openxmlformats.org/drawingml/2006/main">
              <a:ext uri="{FF2B5EF4-FFF2-40B4-BE49-F238E27FC236}">
                <a16:creationId xmlns:a16="http://schemas.microsoft.com/office/drawing/2014/main" id="{C0567875-D73E-4636-B2CF-515372D35B49}"/>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[11]. Full URLs in notes and companion PDF.</a:t>
            </a:r>
          </a:p>
        </p:txBody>
      </p:sp>
      <p:sp>
        <p:nvSpPr>
          <p:cNvPr id="3" name="task2-text-3">
            <a:extLst xmlns:a="http://schemas.openxmlformats.org/drawingml/2006/main">
              <a:ext uri="{FF2B5EF4-FFF2-40B4-BE49-F238E27FC236}">
                <a16:creationId xmlns:a16="http://schemas.microsoft.com/office/drawing/2014/main" id="{0F49C978-CB11-4C99-A5DA-5B973ECD6F25}"/>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7</a:t>
            </a:r>
          </a:p>
        </p:txBody>
      </p:sp>
      <p:sp>
        <p:nvSpPr>
          <p:cNvPr id="4" name="task2-text-4">
            <a:extLst xmlns:a="http://schemas.openxmlformats.org/drawingml/2006/main">
              <a:ext uri="{FF2B5EF4-FFF2-40B4-BE49-F238E27FC236}">
                <a16:creationId xmlns:a16="http://schemas.microsoft.com/office/drawing/2014/main" id="{865B2BE2-2032-4A09-961B-DB0748BF9308}"/>
              </a:ext>
            </a:extLst>
          </p:cNvPr>
          <p:cNvSpPr>
            <a:spLocks xmlns:a="http://schemas.openxmlformats.org/drawingml/2006/main" noGrp="1"/>
          </p:cNvSpPr>
          <p:nvPr/>
        </p:nvSpPr>
        <p:spPr>
          <a:xfrm xmlns:a="http://schemas.openxmlformats.org/drawingml/2006/main">
            <a:off x="571500" y="162877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0">
                <a:solidFill>
                  <a:srgbClr val="142B3F"/>
                </a:solidFill>
                <a:latin typeface="Arial"/>
                <a:ea typeface="Arial"/>
                <a:cs typeface="Arial"/>
              </a:defRPr>
            </a:pPr>
            <a:r>
              <a:rPr sz="2250" b="0">
                <a:solidFill>
                  <a:srgbClr val="142B3F"/>
                </a:solidFill>
                <a:latin typeface="Arial"/>
                <a:ea typeface="Arial"/>
                <a:cs typeface="Arial"/>
              </a:rPr>
              <a:t>A cluster combines processors, fast interconnects and storage</a:t>
            </a:r>
          </a:p>
        </p:txBody>
      </p:sp>
      <p:sp>
        <p:nvSpPr>
          <p:cNvPr id="5" name="task2-text-5">
            <a:extLst xmlns:a="http://schemas.openxmlformats.org/drawingml/2006/main">
              <a:ext uri="{FF2B5EF4-FFF2-40B4-BE49-F238E27FC236}">
                <a16:creationId xmlns:a16="http://schemas.microsoft.com/office/drawing/2014/main" id="{481102FE-D248-49ED-B041-2E1B840A34A5}"/>
              </a:ext>
            </a:extLst>
          </p:cNvPr>
          <p:cNvSpPr>
            <a:spLocks xmlns:a="http://schemas.openxmlformats.org/drawingml/2006/main" noGrp="1"/>
          </p:cNvSpPr>
          <p:nvPr/>
        </p:nvSpPr>
        <p:spPr>
          <a:xfrm xmlns:a="http://schemas.openxmlformats.org/drawingml/2006/main">
            <a:off x="571500" y="238125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1">
                <a:solidFill>
                  <a:srgbClr val="142B3F"/>
                </a:solidFill>
                <a:latin typeface="Arial"/>
                <a:ea typeface="Arial"/>
                <a:cs typeface="Arial"/>
              </a:defRPr>
            </a:pPr>
            <a:r>
              <a:rPr sz="2325" b="1">
                <a:solidFill>
                  <a:srgbClr val="142B3F"/>
                </a:solidFill>
                <a:latin typeface="Arial"/>
                <a:ea typeface="Arial"/>
                <a:cs typeface="Arial"/>
              </a:rPr>
              <a:t>Example: data-parallel AI training</a:t>
            </a:r>
          </a:p>
        </p:txBody>
      </p:sp>
      <p:sp>
        <p:nvSpPr>
          <p:cNvPr id="6" name="task2-diagram-6">
            <a:extLst xmlns:a="http://schemas.openxmlformats.org/drawingml/2006/main">
              <a:ext uri="{FF2B5EF4-FFF2-40B4-BE49-F238E27FC236}">
                <a16:creationId xmlns:a16="http://schemas.microsoft.com/office/drawing/2014/main" id="{792A210A-D5F7-4782-80B5-EDAED36AA53E}"/>
              </a:ext>
            </a:extLst>
          </p:cNvPr>
          <p:cNvSpPr>
            <a:spLocks xmlns:a="http://schemas.openxmlformats.org/drawingml/2006/main" noGrp="1"/>
          </p:cNvSpPr>
          <p:nvPr/>
        </p:nvSpPr>
        <p:spPr>
          <a:xfrm xmlns:a="http://schemas.openxmlformats.org/drawingml/2006/main">
            <a:off x="571500" y="3028950"/>
            <a:ext cx="10953750" cy="581025"/>
          </a:xfrm>
          <a:prstGeom xmlns:a="http://schemas.openxmlformats.org/drawingml/2006/main" prst="rect">
            <a:avLst/>
          </a:prstGeom>
          <a:solidFill xmlns:a="http://schemas.openxmlformats.org/drawingml/2006/main">
            <a:srgbClr val="DCE9ED"/>
          </a:solidFill>
          <a:ln xmlns:a="http://schemas.openxmlformats.org/drawingml/2006/main" w="14288">
            <a:solidFill>
              <a:srgbClr val="496274"/>
            </a:solidFill>
          </a:ln>
        </p:spPr>
        <p:txBody>
          <a:bodyPr xmlns:a="http://schemas.openxmlformats.org/drawingml/2006/main" lIns="66675" tIns="66675" rIns="66675" bIns="66675" anchor="ctr">
            <a:noAutofit/>
          </a:bodyPr>
          <a:lstStyle xmlns:a="http://schemas.openxmlformats.org/drawingml/2006/main"/>
          <a:p xmlns:a="http://schemas.openxmlformats.org/drawingml/2006/main">
            <a:pPr algn="ctr">
              <a:defRPr sz="1950">
                <a:solidFill>
                  <a:srgbClr val="142B3F"/>
                </a:solidFill>
                <a:latin typeface="Arial"/>
                <a:ea typeface="Arial"/>
                <a:cs typeface="Arial"/>
              </a:defRPr>
            </a:pPr>
            <a:r>
              <a:rPr sz="1950">
                <a:solidFill>
                  <a:srgbClr val="142B3F"/>
                </a:solidFill>
                <a:latin typeface="Arial"/>
                <a:ea typeface="Arial"/>
                <a:cs typeface="Arial"/>
              </a:rPr>
              <a:t>One training batch split into different data partitions</a:t>
            </a:r>
          </a:p>
        </p:txBody>
      </p:sp>
      <p:sp>
        <p:nvSpPr>
          <p:cNvPr id="7" name="task2-flow-7">
            <a:extLst xmlns:a="http://schemas.openxmlformats.org/drawingml/2006/main">
              <a:ext uri="{FF2B5EF4-FFF2-40B4-BE49-F238E27FC236}">
                <a16:creationId xmlns:a16="http://schemas.microsoft.com/office/drawing/2014/main" id="{17375C6F-744B-4565-9DB4-80D07F064447}"/>
              </a:ext>
            </a:extLst>
          </p:cNvPr>
          <p:cNvSpPr>
            <a:spLocks xmlns:a="http://schemas.openxmlformats.org/drawingml/2006/main" noGrp="1"/>
          </p:cNvSpPr>
          <p:nvPr/>
        </p:nvSpPr>
        <p:spPr>
          <a:xfrm xmlns:a="http://schemas.openxmlformats.org/drawingml/2006/main">
            <a:off x="2019300" y="3705225"/>
            <a:ext cx="323850" cy="342900"/>
          </a:xfrm>
          <a:prstGeom xmlns:a="http://schemas.openxmlformats.org/drawingml/2006/main" prst="downArrow">
            <a:avLst/>
          </a:prstGeom>
          <a:solidFill xmlns:a="http://schemas.openxmlformats.org/drawingml/2006/main">
            <a:srgbClr val="087E8B"/>
          </a:solidFill>
          <a:ln xmlns:a="http://schemas.openxmlformats.org/drawingml/2006/main" w="0">
            <a:noFill/>
          </a:ln>
        </p:spPr>
      </p:sp>
      <p:sp>
        <p:nvSpPr>
          <p:cNvPr id="8" name="task2-diagram-8">
            <a:extLst xmlns:a="http://schemas.openxmlformats.org/drawingml/2006/main">
              <a:ext uri="{FF2B5EF4-FFF2-40B4-BE49-F238E27FC236}">
                <a16:creationId xmlns:a16="http://schemas.microsoft.com/office/drawing/2014/main" id="{7502385A-FA4F-4901-B293-74F45BB35C7A}"/>
              </a:ext>
            </a:extLst>
          </p:cNvPr>
          <p:cNvSpPr>
            <a:spLocks xmlns:a="http://schemas.openxmlformats.org/drawingml/2006/main" noGrp="1"/>
          </p:cNvSpPr>
          <p:nvPr/>
        </p:nvSpPr>
        <p:spPr>
          <a:xfrm xmlns:a="http://schemas.openxmlformats.org/drawingml/2006/main">
            <a:off x="857250" y="4133850"/>
            <a:ext cx="2667000" cy="1143000"/>
          </a:xfrm>
          <a:prstGeom xmlns:a="http://schemas.openxmlformats.org/drawingml/2006/main" prst="rect">
            <a:avLst/>
          </a:prstGeom>
          <a:solidFill xmlns:a="http://schemas.openxmlformats.org/drawingml/2006/main">
            <a:srgbClr val="D9E8F5"/>
          </a:solidFill>
          <a:ln xmlns:a="http://schemas.openxmlformats.org/drawingml/2006/main" w="14288">
            <a:solidFill>
              <a:srgbClr val="496274"/>
            </a:solidFill>
          </a:ln>
        </p:spPr>
        <p:txBody>
          <a:bodyPr xmlns:a="http://schemas.openxmlformats.org/drawingml/2006/main" lIns="66675" tIns="66675" rIns="66675" bIns="66675" anchor="ctr">
            <a:noAutofit/>
          </a:bodyPr>
          <a:lstStyle xmlns:a="http://schemas.openxmlformats.org/drawingml/2006/main"/>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GPU 0</a:t>
            </a:r>
          </a:p>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Model copy</a:t>
            </a:r>
          </a:p>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Data partition A</a:t>
            </a:r>
          </a:p>
        </p:txBody>
      </p:sp>
      <p:sp>
        <p:nvSpPr>
          <p:cNvPr id="9" name="task2-flow-9">
            <a:extLst xmlns:a="http://schemas.openxmlformats.org/drawingml/2006/main">
              <a:ext uri="{FF2B5EF4-FFF2-40B4-BE49-F238E27FC236}">
                <a16:creationId xmlns:a16="http://schemas.microsoft.com/office/drawing/2014/main" id="{DB9A643D-7C3D-44FE-86BF-46DA685EF81A}"/>
              </a:ext>
            </a:extLst>
          </p:cNvPr>
          <p:cNvSpPr>
            <a:spLocks xmlns:a="http://schemas.openxmlformats.org/drawingml/2006/main" noGrp="1"/>
          </p:cNvSpPr>
          <p:nvPr/>
        </p:nvSpPr>
        <p:spPr>
          <a:xfrm xmlns:a="http://schemas.openxmlformats.org/drawingml/2006/main">
            <a:off x="2019300" y="5391150"/>
            <a:ext cx="323850" cy="333375"/>
          </a:xfrm>
          <a:prstGeom xmlns:a="http://schemas.openxmlformats.org/drawingml/2006/main" prst="downArrow">
            <a:avLst/>
          </a:prstGeom>
          <a:solidFill xmlns:a="http://schemas.openxmlformats.org/drawingml/2006/main">
            <a:srgbClr val="087E8B"/>
          </a:solidFill>
          <a:ln xmlns:a="http://schemas.openxmlformats.org/drawingml/2006/main" w="0">
            <a:noFill/>
          </a:ln>
        </p:spPr>
      </p:sp>
      <p:sp>
        <p:nvSpPr>
          <p:cNvPr id="10" name="task2-flow-10">
            <a:extLst xmlns:a="http://schemas.openxmlformats.org/drawingml/2006/main">
              <a:ext uri="{FF2B5EF4-FFF2-40B4-BE49-F238E27FC236}">
                <a16:creationId xmlns:a16="http://schemas.microsoft.com/office/drawing/2014/main" id="{B5368E0E-DE0E-4922-A8A6-612CEAC5C615}"/>
              </a:ext>
            </a:extLst>
          </p:cNvPr>
          <p:cNvSpPr>
            <a:spLocks xmlns:a="http://schemas.openxmlformats.org/drawingml/2006/main" noGrp="1"/>
          </p:cNvSpPr>
          <p:nvPr/>
        </p:nvSpPr>
        <p:spPr>
          <a:xfrm xmlns:a="http://schemas.openxmlformats.org/drawingml/2006/main">
            <a:off x="5734050" y="3705225"/>
            <a:ext cx="323850" cy="342900"/>
          </a:xfrm>
          <a:prstGeom xmlns:a="http://schemas.openxmlformats.org/drawingml/2006/main" prst="downArrow">
            <a:avLst/>
          </a:prstGeom>
          <a:solidFill xmlns:a="http://schemas.openxmlformats.org/drawingml/2006/main">
            <a:srgbClr val="087E8B"/>
          </a:solidFill>
          <a:ln xmlns:a="http://schemas.openxmlformats.org/drawingml/2006/main" w="0">
            <a:noFill/>
          </a:ln>
        </p:spPr>
      </p:sp>
      <p:sp>
        <p:nvSpPr>
          <p:cNvPr id="11" name="task2-diagram-11">
            <a:extLst xmlns:a="http://schemas.openxmlformats.org/drawingml/2006/main">
              <a:ext uri="{FF2B5EF4-FFF2-40B4-BE49-F238E27FC236}">
                <a16:creationId xmlns:a16="http://schemas.microsoft.com/office/drawing/2014/main" id="{AD39EFF0-5F87-45D5-A5DA-19970351F0C2}"/>
              </a:ext>
            </a:extLst>
          </p:cNvPr>
          <p:cNvSpPr>
            <a:spLocks xmlns:a="http://schemas.openxmlformats.org/drawingml/2006/main" noGrp="1"/>
          </p:cNvSpPr>
          <p:nvPr/>
        </p:nvSpPr>
        <p:spPr>
          <a:xfrm xmlns:a="http://schemas.openxmlformats.org/drawingml/2006/main">
            <a:off x="4572000" y="4133850"/>
            <a:ext cx="2667000" cy="1143000"/>
          </a:xfrm>
          <a:prstGeom xmlns:a="http://schemas.openxmlformats.org/drawingml/2006/main" prst="rect">
            <a:avLst/>
          </a:prstGeom>
          <a:solidFill xmlns:a="http://schemas.openxmlformats.org/drawingml/2006/main">
            <a:srgbClr val="D9E8F5"/>
          </a:solidFill>
          <a:ln xmlns:a="http://schemas.openxmlformats.org/drawingml/2006/main" w="14288">
            <a:solidFill>
              <a:srgbClr val="496274"/>
            </a:solidFill>
          </a:ln>
        </p:spPr>
        <p:txBody>
          <a:bodyPr xmlns:a="http://schemas.openxmlformats.org/drawingml/2006/main" lIns="66675" tIns="66675" rIns="66675" bIns="66675" anchor="ctr">
            <a:noAutofit/>
          </a:bodyPr>
          <a:lstStyle xmlns:a="http://schemas.openxmlformats.org/drawingml/2006/main"/>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GPU 1</a:t>
            </a:r>
          </a:p>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Model copy</a:t>
            </a:r>
          </a:p>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Data partition B</a:t>
            </a:r>
          </a:p>
        </p:txBody>
      </p:sp>
      <p:sp>
        <p:nvSpPr>
          <p:cNvPr id="12" name="task2-flow-12">
            <a:extLst xmlns:a="http://schemas.openxmlformats.org/drawingml/2006/main">
              <a:ext uri="{FF2B5EF4-FFF2-40B4-BE49-F238E27FC236}">
                <a16:creationId xmlns:a16="http://schemas.microsoft.com/office/drawing/2014/main" id="{9239B8ED-07CF-47BE-BD52-C113CC4273A4}"/>
              </a:ext>
            </a:extLst>
          </p:cNvPr>
          <p:cNvSpPr>
            <a:spLocks xmlns:a="http://schemas.openxmlformats.org/drawingml/2006/main" noGrp="1"/>
          </p:cNvSpPr>
          <p:nvPr/>
        </p:nvSpPr>
        <p:spPr>
          <a:xfrm xmlns:a="http://schemas.openxmlformats.org/drawingml/2006/main">
            <a:off x="5734050" y="5391150"/>
            <a:ext cx="323850" cy="333375"/>
          </a:xfrm>
          <a:prstGeom xmlns:a="http://schemas.openxmlformats.org/drawingml/2006/main" prst="downArrow">
            <a:avLst/>
          </a:prstGeom>
          <a:solidFill xmlns:a="http://schemas.openxmlformats.org/drawingml/2006/main">
            <a:srgbClr val="087E8B"/>
          </a:solidFill>
          <a:ln xmlns:a="http://schemas.openxmlformats.org/drawingml/2006/main" w="0">
            <a:noFill/>
          </a:ln>
        </p:spPr>
      </p:sp>
      <p:sp>
        <p:nvSpPr>
          <p:cNvPr id="13" name="task2-flow-13">
            <a:extLst xmlns:a="http://schemas.openxmlformats.org/drawingml/2006/main">
              <a:ext uri="{FF2B5EF4-FFF2-40B4-BE49-F238E27FC236}">
                <a16:creationId xmlns:a16="http://schemas.microsoft.com/office/drawing/2014/main" id="{677F7A7D-5950-4806-A4EF-F7A2880A4F99}"/>
              </a:ext>
            </a:extLst>
          </p:cNvPr>
          <p:cNvSpPr>
            <a:spLocks xmlns:a="http://schemas.openxmlformats.org/drawingml/2006/main" noGrp="1"/>
          </p:cNvSpPr>
          <p:nvPr/>
        </p:nvSpPr>
        <p:spPr>
          <a:xfrm xmlns:a="http://schemas.openxmlformats.org/drawingml/2006/main">
            <a:off x="9448800" y="3705225"/>
            <a:ext cx="323850" cy="342900"/>
          </a:xfrm>
          <a:prstGeom xmlns:a="http://schemas.openxmlformats.org/drawingml/2006/main" prst="downArrow">
            <a:avLst/>
          </a:prstGeom>
          <a:solidFill xmlns:a="http://schemas.openxmlformats.org/drawingml/2006/main">
            <a:srgbClr val="087E8B"/>
          </a:solidFill>
          <a:ln xmlns:a="http://schemas.openxmlformats.org/drawingml/2006/main" w="0">
            <a:noFill/>
          </a:ln>
        </p:spPr>
      </p:sp>
      <p:sp>
        <p:nvSpPr>
          <p:cNvPr id="14" name="task2-diagram-14">
            <a:extLst xmlns:a="http://schemas.openxmlformats.org/drawingml/2006/main">
              <a:ext uri="{FF2B5EF4-FFF2-40B4-BE49-F238E27FC236}">
                <a16:creationId xmlns:a16="http://schemas.microsoft.com/office/drawing/2014/main" id="{91CEE66D-4102-48C8-9C41-C6DE0918A1DA}"/>
              </a:ext>
            </a:extLst>
          </p:cNvPr>
          <p:cNvSpPr>
            <a:spLocks xmlns:a="http://schemas.openxmlformats.org/drawingml/2006/main" noGrp="1"/>
          </p:cNvSpPr>
          <p:nvPr/>
        </p:nvSpPr>
        <p:spPr>
          <a:xfrm xmlns:a="http://schemas.openxmlformats.org/drawingml/2006/main">
            <a:off x="8286750" y="4133850"/>
            <a:ext cx="2667000" cy="1143000"/>
          </a:xfrm>
          <a:prstGeom xmlns:a="http://schemas.openxmlformats.org/drawingml/2006/main" prst="rect">
            <a:avLst/>
          </a:prstGeom>
          <a:solidFill xmlns:a="http://schemas.openxmlformats.org/drawingml/2006/main">
            <a:srgbClr val="D9E8F5"/>
          </a:solidFill>
          <a:ln xmlns:a="http://schemas.openxmlformats.org/drawingml/2006/main" w="14288">
            <a:solidFill>
              <a:srgbClr val="496274"/>
            </a:solidFill>
          </a:ln>
        </p:spPr>
        <p:txBody>
          <a:bodyPr xmlns:a="http://schemas.openxmlformats.org/drawingml/2006/main" lIns="66675" tIns="66675" rIns="66675" bIns="66675" anchor="ctr">
            <a:noAutofit/>
          </a:bodyPr>
          <a:lstStyle xmlns:a="http://schemas.openxmlformats.org/drawingml/2006/main"/>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GPU 2</a:t>
            </a:r>
          </a:p>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Model copy</a:t>
            </a:r>
          </a:p>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Data partition C</a:t>
            </a:r>
          </a:p>
        </p:txBody>
      </p:sp>
      <p:sp>
        <p:nvSpPr>
          <p:cNvPr id="15" name="task2-flow-15">
            <a:extLst xmlns:a="http://schemas.openxmlformats.org/drawingml/2006/main">
              <a:ext uri="{FF2B5EF4-FFF2-40B4-BE49-F238E27FC236}">
                <a16:creationId xmlns:a16="http://schemas.microsoft.com/office/drawing/2014/main" id="{8FC2A03C-B700-4D6B-BFCC-D0F5519CF67D}"/>
              </a:ext>
            </a:extLst>
          </p:cNvPr>
          <p:cNvSpPr>
            <a:spLocks xmlns:a="http://schemas.openxmlformats.org/drawingml/2006/main" noGrp="1"/>
          </p:cNvSpPr>
          <p:nvPr/>
        </p:nvSpPr>
        <p:spPr>
          <a:xfrm xmlns:a="http://schemas.openxmlformats.org/drawingml/2006/main">
            <a:off x="9448800" y="5391150"/>
            <a:ext cx="323850" cy="333375"/>
          </a:xfrm>
          <a:prstGeom xmlns:a="http://schemas.openxmlformats.org/drawingml/2006/main" prst="downArrow">
            <a:avLst/>
          </a:prstGeom>
          <a:solidFill xmlns:a="http://schemas.openxmlformats.org/drawingml/2006/main">
            <a:srgbClr val="087E8B"/>
          </a:solidFill>
          <a:ln xmlns:a="http://schemas.openxmlformats.org/drawingml/2006/main" w="0">
            <a:noFill/>
          </a:ln>
        </p:spPr>
      </p:sp>
      <p:sp>
        <p:nvSpPr>
          <p:cNvPr id="16" name="task2-diagram-16">
            <a:extLst xmlns:a="http://schemas.openxmlformats.org/drawingml/2006/main">
              <a:ext uri="{FF2B5EF4-FFF2-40B4-BE49-F238E27FC236}">
                <a16:creationId xmlns:a16="http://schemas.microsoft.com/office/drawing/2014/main" id="{C10E8353-9904-4BBA-B2EF-7B0C56442C8E}"/>
              </a:ext>
            </a:extLst>
          </p:cNvPr>
          <p:cNvSpPr>
            <a:spLocks xmlns:a="http://schemas.openxmlformats.org/drawingml/2006/main" noGrp="1"/>
          </p:cNvSpPr>
          <p:nvPr/>
        </p:nvSpPr>
        <p:spPr>
          <a:xfrm xmlns:a="http://schemas.openxmlformats.org/drawingml/2006/main">
            <a:off x="571500" y="5810250"/>
            <a:ext cx="10953750" cy="457200"/>
          </a:xfrm>
          <a:prstGeom xmlns:a="http://schemas.openxmlformats.org/drawingml/2006/main" prst="rect">
            <a:avLst/>
          </a:prstGeom>
          <a:solidFill xmlns:a="http://schemas.openxmlformats.org/drawingml/2006/main">
            <a:srgbClr val="D5ECE7"/>
          </a:solidFill>
          <a:ln xmlns:a="http://schemas.openxmlformats.org/drawingml/2006/main" w="14288">
            <a:solidFill>
              <a:srgbClr val="496274"/>
            </a:solidFill>
          </a:ln>
        </p:spPr>
        <p:txBody>
          <a:bodyPr xmlns:a="http://schemas.openxmlformats.org/drawingml/2006/main" lIns="66675" tIns="66675" rIns="66675" bIns="66675" anchor="ctr">
            <a:noAutofit/>
          </a:bodyPr>
          <a:lstStyle xmlns:a="http://schemas.openxmlformats.org/drawingml/2006/main"/>
          <a:p xmlns:a="http://schemas.openxmlformats.org/drawingml/2006/main">
            <a:pPr algn="ctr">
              <a:defRPr sz="1800">
                <a:solidFill>
                  <a:srgbClr val="142B3F"/>
                </a:solidFill>
                <a:latin typeface="Arial"/>
                <a:ea typeface="Arial"/>
                <a:cs typeface="Arial"/>
              </a:defRPr>
            </a:pPr>
            <a:r>
              <a:rPr sz="1800">
                <a:solidFill>
                  <a:srgbClr val="142B3F"/>
                </a:solidFill>
                <a:latin typeface="Arial"/>
                <a:ea typeface="Arial"/>
                <a:cs typeface="Arial"/>
              </a:rPr>
              <a:t>Gradient synchronisation before a consistent model update</a:t>
            </a:r>
          </a:p>
        </p:txBody>
      </p:sp>
    </p:spTree>
    <p:extLst>
      <p:ext uri="{BB962C8B-B14F-4D97-AF65-F5344CB8AC3E}">
        <p14:creationId xmlns:p14="http://schemas.microsoft.com/office/powerpoint/2010/main" val="2144938140"/>
      </p:ext>
    </p:extLst>
  </p:cSld>
</p:sld>
</file>

<file path=ppt/slides/slide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8" name="task2-text-17">
            <a:extLst xmlns:a="http://schemas.openxmlformats.org/drawingml/2006/main">
              <a:ext uri="{FF2B5EF4-FFF2-40B4-BE49-F238E27FC236}">
                <a16:creationId xmlns:a16="http://schemas.microsoft.com/office/drawing/2014/main" id="{7B0D9DEF-3751-4608-8D5B-5AC762D0BE9B}"/>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Electricity demand and environmental risk</a:t>
            </a:r>
          </a:p>
        </p:txBody>
      </p:sp>
      <p:sp>
        <p:nvSpPr>
          <p:cNvPr id="2" name="task2-text-18">
            <a:extLst xmlns:a="http://schemas.openxmlformats.org/drawingml/2006/main">
              <a:ext uri="{FF2B5EF4-FFF2-40B4-BE49-F238E27FC236}">
                <a16:creationId xmlns:a16="http://schemas.microsoft.com/office/drawing/2014/main" id="{C2398B5B-6C4A-4F17-A30B-2F80AF1B805C}"/>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[12] [13] [18]. Full URLs in notes and companion PDF.</a:t>
            </a:r>
          </a:p>
        </p:txBody>
      </p:sp>
      <p:sp>
        <p:nvSpPr>
          <p:cNvPr id="3" name="task2-text-19">
            <a:extLst xmlns:a="http://schemas.openxmlformats.org/drawingml/2006/main">
              <a:ext uri="{FF2B5EF4-FFF2-40B4-BE49-F238E27FC236}">
                <a16:creationId xmlns:a16="http://schemas.microsoft.com/office/drawing/2014/main" id="{98CED6A2-6269-4F0E-8D06-84384C2137B9}"/>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8</a:t>
            </a:r>
          </a:p>
        </p:txBody>
      </p:sp>
      <p:graphicFrame>
        <p:nvGraphicFramePr>
          <p:cNvPr id="11" name="Chart"/>
          <p:cNvGraphicFramePr/>
          <p:nvPr/>
        </p:nvGraphicFramePr>
        <p:xfrm>
          <a:off xmlns:a="http://schemas.openxmlformats.org/drawingml/2006/main" x="523875" y="1657350"/>
          <a:ext xmlns:a="http://schemas.openxmlformats.org/drawingml/2006/main" cx="5334000" cy="3581400"/>
        </p:xfrm>
        <a:graphic xmlns:a="http://schemas.openxmlformats.org/drawingml/2006/main">
          <a:graphicData uri="http://schemas.openxmlformats.org/drawingml/2006/chart">
            <c:chart xmlns:r="http://schemas.openxmlformats.org/officeDocument/2006/relationships" xmlns:c="http://schemas.openxmlformats.org/drawingml/2006/chart" r:id="R90eb3fabbd804bc3"/>
          </a:graphicData>
        </a:graphic>
      </p:graphicFrame>
      <p:graphicFrame>
        <p:nvGraphicFramePr>
          <p:cNvPr id="12" name="Chart"/>
          <p:cNvGraphicFramePr/>
          <p:nvPr/>
        </p:nvGraphicFramePr>
        <p:xfrm>
          <a:off xmlns:a="http://schemas.openxmlformats.org/drawingml/2006/main" x="6343650" y="1657350"/>
          <a:ext xmlns:a="http://schemas.openxmlformats.org/drawingml/2006/main" cx="5238750" cy="3581400"/>
        </p:xfrm>
        <a:graphic xmlns:a="http://schemas.openxmlformats.org/drawingml/2006/main">
          <a:graphicData uri="http://schemas.openxmlformats.org/drawingml/2006/chart">
            <c:chart xmlns:r="http://schemas.openxmlformats.org/officeDocument/2006/relationships" xmlns:c="http://schemas.openxmlformats.org/drawingml/2006/chart" r:id="R33dfbfedf45d4916"/>
          </a:graphicData>
        </a:graphic>
      </p:graphicFrame>
      <p:sp>
        <p:nvSpPr>
          <p:cNvPr id="6" name="task2-text-20">
            <a:extLst xmlns:a="http://schemas.openxmlformats.org/drawingml/2006/main">
              <a:ext uri="{FF2B5EF4-FFF2-40B4-BE49-F238E27FC236}">
                <a16:creationId xmlns:a16="http://schemas.microsoft.com/office/drawing/2014/main" id="{4674E234-E0DF-46E9-ABE7-46DD71BDFEE4}"/>
              </a:ext>
            </a:extLst>
          </p:cNvPr>
          <p:cNvSpPr>
            <a:spLocks xmlns:a="http://schemas.openxmlformats.org/drawingml/2006/main" noGrp="1"/>
          </p:cNvSpPr>
          <p:nvPr/>
        </p:nvSpPr>
        <p:spPr>
          <a:xfrm xmlns:a="http://schemas.openxmlformats.org/drawingml/2006/main">
            <a:off x="571500" y="54959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1">
                <a:solidFill>
                  <a:srgbClr val="087E8B"/>
                </a:solidFill>
                <a:latin typeface="Arial"/>
                <a:ea typeface="Arial"/>
                <a:cs typeface="Arial"/>
              </a:defRPr>
            </a:pPr>
            <a:r>
              <a:rPr sz="2250" b="1">
                <a:solidFill>
                  <a:srgbClr val="087E8B"/>
                </a:solidFill>
                <a:latin typeface="Arial"/>
                <a:ea typeface="Arial"/>
                <a:cs typeface="Arial"/>
              </a:rPr>
              <a:t>Projected increase: about 96% from 2025 to 2030</a:t>
            </a:r>
          </a:p>
        </p:txBody>
      </p:sp>
      <p:sp>
        <p:nvSpPr>
          <p:cNvPr id="7" name="task2-text-21">
            <a:extLst xmlns:a="http://schemas.openxmlformats.org/drawingml/2006/main">
              <a:ext uri="{FF2B5EF4-FFF2-40B4-BE49-F238E27FC236}">
                <a16:creationId xmlns:a16="http://schemas.microsoft.com/office/drawing/2014/main" id="{0B8DB332-B67D-4C00-9EE3-18E374260B73}"/>
              </a:ext>
            </a:extLst>
          </p:cNvPr>
          <p:cNvSpPr>
            <a:spLocks xmlns:a="http://schemas.openxmlformats.org/drawingml/2006/main" noGrp="1"/>
          </p:cNvSpPr>
          <p:nvPr/>
        </p:nvSpPr>
        <p:spPr>
          <a:xfrm xmlns:a="http://schemas.openxmlformats.org/drawingml/2006/main">
            <a:off x="571500" y="5991225"/>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Whole-sector totals include AI and non-AI. The AI-focused subset overlaps the total.</a:t>
            </a:r>
          </a:p>
        </p:txBody>
      </p:sp>
    </p:spTree>
    <p:extLst>
      <p:ext uri="{BB962C8B-B14F-4D97-AF65-F5344CB8AC3E}">
        <p14:creationId xmlns:p14="http://schemas.microsoft.com/office/powerpoint/2010/main" val="2080445056"/>
      </p:ext>
    </p:extLst>
  </p:cSld>
</p:sld>
</file>

<file path=ppt/slides/slide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1" name="task2-text-22">
            <a:extLst xmlns:a="http://schemas.openxmlformats.org/drawingml/2006/main">
              <a:ext uri="{FF2B5EF4-FFF2-40B4-BE49-F238E27FC236}">
                <a16:creationId xmlns:a16="http://schemas.microsoft.com/office/drawing/2014/main" id="{982E56D5-9AB6-49D5-A28C-8B68E98E4716}"/>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Data governance and access to compute</a:t>
            </a:r>
          </a:p>
        </p:txBody>
      </p:sp>
      <p:sp>
        <p:nvSpPr>
          <p:cNvPr id="2" name="task2-text-23">
            <a:extLst xmlns:a="http://schemas.openxmlformats.org/drawingml/2006/main">
              <a:ext uri="{FF2B5EF4-FFF2-40B4-BE49-F238E27FC236}">
                <a16:creationId xmlns:a16="http://schemas.microsoft.com/office/drawing/2014/main" id="{63D35814-8F7A-4E1D-A33B-1E9430CCF6A5}"/>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[14] [15] [16] [20] [21] [22]. Full URLs in notes and companion PDF.</a:t>
            </a:r>
          </a:p>
        </p:txBody>
      </p:sp>
      <p:sp>
        <p:nvSpPr>
          <p:cNvPr id="3" name="task2-text-24">
            <a:extLst xmlns:a="http://schemas.openxmlformats.org/drawingml/2006/main">
              <a:ext uri="{FF2B5EF4-FFF2-40B4-BE49-F238E27FC236}">
                <a16:creationId xmlns:a16="http://schemas.microsoft.com/office/drawing/2014/main" id="{4202E979-E4FE-4A47-B944-DBBF08502445}"/>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9</a:t>
            </a:r>
          </a:p>
        </p:txBody>
      </p:sp>
      <p:sp>
        <p:nvSpPr>
          <p:cNvPr id="4" name="task2-text-25">
            <a:extLst xmlns:a="http://schemas.openxmlformats.org/drawingml/2006/main">
              <a:ext uri="{FF2B5EF4-FFF2-40B4-BE49-F238E27FC236}">
                <a16:creationId xmlns:a16="http://schemas.microsoft.com/office/drawing/2014/main" id="{E01E0A5E-71CF-43B7-B74C-360F40A659A0}"/>
              </a:ext>
            </a:extLst>
          </p:cNvPr>
          <p:cNvSpPr>
            <a:spLocks xmlns:a="http://schemas.openxmlformats.org/drawingml/2006/main" noGrp="1"/>
          </p:cNvSpPr>
          <p:nvPr/>
        </p:nvSpPr>
        <p:spPr>
          <a:xfrm xmlns:a="http://schemas.openxmlformats.org/drawingml/2006/main">
            <a:off x="571500" y="17430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142B3F"/>
                </a:solidFill>
                <a:latin typeface="Arial"/>
                <a:ea typeface="Arial"/>
                <a:cs typeface="Arial"/>
              </a:defRPr>
            </a:pPr>
            <a:r>
              <a:rPr sz="2475" b="1">
                <a:solidFill>
                  <a:srgbClr val="142B3F"/>
                </a:solidFill>
                <a:latin typeface="Arial"/>
                <a:ea typeface="Arial"/>
                <a:cs typeface="Arial"/>
              </a:rPr>
              <a:t>Data governance</a:t>
            </a:r>
          </a:p>
        </p:txBody>
      </p:sp>
      <p:sp>
        <p:nvSpPr>
          <p:cNvPr id="5" name="task2-text-26">
            <a:extLst xmlns:a="http://schemas.openxmlformats.org/drawingml/2006/main">
              <a:ext uri="{FF2B5EF4-FFF2-40B4-BE49-F238E27FC236}">
                <a16:creationId xmlns:a16="http://schemas.microsoft.com/office/drawing/2014/main" id="{E1BFD3A9-3E9D-49AA-9B38-5768EA97BCFB}"/>
              </a:ext>
            </a:extLst>
          </p:cNvPr>
          <p:cNvSpPr>
            <a:spLocks xmlns:a="http://schemas.openxmlformats.org/drawingml/2006/main" noGrp="1"/>
          </p:cNvSpPr>
          <p:nvPr/>
        </p:nvSpPr>
        <p:spPr>
          <a:xfrm xmlns:a="http://schemas.openxmlformats.org/drawingml/2006/main">
            <a:off x="571500" y="2390775"/>
            <a:ext cx="5257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Dataset permissions and provenance</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Protect gradients, data and checkpoints</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Fairness checks across affected groups</a:t>
            </a:r>
          </a:p>
        </p:txBody>
      </p:sp>
      <p:sp>
        <p:nvSpPr>
          <p:cNvPr id="6" name="task2-text-27">
            <a:extLst xmlns:a="http://schemas.openxmlformats.org/drawingml/2006/main">
              <a:ext uri="{FF2B5EF4-FFF2-40B4-BE49-F238E27FC236}">
                <a16:creationId xmlns:a16="http://schemas.microsoft.com/office/drawing/2014/main" id="{EFC73138-C9A2-4BC8-A79F-97496182652E}"/>
              </a:ext>
            </a:extLst>
          </p:cNvPr>
          <p:cNvSpPr>
            <a:spLocks xmlns:a="http://schemas.openxmlformats.org/drawingml/2006/main" noGrp="1"/>
          </p:cNvSpPr>
          <p:nvPr/>
        </p:nvSpPr>
        <p:spPr>
          <a:xfrm xmlns:a="http://schemas.openxmlformats.org/drawingml/2006/main">
            <a:off x="6619875" y="1743075"/>
            <a:ext cx="4810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142B3F"/>
                </a:solidFill>
                <a:latin typeface="Arial"/>
                <a:ea typeface="Arial"/>
                <a:cs typeface="Arial"/>
              </a:defRPr>
            </a:pPr>
            <a:r>
              <a:rPr sz="2475" b="1">
                <a:solidFill>
                  <a:srgbClr val="142B3F"/>
                </a:solidFill>
                <a:latin typeface="Arial"/>
                <a:ea typeface="Arial"/>
                <a:cs typeface="Arial"/>
              </a:rPr>
              <a:t>Access to compute</a:t>
            </a:r>
          </a:p>
        </p:txBody>
      </p:sp>
      <p:sp>
        <p:nvSpPr>
          <p:cNvPr id="7" name="task2-text-28">
            <a:extLst xmlns:a="http://schemas.openxmlformats.org/drawingml/2006/main">
              <a:ext uri="{FF2B5EF4-FFF2-40B4-BE49-F238E27FC236}">
                <a16:creationId xmlns:a16="http://schemas.microsoft.com/office/drawing/2014/main" id="{E8509912-5A52-4F1E-89DF-E8C08023F405}"/>
              </a:ext>
            </a:extLst>
          </p:cNvPr>
          <p:cNvSpPr>
            <a:spLocks xmlns:a="http://schemas.openxmlformats.org/drawingml/2006/main" noGrp="1"/>
          </p:cNvSpPr>
          <p:nvPr/>
        </p:nvSpPr>
        <p:spPr>
          <a:xfrm xmlns:a="http://schemas.openxmlformats.org/drawingml/2006/main">
            <a:off x="6619875" y="2390775"/>
            <a:ext cx="4857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Cost can limit participation</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Shared research capacity broadens access</a:t>
            </a:r>
          </a:p>
          <a:p xmlns:a="http://schemas.openxmlformats.org/drawingml/2006/main">
            <a:pPr algn="l">
              <a:defRPr sz="2100" b="0">
                <a:solidFill>
                  <a:srgbClr val="142B3F"/>
                </a:solidFill>
                <a:latin typeface="Arial"/>
                <a:ea typeface="Arial"/>
                <a:cs typeface="Arial"/>
              </a:defRPr>
            </a:pPr>
            <a:r>
              <a:rPr sz="2100" b="0">
                <a:solidFill>
                  <a:srgbClr val="142B3F"/>
                </a:solidFill>
                <a:latin typeface="Arial"/>
                <a:ea typeface="Arial"/>
                <a:cs typeface="Arial"/>
              </a:rPr>
              <a:t>Transparent allocation rules matter</a:t>
            </a:r>
          </a:p>
        </p:txBody>
      </p:sp>
      <p:sp>
        <p:nvSpPr>
          <p:cNvPr id="8" name="task2-text-29">
            <a:extLst xmlns:a="http://schemas.openxmlformats.org/drawingml/2006/main">
              <a:ext uri="{FF2B5EF4-FFF2-40B4-BE49-F238E27FC236}">
                <a16:creationId xmlns:a16="http://schemas.microsoft.com/office/drawing/2014/main" id="{470FB5C0-6086-474A-B229-A6B4811CA33C}"/>
              </a:ext>
            </a:extLst>
          </p:cNvPr>
          <p:cNvSpPr>
            <a:spLocks xmlns:a="http://schemas.openxmlformats.org/drawingml/2006/main" noGrp="1"/>
          </p:cNvSpPr>
          <p:nvPr/>
        </p:nvSpPr>
        <p:spPr>
          <a:xfrm xmlns:a="http://schemas.openxmlformats.org/drawingml/2006/main">
            <a:off x="571500" y="4371975"/>
            <a:ext cx="5238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087E8B"/>
                </a:solidFill>
                <a:latin typeface="Arial"/>
                <a:ea typeface="Arial"/>
                <a:cs typeface="Arial"/>
              </a:defRPr>
            </a:pPr>
            <a:r>
              <a:rPr sz="2100" b="1">
                <a:solidFill>
                  <a:srgbClr val="087E8B"/>
                </a:solidFill>
                <a:latin typeface="Arial"/>
                <a:ea typeface="Arial"/>
                <a:cs typeface="Arial"/>
              </a:rPr>
              <a:t>Exposed gradients can leak data</a:t>
            </a:r>
          </a:p>
          <a:p xmlns:a="http://schemas.openxmlformats.org/drawingml/2006/main">
            <a:pPr algn="l">
              <a:defRPr sz="2100" b="1">
                <a:solidFill>
                  <a:srgbClr val="087E8B"/>
                </a:solidFill>
                <a:latin typeface="Arial"/>
                <a:ea typeface="Arial"/>
                <a:cs typeface="Arial"/>
              </a:defRPr>
            </a:pPr>
            <a:r>
              <a:rPr sz="2100" b="1">
                <a:solidFill>
                  <a:srgbClr val="087E8B"/>
                </a:solidFill>
                <a:latin typeface="Arial"/>
                <a:ea typeface="Arial"/>
                <a:cs typeface="Arial"/>
              </a:rPr>
              <a:t>More compute does not fix bias</a:t>
            </a:r>
          </a:p>
        </p:txBody>
      </p:sp>
      <p:sp>
        <p:nvSpPr>
          <p:cNvPr id="9" name="task2-text-30">
            <a:extLst xmlns:a="http://schemas.openxmlformats.org/drawingml/2006/main">
              <a:ext uri="{FF2B5EF4-FFF2-40B4-BE49-F238E27FC236}">
                <a16:creationId xmlns:a16="http://schemas.microsoft.com/office/drawing/2014/main" id="{19EAFFA6-6CCE-448C-BE33-C0DF4D7E2CD8}"/>
              </a:ext>
            </a:extLst>
          </p:cNvPr>
          <p:cNvSpPr>
            <a:spLocks xmlns:a="http://schemas.openxmlformats.org/drawingml/2006/main" noGrp="1"/>
          </p:cNvSpPr>
          <p:nvPr/>
        </p:nvSpPr>
        <p:spPr>
          <a:xfrm xmlns:a="http://schemas.openxmlformats.org/drawingml/2006/main">
            <a:off x="6619875" y="4371975"/>
            <a:ext cx="47625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087E8B"/>
                </a:solidFill>
                <a:latin typeface="Arial"/>
                <a:ea typeface="Arial"/>
                <a:cs typeface="Arial"/>
              </a:defRPr>
            </a:pPr>
            <a:r>
              <a:rPr sz="1950" b="0">
                <a:solidFill>
                  <a:srgbClr val="087E8B"/>
                </a:solidFill>
                <a:latin typeface="Arial"/>
                <a:ea typeface="Arial"/>
                <a:cs typeface="Arial"/>
              </a:rPr>
              <a:t>US example: NAIRR</a:t>
            </a:r>
          </a:p>
          <a:p xmlns:a="http://schemas.openxmlformats.org/drawingml/2006/main">
            <a:pPr algn="l">
              <a:defRPr sz="1950" b="0">
                <a:solidFill>
                  <a:srgbClr val="087E8B"/>
                </a:solidFill>
                <a:latin typeface="Arial"/>
                <a:ea typeface="Arial"/>
                <a:cs typeface="Arial"/>
              </a:defRPr>
            </a:pPr>
            <a:r>
              <a:rPr sz="1950" b="0">
                <a:solidFill>
                  <a:srgbClr val="087E8B"/>
                </a:solidFill>
                <a:latin typeface="Arial"/>
                <a:ea typeface="Arial"/>
                <a:cs typeface="Arial"/>
              </a:rPr>
              <a:t>600+ teams and 6,000 students</a:t>
            </a:r>
          </a:p>
          <a:p xmlns:a="http://schemas.openxmlformats.org/drawingml/2006/main">
            <a:pPr algn="l">
              <a:defRPr sz="1950" b="0">
                <a:solidFill>
                  <a:srgbClr val="087E8B"/>
                </a:solidFill>
                <a:latin typeface="Arial"/>
                <a:ea typeface="Arial"/>
                <a:cs typeface="Arial"/>
              </a:defRPr>
            </a:pPr>
            <a:r>
              <a:rPr sz="1950" b="0">
                <a:solidFill>
                  <a:srgbClr val="087E8B"/>
                </a:solidFill>
                <a:latin typeface="Arial"/>
                <a:ea typeface="Arial"/>
                <a:cs typeface="Arial"/>
              </a:rPr>
              <a:t>Since 2024, reported March 2026</a:t>
            </a:r>
          </a:p>
        </p:txBody>
      </p:sp>
      <p:sp>
        <p:nvSpPr>
          <p:cNvPr id="10" name="task2-text-31">
            <a:extLst xmlns:a="http://schemas.openxmlformats.org/drawingml/2006/main">
              <a:ext uri="{FF2B5EF4-FFF2-40B4-BE49-F238E27FC236}">
                <a16:creationId xmlns:a16="http://schemas.microsoft.com/office/drawing/2014/main" id="{B20FA0C9-E87D-44B5-A1FB-2D98560961DF}"/>
              </a:ext>
            </a:extLst>
          </p:cNvPr>
          <p:cNvSpPr>
            <a:spLocks xmlns:a="http://schemas.openxmlformats.org/drawingml/2006/main" noGrp="1"/>
          </p:cNvSpPr>
          <p:nvPr/>
        </p:nvSpPr>
        <p:spPr>
          <a:xfrm xmlns:a="http://schemas.openxmlformats.org/drawingml/2006/main">
            <a:off x="571500" y="579120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B3F"/>
                </a:solidFill>
                <a:latin typeface="Arial"/>
                <a:ea typeface="Arial"/>
                <a:cs typeface="Arial"/>
              </a:defRPr>
            </a:pPr>
            <a:r>
              <a:rPr sz="1950" b="0">
                <a:solidFill>
                  <a:srgbClr val="142B3F"/>
                </a:solidFill>
                <a:latin typeface="Arial"/>
                <a:ea typeface="Arial"/>
                <a:cs typeface="Arial"/>
              </a:rPr>
              <a:t>Secure, representative data and access policies both require active governance</a:t>
            </a:r>
          </a:p>
        </p:txBody>
      </p:sp>
    </p:spTree>
    <p:extLst>
      <p:ext uri="{BB962C8B-B14F-4D97-AF65-F5344CB8AC3E}">
        <p14:creationId xmlns:p14="http://schemas.microsoft.com/office/powerpoint/2010/main" val="67301647"/>
      </p:ext>
    </p:extLst>
  </p:cSld>
</p:sld>
</file>

<file path=ppt/slides/slide10.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4" name="task2-text-32">
            <a:extLst xmlns:a="http://schemas.openxmlformats.org/drawingml/2006/main">
              <a:ext uri="{FF2B5EF4-FFF2-40B4-BE49-F238E27FC236}">
                <a16:creationId xmlns:a16="http://schemas.microsoft.com/office/drawing/2014/main" id="{86B1CD91-559E-4192-A097-4E9CF23A01E1}"/>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Responsible HPC policies</a:t>
            </a:r>
          </a:p>
        </p:txBody>
      </p:sp>
      <p:sp>
        <p:nvSpPr>
          <p:cNvPr id="2" name="task2-text-33">
            <a:extLst xmlns:a="http://schemas.openxmlformats.org/drawingml/2006/main">
              <a:ext uri="{FF2B5EF4-FFF2-40B4-BE49-F238E27FC236}">
                <a16:creationId xmlns:a16="http://schemas.microsoft.com/office/drawing/2014/main" id="{EF4EA54C-F470-4752-AD19-FEA42786AB83}"/>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[14] [15] [16] [17] [18] [19]. Full URLs in notes and companion PDF.</a:t>
            </a:r>
          </a:p>
        </p:txBody>
      </p:sp>
      <p:sp>
        <p:nvSpPr>
          <p:cNvPr id="3" name="task2-text-34">
            <a:extLst xmlns:a="http://schemas.openxmlformats.org/drawingml/2006/main">
              <a:ext uri="{FF2B5EF4-FFF2-40B4-BE49-F238E27FC236}">
                <a16:creationId xmlns:a16="http://schemas.microsoft.com/office/drawing/2014/main" id="{B46B95E6-5F96-41FD-AE3B-4394BF9B7E8F}"/>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10</a:t>
            </a:r>
          </a:p>
        </p:txBody>
      </p:sp>
      <p:sp>
        <p:nvSpPr>
          <p:cNvPr id="4" name="task2-text-35">
            <a:extLst xmlns:a="http://schemas.openxmlformats.org/drawingml/2006/main">
              <a:ext uri="{FF2B5EF4-FFF2-40B4-BE49-F238E27FC236}">
                <a16:creationId xmlns:a16="http://schemas.microsoft.com/office/drawing/2014/main" id="{957E5015-AFBE-4CF6-9B5E-41A3E28A0AC4}"/>
              </a:ext>
            </a:extLst>
          </p:cNvPr>
          <p:cNvSpPr>
            <a:spLocks xmlns:a="http://schemas.openxmlformats.org/drawingml/2006/main" noGrp="1"/>
          </p:cNvSpPr>
          <p:nvPr/>
        </p:nvSpPr>
        <p:spPr>
          <a:xfrm xmlns:a="http://schemas.openxmlformats.org/drawingml/2006/main">
            <a:off x="571500" y="16478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0">
                <a:solidFill>
                  <a:srgbClr val="142B3F"/>
                </a:solidFill>
                <a:latin typeface="Arial"/>
                <a:ea typeface="Arial"/>
                <a:cs typeface="Arial"/>
              </a:defRPr>
            </a:pPr>
            <a:r>
              <a:rPr sz="2250" b="0">
                <a:solidFill>
                  <a:srgbClr val="142B3F"/>
                </a:solidFill>
                <a:latin typeface="Arial"/>
                <a:ea typeface="Arial"/>
                <a:cs typeface="Arial"/>
              </a:rPr>
              <a:t>Green AI, OECD and NIST guide efficiency and responsible use</a:t>
            </a:r>
          </a:p>
        </p:txBody>
      </p:sp>
      <p:sp>
        <p:nvSpPr>
          <p:cNvPr id="5" name="task2-text-36">
            <a:extLst xmlns:a="http://schemas.openxmlformats.org/drawingml/2006/main">
              <a:ext uri="{FF2B5EF4-FFF2-40B4-BE49-F238E27FC236}">
                <a16:creationId xmlns:a16="http://schemas.microsoft.com/office/drawing/2014/main" id="{AB328350-B0F6-4F6A-A628-FB63C07F50D7}"/>
              </a:ext>
            </a:extLst>
          </p:cNvPr>
          <p:cNvSpPr>
            <a:spLocks xmlns:a="http://schemas.openxmlformats.org/drawingml/2006/main" noGrp="1"/>
          </p:cNvSpPr>
          <p:nvPr/>
        </p:nvSpPr>
        <p:spPr>
          <a:xfrm xmlns:a="http://schemas.openxmlformats.org/drawingml/2006/main">
            <a:off x="571500" y="2619375"/>
            <a:ext cx="2381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B3F"/>
                </a:solidFill>
                <a:latin typeface="Arial"/>
                <a:ea typeface="Arial"/>
                <a:cs typeface="Arial"/>
              </a:defRPr>
            </a:pPr>
            <a:r>
              <a:rPr sz="2175" b="1">
                <a:solidFill>
                  <a:srgbClr val="142B3F"/>
                </a:solidFill>
                <a:latin typeface="Arial"/>
                <a:ea typeface="Arial"/>
                <a:cs typeface="Arial"/>
              </a:rPr>
              <a:t>Energy</a:t>
            </a:r>
          </a:p>
        </p:txBody>
      </p:sp>
      <p:sp>
        <p:nvSpPr>
          <p:cNvPr id="6" name="task2-text-37">
            <a:extLst xmlns:a="http://schemas.openxmlformats.org/drawingml/2006/main">
              <a:ext uri="{FF2B5EF4-FFF2-40B4-BE49-F238E27FC236}">
                <a16:creationId xmlns:a16="http://schemas.microsoft.com/office/drawing/2014/main" id="{117F3F08-A84A-43DE-86F3-C26B06E27E5F}"/>
              </a:ext>
            </a:extLst>
          </p:cNvPr>
          <p:cNvSpPr>
            <a:spLocks xmlns:a="http://schemas.openxmlformats.org/drawingml/2006/main" noGrp="1"/>
          </p:cNvSpPr>
          <p:nvPr/>
        </p:nvSpPr>
        <p:spPr>
          <a:xfrm xmlns:a="http://schemas.openxmlformats.org/drawingml/2006/main">
            <a:off x="3190875" y="2619375"/>
            <a:ext cx="828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Set a budget and measure total kWh and emissions</a:t>
            </a:r>
          </a:p>
        </p:txBody>
      </p:sp>
      <p:sp>
        <p:nvSpPr>
          <p:cNvPr id="7" name="task2-text-38">
            <a:extLst xmlns:a="http://schemas.openxmlformats.org/drawingml/2006/main">
              <a:ext uri="{FF2B5EF4-FFF2-40B4-BE49-F238E27FC236}">
                <a16:creationId xmlns:a16="http://schemas.microsoft.com/office/drawing/2014/main" id="{65416228-9670-424A-83A5-9B94E88591A5}"/>
              </a:ext>
            </a:extLst>
          </p:cNvPr>
          <p:cNvSpPr>
            <a:spLocks xmlns:a="http://schemas.openxmlformats.org/drawingml/2006/main" noGrp="1"/>
          </p:cNvSpPr>
          <p:nvPr/>
        </p:nvSpPr>
        <p:spPr>
          <a:xfrm xmlns:a="http://schemas.openxmlformats.org/drawingml/2006/main">
            <a:off x="571500" y="3419475"/>
            <a:ext cx="2381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B3F"/>
                </a:solidFill>
                <a:latin typeface="Arial"/>
                <a:ea typeface="Arial"/>
                <a:cs typeface="Arial"/>
              </a:defRPr>
            </a:pPr>
            <a:r>
              <a:rPr sz="2175" b="1">
                <a:solidFill>
                  <a:srgbClr val="142B3F"/>
                </a:solidFill>
                <a:latin typeface="Arial"/>
                <a:ea typeface="Arial"/>
                <a:cs typeface="Arial"/>
              </a:rPr>
              <a:t>Scheduling</a:t>
            </a:r>
          </a:p>
        </p:txBody>
      </p:sp>
      <p:sp>
        <p:nvSpPr>
          <p:cNvPr id="8" name="task2-text-39">
            <a:extLst xmlns:a="http://schemas.openxmlformats.org/drawingml/2006/main">
              <a:ext uri="{FF2B5EF4-FFF2-40B4-BE49-F238E27FC236}">
                <a16:creationId xmlns:a16="http://schemas.microsoft.com/office/drawing/2014/main" id="{65F6032F-7E8F-42A3-8476-E9321F9B9F07}"/>
              </a:ext>
            </a:extLst>
          </p:cNvPr>
          <p:cNvSpPr>
            <a:spLocks xmlns:a="http://schemas.openxmlformats.org/drawingml/2006/main" noGrp="1"/>
          </p:cNvSpPr>
          <p:nvPr/>
        </p:nvSpPr>
        <p:spPr>
          <a:xfrm xmlns:a="http://schemas.openxmlformats.org/drawingml/2006/main">
            <a:off x="3190875" y="3419475"/>
            <a:ext cx="828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Shift flexible jobs to lower-carbon periods within deadlines</a:t>
            </a:r>
          </a:p>
        </p:txBody>
      </p:sp>
      <p:sp>
        <p:nvSpPr>
          <p:cNvPr id="9" name="task2-text-40">
            <a:extLst xmlns:a="http://schemas.openxmlformats.org/drawingml/2006/main">
              <a:ext uri="{FF2B5EF4-FFF2-40B4-BE49-F238E27FC236}">
                <a16:creationId xmlns:a16="http://schemas.microsoft.com/office/drawing/2014/main" id="{B7DCEFBF-35DD-47D5-A8B2-A7BD8C06295F}"/>
              </a:ext>
            </a:extLst>
          </p:cNvPr>
          <p:cNvSpPr>
            <a:spLocks xmlns:a="http://schemas.openxmlformats.org/drawingml/2006/main" noGrp="1"/>
          </p:cNvSpPr>
          <p:nvPr/>
        </p:nvSpPr>
        <p:spPr>
          <a:xfrm xmlns:a="http://schemas.openxmlformats.org/drawingml/2006/main">
            <a:off x="571500" y="4219575"/>
            <a:ext cx="2381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B3F"/>
                </a:solidFill>
                <a:latin typeface="Arial"/>
                <a:ea typeface="Arial"/>
                <a:cs typeface="Arial"/>
              </a:defRPr>
            </a:pPr>
            <a:r>
              <a:rPr sz="2175" b="1">
                <a:solidFill>
                  <a:srgbClr val="142B3F"/>
                </a:solidFill>
                <a:latin typeface="Arial"/>
                <a:ea typeface="Arial"/>
                <a:cs typeface="Arial"/>
              </a:rPr>
              <a:t>Governance</a:t>
            </a:r>
          </a:p>
        </p:txBody>
      </p:sp>
      <p:sp>
        <p:nvSpPr>
          <p:cNvPr id="10" name="task2-text-41">
            <a:extLst xmlns:a="http://schemas.openxmlformats.org/drawingml/2006/main">
              <a:ext uri="{FF2B5EF4-FFF2-40B4-BE49-F238E27FC236}">
                <a16:creationId xmlns:a16="http://schemas.microsoft.com/office/drawing/2014/main" id="{B933D32D-CFB0-4AB9-AB30-957455C864EF}"/>
              </a:ext>
            </a:extLst>
          </p:cNvPr>
          <p:cNvSpPr>
            <a:spLocks xmlns:a="http://schemas.openxmlformats.org/drawingml/2006/main" noGrp="1"/>
          </p:cNvSpPr>
          <p:nvPr/>
        </p:nvSpPr>
        <p:spPr>
          <a:xfrm xmlns:a="http://schemas.openxmlformats.org/drawingml/2006/main">
            <a:off x="3190875" y="4219575"/>
            <a:ext cx="828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Assign owners and assess privacy, security and fairness</a:t>
            </a:r>
          </a:p>
        </p:txBody>
      </p:sp>
      <p:sp>
        <p:nvSpPr>
          <p:cNvPr id="11" name="task2-text-42">
            <a:extLst xmlns:a="http://schemas.openxmlformats.org/drawingml/2006/main">
              <a:ext uri="{FF2B5EF4-FFF2-40B4-BE49-F238E27FC236}">
                <a16:creationId xmlns:a16="http://schemas.microsoft.com/office/drawing/2014/main" id="{FAAEAA3F-86FC-4623-9191-0FEE6CDEB914}"/>
              </a:ext>
            </a:extLst>
          </p:cNvPr>
          <p:cNvSpPr>
            <a:spLocks xmlns:a="http://schemas.openxmlformats.org/drawingml/2006/main" noGrp="1"/>
          </p:cNvSpPr>
          <p:nvPr/>
        </p:nvSpPr>
        <p:spPr>
          <a:xfrm xmlns:a="http://schemas.openxmlformats.org/drawingml/2006/main">
            <a:off x="571500" y="5019675"/>
            <a:ext cx="2381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B3F"/>
                </a:solidFill>
                <a:latin typeface="Arial"/>
                <a:ea typeface="Arial"/>
                <a:cs typeface="Arial"/>
              </a:defRPr>
            </a:pPr>
            <a:r>
              <a:rPr sz="2175" b="1">
                <a:solidFill>
                  <a:srgbClr val="142B3F"/>
                </a:solidFill>
                <a:latin typeface="Arial"/>
                <a:ea typeface="Arial"/>
                <a:cs typeface="Arial"/>
              </a:rPr>
              <a:t>Access</a:t>
            </a:r>
          </a:p>
        </p:txBody>
      </p:sp>
      <p:sp>
        <p:nvSpPr>
          <p:cNvPr id="12" name="task2-text-43">
            <a:extLst xmlns:a="http://schemas.openxmlformats.org/drawingml/2006/main">
              <a:ext uri="{FF2B5EF4-FFF2-40B4-BE49-F238E27FC236}">
                <a16:creationId xmlns:a16="http://schemas.microsoft.com/office/drawing/2014/main" id="{6C48E9A7-157A-4C6A-A509-4E4D664832C7}"/>
              </a:ext>
            </a:extLst>
          </p:cNvPr>
          <p:cNvSpPr>
            <a:spLocks xmlns:a="http://schemas.openxmlformats.org/drawingml/2006/main" noGrp="1"/>
          </p:cNvSpPr>
          <p:nvPr/>
        </p:nvSpPr>
        <p:spPr>
          <a:xfrm xmlns:a="http://schemas.openxmlformats.org/drawingml/2006/main">
            <a:off x="3190875" y="5019675"/>
            <a:ext cx="828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B3F"/>
                </a:solidFill>
                <a:latin typeface="Arial"/>
                <a:ea typeface="Arial"/>
                <a:cs typeface="Arial"/>
              </a:defRPr>
            </a:pPr>
            <a:r>
              <a:rPr sz="2025" b="0">
                <a:solidFill>
                  <a:srgbClr val="142B3F"/>
                </a:solidFill>
                <a:latin typeface="Arial"/>
                <a:ea typeface="Arial"/>
                <a:cs typeface="Arial"/>
              </a:rPr>
              <a:t>Publish allocation rules and provide shared research capacity</a:t>
            </a:r>
          </a:p>
        </p:txBody>
      </p:sp>
      <p:sp>
        <p:nvSpPr>
          <p:cNvPr id="13" name="task2-text-44">
            <a:extLst xmlns:a="http://schemas.openxmlformats.org/drawingml/2006/main">
              <a:ext uri="{FF2B5EF4-FFF2-40B4-BE49-F238E27FC236}">
                <a16:creationId xmlns:a16="http://schemas.microsoft.com/office/drawing/2014/main" id="{404B8A91-46F5-4A12-8609-061BB6B087B9}"/>
              </a:ext>
            </a:extLst>
          </p:cNvPr>
          <p:cNvSpPr>
            <a:spLocks xmlns:a="http://schemas.openxmlformats.org/drawingml/2006/main" noGrp="1"/>
          </p:cNvSpPr>
          <p:nvPr/>
        </p:nvSpPr>
        <p:spPr>
          <a:xfrm xmlns:a="http://schemas.openxmlformats.org/drawingml/2006/main">
            <a:off x="571500" y="591502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087E8B"/>
                </a:solidFill>
                <a:latin typeface="Arial"/>
                <a:ea typeface="Arial"/>
                <a:cs typeface="Arial"/>
              </a:defRPr>
            </a:pPr>
            <a:r>
              <a:rPr sz="1800" b="0">
                <a:solidFill>
                  <a:srgbClr val="087E8B"/>
                </a:solidFill>
                <a:latin typeface="Arial"/>
                <a:ea typeface="Arial"/>
                <a:cs typeface="Arial"/>
              </a:rPr>
              <a:t>Trade-offs include deadlines, forecast uncertainty and local water conditions</a:t>
            </a:r>
          </a:p>
        </p:txBody>
      </p:sp>
    </p:spTree>
    <p:extLst>
      <p:ext uri="{BB962C8B-B14F-4D97-AF65-F5344CB8AC3E}">
        <p14:creationId xmlns:p14="http://schemas.microsoft.com/office/powerpoint/2010/main" val="1680233015"/>
      </p:ext>
    </p:extLst>
  </p:cSld>
</p:sld>
</file>

<file path=ppt/slides/slide1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8" name="task2-text-45">
            <a:extLst xmlns:a="http://schemas.openxmlformats.org/drawingml/2006/main">
              <a:ext uri="{FF2B5EF4-FFF2-40B4-BE49-F238E27FC236}">
                <a16:creationId xmlns:a16="http://schemas.microsoft.com/office/drawing/2014/main" id="{0B8D31DC-F2F6-45B2-BBA1-412C2C26E3D5}"/>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Questions and discussion</a:t>
            </a:r>
          </a:p>
        </p:txBody>
      </p:sp>
      <p:sp>
        <p:nvSpPr>
          <p:cNvPr id="2" name="task2-text-46">
            <a:extLst xmlns:a="http://schemas.openxmlformats.org/drawingml/2006/main">
              <a:ext uri="{FF2B5EF4-FFF2-40B4-BE49-F238E27FC236}">
                <a16:creationId xmlns:a16="http://schemas.microsoft.com/office/drawing/2014/main" id="{7B6752D1-CF62-40A9-ABFD-3996C591D404}"/>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Shared team Q&amp;A</a:t>
            </a:r>
          </a:p>
        </p:txBody>
      </p:sp>
      <p:sp>
        <p:nvSpPr>
          <p:cNvPr id="3" name="task2-text-47">
            <a:extLst xmlns:a="http://schemas.openxmlformats.org/drawingml/2006/main">
              <a:ext uri="{FF2B5EF4-FFF2-40B4-BE49-F238E27FC236}">
                <a16:creationId xmlns:a16="http://schemas.microsoft.com/office/drawing/2014/main" id="{9B6162D7-6E94-4009-909D-3C2E2AE5C53A}"/>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11</a:t>
            </a:r>
          </a:p>
        </p:txBody>
      </p:sp>
      <p:sp>
        <p:nvSpPr>
          <p:cNvPr id="4" name="task2-text-48">
            <a:extLst xmlns:a="http://schemas.openxmlformats.org/drawingml/2006/main">
              <a:ext uri="{FF2B5EF4-FFF2-40B4-BE49-F238E27FC236}">
                <a16:creationId xmlns:a16="http://schemas.microsoft.com/office/drawing/2014/main" id="{CD59900E-455C-4F32-9B16-8439B9A16814}"/>
              </a:ext>
            </a:extLst>
          </p:cNvPr>
          <p:cNvSpPr>
            <a:spLocks xmlns:a="http://schemas.openxmlformats.org/drawingml/2006/main" noGrp="1"/>
          </p:cNvSpPr>
          <p:nvPr/>
        </p:nvSpPr>
        <p:spPr>
          <a:xfrm xmlns:a="http://schemas.openxmlformats.org/drawingml/2006/main">
            <a:off x="571500" y="2133600"/>
            <a:ext cx="10763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625" b="1">
                <a:solidFill>
                  <a:srgbClr val="142B3F"/>
                </a:solidFill>
                <a:latin typeface="Arial"/>
                <a:ea typeface="Arial"/>
                <a:cs typeface="Arial"/>
              </a:defRPr>
            </a:pPr>
            <a:r>
              <a:rPr sz="2625" b="1">
                <a:solidFill>
                  <a:srgbClr val="142B3F"/>
                </a:solidFill>
                <a:latin typeface="Arial"/>
                <a:ea typeface="Arial"/>
                <a:cs typeface="Arial"/>
              </a:rPr>
              <a:t>Image rotation and CUDA</a:t>
            </a:r>
          </a:p>
        </p:txBody>
      </p:sp>
      <p:sp>
        <p:nvSpPr>
          <p:cNvPr id="5" name="task2-text-49">
            <a:extLst xmlns:a="http://schemas.openxmlformats.org/drawingml/2006/main">
              <a:ext uri="{FF2B5EF4-FFF2-40B4-BE49-F238E27FC236}">
                <a16:creationId xmlns:a16="http://schemas.microsoft.com/office/drawing/2014/main" id="{4C10AB8A-6DB3-4327-AD4C-F3195BF7E01C}"/>
              </a:ext>
            </a:extLst>
          </p:cNvPr>
          <p:cNvSpPr>
            <a:spLocks xmlns:a="http://schemas.openxmlformats.org/drawingml/2006/main" noGrp="1"/>
          </p:cNvSpPr>
          <p:nvPr/>
        </p:nvSpPr>
        <p:spPr>
          <a:xfrm xmlns:a="http://schemas.openxmlformats.org/drawingml/2006/main">
            <a:off x="571500" y="27717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142B3F"/>
                </a:solidFill>
                <a:latin typeface="Arial"/>
                <a:ea typeface="Arial"/>
                <a:cs typeface="Arial"/>
              </a:defRPr>
            </a:pPr>
            <a:r>
              <a:rPr sz="2175" b="0">
                <a:solidFill>
                  <a:srgbClr val="142B3F"/>
                </a:solidFill>
                <a:latin typeface="Arial"/>
                <a:ea typeface="Arial"/>
                <a:cs typeface="Arial"/>
              </a:rPr>
              <a:t>Thread hierarchy, transfer overhead and rotation choices</a:t>
            </a:r>
          </a:p>
        </p:txBody>
      </p:sp>
      <p:sp>
        <p:nvSpPr>
          <p:cNvPr id="6" name="task2-text-50">
            <a:extLst xmlns:a="http://schemas.openxmlformats.org/drawingml/2006/main">
              <a:ext uri="{FF2B5EF4-FFF2-40B4-BE49-F238E27FC236}">
                <a16:creationId xmlns:a16="http://schemas.microsoft.com/office/drawing/2014/main" id="{03A29678-78D9-434E-AD11-75D04FAD87B7}"/>
              </a:ext>
            </a:extLst>
          </p:cNvPr>
          <p:cNvSpPr>
            <a:spLocks xmlns:a="http://schemas.openxmlformats.org/drawingml/2006/main" noGrp="1"/>
          </p:cNvSpPr>
          <p:nvPr/>
        </p:nvSpPr>
        <p:spPr>
          <a:xfrm xmlns:a="http://schemas.openxmlformats.org/drawingml/2006/main">
            <a:off x="571500" y="4143375"/>
            <a:ext cx="10763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625" b="1">
                <a:solidFill>
                  <a:srgbClr val="142B3F"/>
                </a:solidFill>
                <a:latin typeface="Arial"/>
                <a:ea typeface="Arial"/>
                <a:cs typeface="Arial"/>
              </a:defRPr>
            </a:pPr>
            <a:r>
              <a:rPr sz="2625" b="1">
                <a:solidFill>
                  <a:srgbClr val="142B3F"/>
                </a:solidFill>
                <a:latin typeface="Arial"/>
                <a:ea typeface="Arial"/>
                <a:cs typeface="Arial"/>
              </a:rPr>
              <a:t>HPC, AI and responsible scaling</a:t>
            </a:r>
          </a:p>
        </p:txBody>
      </p:sp>
      <p:sp>
        <p:nvSpPr>
          <p:cNvPr id="7" name="task2-text-51">
            <a:extLst xmlns:a="http://schemas.openxmlformats.org/drawingml/2006/main">
              <a:ext uri="{FF2B5EF4-FFF2-40B4-BE49-F238E27FC236}">
                <a16:creationId xmlns:a16="http://schemas.microsoft.com/office/drawing/2014/main" id="{46F4B649-26ED-47B6-B406-68190F45781F}"/>
              </a:ext>
            </a:extLst>
          </p:cNvPr>
          <p:cNvSpPr>
            <a:spLocks xmlns:a="http://schemas.openxmlformats.org/drawingml/2006/main" noGrp="1"/>
          </p:cNvSpPr>
          <p:nvPr/>
        </p:nvSpPr>
        <p:spPr>
          <a:xfrm xmlns:a="http://schemas.openxmlformats.org/drawingml/2006/main">
            <a:off x="571500" y="47815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142B3F"/>
                </a:solidFill>
                <a:latin typeface="Arial"/>
                <a:ea typeface="Arial"/>
                <a:cs typeface="Arial"/>
              </a:defRPr>
            </a:pPr>
            <a:r>
              <a:rPr sz="2175" b="0">
                <a:solidFill>
                  <a:srgbClr val="142B3F"/>
                </a:solidFill>
                <a:latin typeface="Arial"/>
                <a:ea typeface="Arial"/>
                <a:cs typeface="Arial"/>
              </a:rPr>
              <a:t>Energy evidence, data governance and access to compute</a:t>
            </a:r>
          </a:p>
        </p:txBody>
      </p:sp>
    </p:spTree>
    <p:extLst>
      <p:ext uri="{BB962C8B-B14F-4D97-AF65-F5344CB8AC3E}">
        <p14:creationId xmlns:p14="http://schemas.microsoft.com/office/powerpoint/2010/main" val="1629180161"/>
      </p:ext>
    </p:extLst>
  </p:cSld>
</p:sld>
</file>

<file path=ppt/slides/slide1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8" name="text-441">
            <a:extLst xmlns:a="http://schemas.openxmlformats.org/drawingml/2006/main">
              <a:ext uri="{FF2B5EF4-FFF2-40B4-BE49-F238E27FC236}">
                <a16:creationId xmlns:a16="http://schemas.microsoft.com/office/drawing/2014/main" id="{9F9126C3-F2E6-4663-9222-2D2E460C7E7C}"/>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A: CUDA launch and memory copies</a:t>
            </a:r>
          </a:p>
        </p:txBody>
      </p:sp>
      <p:sp>
        <p:nvSpPr>
          <p:cNvPr id="2" name="text-442">
            <a:extLst xmlns:a="http://schemas.openxmlformats.org/drawingml/2006/main">
              <a:ext uri="{FF2B5EF4-FFF2-40B4-BE49-F238E27FC236}">
                <a16:creationId xmlns:a16="http://schemas.microsoft.com/office/drawing/2014/main" id="{412C0729-45AF-4BB3-BDAE-C9788C0D0377}"/>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43">
            <a:extLst xmlns:a="http://schemas.openxmlformats.org/drawingml/2006/main">
              <a:ext uri="{FF2B5EF4-FFF2-40B4-BE49-F238E27FC236}">
                <a16:creationId xmlns:a16="http://schemas.microsoft.com/office/drawing/2014/main" id="{299677E7-D23B-486E-B0E1-D8F05ECC05AB}"/>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[2] [10]. Full references in appendix and companion PDF.</a:t>
            </a:r>
          </a:p>
        </p:txBody>
      </p:sp>
      <p:sp>
        <p:nvSpPr>
          <p:cNvPr id="4" name="text-444">
            <a:extLst xmlns:a="http://schemas.openxmlformats.org/drawingml/2006/main">
              <a:ext uri="{FF2B5EF4-FFF2-40B4-BE49-F238E27FC236}">
                <a16:creationId xmlns:a16="http://schemas.microsoft.com/office/drawing/2014/main" id="{7BE5303B-297C-4341-B234-4FA2D7B26C11}"/>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12</a:t>
            </a:r>
          </a:p>
        </p:txBody>
      </p:sp>
      <p:sp>
        <p:nvSpPr>
          <p:cNvPr id="5" name="text-445">
            <a:extLst xmlns:a="http://schemas.openxmlformats.org/drawingml/2006/main">
              <a:ext uri="{FF2B5EF4-FFF2-40B4-BE49-F238E27FC236}">
                <a16:creationId xmlns:a16="http://schemas.microsoft.com/office/drawing/2014/main" id="{9C8D1305-2FC3-43BF-B244-2E9232C7F9B9}"/>
              </a:ext>
            </a:extLst>
          </p:cNvPr>
          <p:cNvSpPr>
            <a:spLocks xmlns:a="http://schemas.openxmlformats.org/drawingml/2006/main" noGrp="1"/>
          </p:cNvSpPr>
          <p:nvPr/>
        </p:nvSpPr>
        <p:spPr>
          <a:xfrm xmlns:a="http://schemas.openxmlformats.org/drawingml/2006/main">
            <a:off x="571500" y="2152650"/>
            <a:ext cx="1095375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dim3 block(16, 16);</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dim3 grid((W + 15) / 16, (H + 15) / 16);</a:t>
            </a:r>
          </a:p>
          <a:p xmlns:a="http://schemas.openxmlformats.org/drawingml/2006/main">
            <a:r>
              <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cudaMemcpy(d_in, h_in, bytes, cudaMemcpyHostToDevice);</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rotate_rgb&lt;&lt;&lt;grid, block&gt;&gt;&gt;(d_in, d_out, W, H, c, s);</a:t>
            </a:r>
          </a:p>
          <a:p xmlns:a="http://schemas.openxmlformats.org/drawingml/2006/main">
            <a:pPr algn="l">
              <a:defRPr sz="2025" b="0">
                <a:solidFill>
                  <a:srgbClr val="142B3F"/>
                </a:solidFill>
                <a:latin typeface="Consolas"/>
                <a:ea typeface="Consolas"/>
                <a:cs typeface="Consolas"/>
              </a:defRPr>
            </a:pPr>
            <a:r>
              <a:rPr sz="2025" b="0">
                <a:solidFill>
                  <a:srgbClr val="142B3F"/>
                </a:solidFill>
                <a:latin typeface="Consolas"/>
                <a:ea typeface="Consolas"/>
                <a:cs typeface="Consolas"/>
              </a:rPr>
              <a:t>cudaMemcpy(h_out, d_out, bytes, cudaMemcpyDeviceToHost);</a:t>
            </a:r>
          </a:p>
        </p:txBody>
      </p:sp>
      <p:sp>
        <p:nvSpPr>
          <p:cNvPr id="6" name="text-446">
            <a:extLst xmlns:a="http://schemas.openxmlformats.org/drawingml/2006/main">
              <a:ext uri="{FF2B5EF4-FFF2-40B4-BE49-F238E27FC236}">
                <a16:creationId xmlns:a16="http://schemas.microsoft.com/office/drawing/2014/main" id="{AF78689D-17AB-4D71-9B8D-438696360773}"/>
              </a:ext>
            </a:extLst>
          </p:cNvPr>
          <p:cNvSpPr>
            <a:spLocks xmlns:a="http://schemas.openxmlformats.org/drawingml/2006/main" noGrp="1"/>
          </p:cNvSpPr>
          <p:nvPr/>
        </p:nvSpPr>
        <p:spPr>
          <a:xfrm xmlns:a="http://schemas.openxmlformats.org/drawingml/2006/main">
            <a:off x="571500" y="48768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Global pixel coordinates</a:t>
            </a:r>
          </a:p>
        </p:txBody>
      </p:sp>
      <p:sp>
        <p:nvSpPr>
          <p:cNvPr id="7" name="text-447">
            <a:extLst xmlns:a="http://schemas.openxmlformats.org/drawingml/2006/main">
              <a:ext uri="{FF2B5EF4-FFF2-40B4-BE49-F238E27FC236}">
                <a16:creationId xmlns:a16="http://schemas.microsoft.com/office/drawing/2014/main" id="{1B605DCB-4720-439C-9429-00C063A12617}"/>
              </a:ext>
            </a:extLst>
          </p:cNvPr>
          <p:cNvSpPr>
            <a:spLocks xmlns:a="http://schemas.openxmlformats.org/drawingml/2006/main" noGrp="1"/>
          </p:cNvSpPr>
          <p:nvPr/>
        </p:nvSpPr>
        <p:spPr>
          <a:xfrm xmlns:a="http://schemas.openxmlformats.org/drawingml/2006/main">
            <a:off x="571500" y="53816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42B3F"/>
                </a:solidFill>
                <a:latin typeface="Consolas"/>
                <a:ea typeface="Consolas"/>
                <a:cs typeface="Consolas"/>
              </a:defRPr>
            </a:pPr>
            <a:r>
              <a:rPr sz="1950" b="0">
                <a:solidFill>
                  <a:srgbClr val="142B3F"/>
                </a:solidFill>
                <a:latin typeface="Consolas"/>
                <a:ea typeface="Consolas"/>
                <a:cs typeface="Consolas"/>
              </a:rPr>
              <a:t>x = blockIdx.x * blockDim.x + threadIdx.x</a:t>
            </a:r>
          </a:p>
          <a:p xmlns:a="http://schemas.openxmlformats.org/drawingml/2006/main">
            <a:pPr algn="l">
              <a:defRPr sz="1950" b="0">
                <a:solidFill>
                  <a:srgbClr val="142B3F"/>
                </a:solidFill>
                <a:latin typeface="Consolas"/>
                <a:ea typeface="Consolas"/>
                <a:cs typeface="Consolas"/>
              </a:defRPr>
            </a:pPr>
            <a:r>
              <a:rPr sz="1950" b="0">
                <a:solidFill>
                  <a:srgbClr val="142B3F"/>
                </a:solidFill>
                <a:latin typeface="Consolas"/>
                <a:ea typeface="Consolas"/>
                <a:cs typeface="Consolas"/>
              </a:rPr>
              <a:t>y = blockIdx.y * blockDim.y + threadIdx.y</a:t>
            </a:r>
          </a:p>
        </p:txBody>
      </p:sp>
    </p:spTree>
    <p:extLst>
      <p:ext uri="{BB962C8B-B14F-4D97-AF65-F5344CB8AC3E}">
        <p14:creationId xmlns:p14="http://schemas.microsoft.com/office/powerpoint/2010/main" val="286821160"/>
      </p:ext>
    </p:extLst>
  </p:cSld>
</p:sld>
</file>

<file path=ppt/slides/slide1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9" name="text-448">
            <a:extLst xmlns:a="http://schemas.openxmlformats.org/drawingml/2006/main">
              <a:ext uri="{FF2B5EF4-FFF2-40B4-BE49-F238E27FC236}">
                <a16:creationId xmlns:a16="http://schemas.microsoft.com/office/drawing/2014/main" id="{CAA64774-DFE0-49EF-BD8A-A15A63CE0FC2}"/>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B: Independent pixel calculations</a:t>
            </a:r>
          </a:p>
        </p:txBody>
      </p:sp>
      <p:sp>
        <p:nvSpPr>
          <p:cNvPr id="2" name="text-449">
            <a:extLst xmlns:a="http://schemas.openxmlformats.org/drawingml/2006/main">
              <a:ext uri="{FF2B5EF4-FFF2-40B4-BE49-F238E27FC236}">
                <a16:creationId xmlns:a16="http://schemas.microsoft.com/office/drawing/2014/main" id="{A9C5BD62-CB74-4AE3-844D-E2E710459840}"/>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50">
            <a:extLst xmlns:a="http://schemas.openxmlformats.org/drawingml/2006/main">
              <a:ext uri="{FF2B5EF4-FFF2-40B4-BE49-F238E27FC236}">
                <a16:creationId xmlns:a16="http://schemas.microsoft.com/office/drawing/2014/main" id="{D64935EE-199C-45B8-BC29-185534B16A51}"/>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[1] [4] [5]. Full references in appendix and companion PDF.</a:t>
            </a:r>
          </a:p>
        </p:txBody>
      </p:sp>
      <p:sp>
        <p:nvSpPr>
          <p:cNvPr id="4" name="text-451">
            <a:extLst xmlns:a="http://schemas.openxmlformats.org/drawingml/2006/main">
              <a:ext uri="{FF2B5EF4-FFF2-40B4-BE49-F238E27FC236}">
                <a16:creationId xmlns:a16="http://schemas.microsoft.com/office/drawing/2014/main" id="{6010F79A-1870-401C-84F1-9CCBFB80E7C4}"/>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13</a:t>
            </a:r>
          </a:p>
        </p:txBody>
      </p:sp>
      <p:sp>
        <p:nvSpPr>
          <p:cNvPr id="5" name="text-452">
            <a:extLst xmlns:a="http://schemas.openxmlformats.org/drawingml/2006/main">
              <a:ext uri="{FF2B5EF4-FFF2-40B4-BE49-F238E27FC236}">
                <a16:creationId xmlns:a16="http://schemas.microsoft.com/office/drawing/2014/main" id="{2B00FF8E-1A1C-443A-8C94-3BF8ED622DF5}"/>
              </a:ext>
            </a:extLst>
          </p:cNvPr>
          <p:cNvSpPr>
            <a:spLocks xmlns:a="http://schemas.openxmlformats.org/drawingml/2006/main" noGrp="1"/>
          </p:cNvSpPr>
          <p:nvPr/>
        </p:nvSpPr>
        <p:spPr>
          <a:xfrm xmlns:a="http://schemas.openxmlformats.org/drawingml/2006/main">
            <a:off x="571500" y="1971675"/>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Brightness: channel operation</a:t>
            </a:r>
          </a:p>
        </p:txBody>
      </p:sp>
      <p:sp>
        <p:nvSpPr>
          <p:cNvPr id="6" name="text-453">
            <a:extLst xmlns:a="http://schemas.openxmlformats.org/drawingml/2006/main">
              <a:ext uri="{FF2B5EF4-FFF2-40B4-BE49-F238E27FC236}">
                <a16:creationId xmlns:a16="http://schemas.microsoft.com/office/drawing/2014/main" id="{3DCC411A-E622-414C-B1B7-DD55B9B810D3}"/>
              </a:ext>
            </a:extLst>
          </p:cNvPr>
          <p:cNvSpPr>
            <a:spLocks xmlns:a="http://schemas.openxmlformats.org/drawingml/2006/main" noGrp="1"/>
          </p:cNvSpPr>
          <p:nvPr/>
        </p:nvSpPr>
        <p:spPr>
          <a:xfrm xmlns:a="http://schemas.openxmlformats.org/drawingml/2006/main">
            <a:off x="571500" y="242887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v = int(input[i]) + brightness;</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output[i] = v &lt; 0 ? 0 : (v &gt; 255 ? 255 : v);</a:t>
            </a:r>
          </a:p>
        </p:txBody>
      </p:sp>
      <p:sp>
        <p:nvSpPr>
          <p:cNvPr id="7" name="text-454">
            <a:extLst xmlns:a="http://schemas.openxmlformats.org/drawingml/2006/main">
              <a:ext uri="{FF2B5EF4-FFF2-40B4-BE49-F238E27FC236}">
                <a16:creationId xmlns:a16="http://schemas.microsoft.com/office/drawing/2014/main" id="{E3570283-FFA7-4884-B2F6-2B680124BB4D}"/>
              </a:ext>
            </a:extLst>
          </p:cNvPr>
          <p:cNvSpPr>
            <a:spLocks xmlns:a="http://schemas.openxmlformats.org/drawingml/2006/main" noGrp="1"/>
          </p:cNvSpPr>
          <p:nvPr/>
        </p:nvSpPr>
        <p:spPr>
          <a:xfrm xmlns:a="http://schemas.openxmlformats.org/drawingml/2006/main">
            <a:off x="571500" y="34480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42B3F"/>
                </a:solidFill>
                <a:latin typeface="Arial"/>
                <a:ea typeface="Arial"/>
                <a:cs typeface="Arial"/>
              </a:defRPr>
            </a:pPr>
            <a:r>
              <a:rPr sz="2100" b="1">
                <a:solidFill>
                  <a:srgbClr val="142B3F"/>
                </a:solidFill>
                <a:latin typeface="Arial"/>
                <a:ea typeface="Arial"/>
                <a:cs typeface="Arial"/>
              </a:rPr>
              <a:t>Rotation: inverse mapping in image coordinates</a:t>
            </a:r>
          </a:p>
        </p:txBody>
      </p:sp>
      <p:sp>
        <p:nvSpPr>
          <p:cNvPr id="8" name="text-455">
            <a:extLst xmlns:a="http://schemas.openxmlformats.org/drawingml/2006/main">
              <a:ext uri="{FF2B5EF4-FFF2-40B4-BE49-F238E27FC236}">
                <a16:creationId xmlns:a16="http://schemas.microsoft.com/office/drawing/2014/main" id="{EA964760-77C5-4577-BE25-9EF21BDC3525}"/>
              </a:ext>
            </a:extLst>
          </p:cNvPr>
          <p:cNvSpPr>
            <a:spLocks xmlns:a="http://schemas.openxmlformats.org/drawingml/2006/main" noGrp="1"/>
          </p:cNvSpPr>
          <p:nvPr/>
        </p:nvSpPr>
        <p:spPr>
          <a:xfrm xmlns:a="http://schemas.openxmlformats.org/drawingml/2006/main">
            <a:off x="571500" y="3981450"/>
            <a:ext cx="10953750"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if (x &gt;= W || y &gt;= H) return;</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float sx = c*(x-cx) - s*(y-cy) + cx;</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float sy = s*(x-cx) + c*(y-cy) + cy;</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ix = int(floorf(sx + 0.5f));</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int iy = int(floorf(sy + 0.5f));</a:t>
            </a:r>
          </a:p>
          <a:p xmlns:a="http://schemas.openxmlformats.org/drawingml/2006/main">
            <a:pPr algn="l">
              <a:defRPr sz="1800" b="0">
                <a:solidFill>
                  <a:srgbClr val="142B3F"/>
                </a:solidFill>
                <a:latin typeface="Consolas"/>
                <a:ea typeface="Consolas"/>
                <a:cs typeface="Consolas"/>
              </a:defRPr>
            </a:pPr>
            <a:r>
              <a:rPr sz="1800" b="0">
                <a:solidFill>
                  <a:srgbClr val="142B3F"/>
                </a:solidFill>
                <a:latin typeface="Consolas"/>
                <a:ea typeface="Consolas"/>
                <a:cs typeface="Consolas"/>
              </a:rPr>
              <a:t>// Copy input(ix, iy) when valid, otherwise write black.</a:t>
            </a:r>
          </a:p>
        </p:txBody>
      </p:sp>
    </p:spTree>
    <p:extLst>
      <p:ext uri="{BB962C8B-B14F-4D97-AF65-F5344CB8AC3E}">
        <p14:creationId xmlns:p14="http://schemas.microsoft.com/office/powerpoint/2010/main" val="1879986175"/>
      </p:ext>
    </p:extLst>
  </p:cSld>
</p:sld>
</file>

<file path=ppt/slides/slide14.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56">
            <a:extLst xmlns:a="http://schemas.openxmlformats.org/drawingml/2006/main">
              <a:ext uri="{FF2B5EF4-FFF2-40B4-BE49-F238E27FC236}">
                <a16:creationId xmlns:a16="http://schemas.microsoft.com/office/drawing/2014/main" id="{8D2D1086-D621-4B05-85E0-B602355E5108}"/>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C: References</a:t>
            </a:r>
          </a:p>
        </p:txBody>
      </p:sp>
      <p:sp>
        <p:nvSpPr>
          <p:cNvPr id="2" name="text-457">
            <a:extLst xmlns:a="http://schemas.openxmlformats.org/drawingml/2006/main">
              <a:ext uri="{FF2B5EF4-FFF2-40B4-BE49-F238E27FC236}">
                <a16:creationId xmlns:a16="http://schemas.microsoft.com/office/drawing/2014/main" id="{869367A7-CF8C-4F7C-B987-12C65042C557}"/>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58">
            <a:extLst xmlns:a="http://schemas.openxmlformats.org/drawingml/2006/main">
              <a:ext uri="{FF2B5EF4-FFF2-40B4-BE49-F238E27FC236}">
                <a16:creationId xmlns:a16="http://schemas.microsoft.com/office/drawing/2014/main" id="{FD9F79B5-2EBF-42BA-8505-2D941BE5D796}"/>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Task 1 supplementary material</a:t>
            </a:r>
          </a:p>
        </p:txBody>
      </p:sp>
      <p:sp>
        <p:nvSpPr>
          <p:cNvPr id="4" name="text-459">
            <a:extLst xmlns:a="http://schemas.openxmlformats.org/drawingml/2006/main">
              <a:ext uri="{FF2B5EF4-FFF2-40B4-BE49-F238E27FC236}">
                <a16:creationId xmlns:a16="http://schemas.microsoft.com/office/drawing/2014/main" id="{CEF8F492-8B90-4E28-858A-79E63C423668}"/>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14</a:t>
            </a:r>
          </a:p>
        </p:txBody>
      </p:sp>
      <p:sp>
        <p:nvSpPr>
          <p:cNvPr id="5" name="text-460">
            <a:extLst xmlns:a="http://schemas.openxmlformats.org/drawingml/2006/main">
              <a:ext uri="{FF2B5EF4-FFF2-40B4-BE49-F238E27FC236}">
                <a16:creationId xmlns:a16="http://schemas.microsoft.com/office/drawing/2014/main" id="{9D9BA758-ABC3-4834-939A-9AE5D1244F69}"/>
              </a:ext>
            </a:extLst>
          </p:cNvPr>
          <p:cNvSpPr>
            <a:spLocks xmlns:a="http://schemas.openxmlformats.org/drawingml/2006/main" noGrp="1"/>
          </p:cNvSpPr>
          <p:nvPr/>
        </p:nvSpPr>
        <p:spPr>
          <a:xfrm xmlns:a="http://schemas.openxmlformats.org/drawingml/2006/main">
            <a:off x="571500" y="20955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[1] Monash University, Introduction to CUDA Programming with Google Colab, Week 9, Parts A-D (supplied notebook)</a:t>
            </a:r>
          </a:p>
        </p:txBody>
      </p:sp>
      <p:sp>
        <p:nvSpPr>
          <p:cNvPr id="6" name="text-461">
            <a:extLst xmlns:a="http://schemas.openxmlformats.org/drawingml/2006/main">
              <a:ext uri="{FF2B5EF4-FFF2-40B4-BE49-F238E27FC236}">
                <a16:creationId xmlns:a16="http://schemas.microsoft.com/office/drawing/2014/main" id="{E13ABF86-19E0-405C-A1B2-32506463020C}"/>
              </a:ext>
            </a:extLst>
          </p:cNvPr>
          <p:cNvSpPr>
            <a:spLocks xmlns:a="http://schemas.openxmlformats.org/drawingml/2006/main" noGrp="1"/>
          </p:cNvSpPr>
          <p:nvPr/>
        </p:nvSpPr>
        <p:spPr>
          <a:xfrm xmlns:a="http://schemas.openxmlformats.org/drawingml/2006/main">
            <a:off x="571500" y="288607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[2] NVIDIA, CUDA Programming Guide, Programming Model</a:t>
            </a:r>
          </a:p>
        </p:txBody>
      </p:sp>
      <p:sp>
        <p:nvSpPr>
          <p:cNvPr id="7" name="text-462">
            <a:extLst xmlns:a="http://schemas.openxmlformats.org/drawingml/2006/main">
              <a:ext uri="{FF2B5EF4-FFF2-40B4-BE49-F238E27FC236}">
                <a16:creationId xmlns:a16="http://schemas.microsoft.com/office/drawing/2014/main" id="{7E146754-C970-4541-B2CC-04E1217B5E3B}"/>
              </a:ext>
            </a:extLst>
          </p:cNvPr>
          <p:cNvSpPr>
            <a:spLocks xmlns:a="http://schemas.openxmlformats.org/drawingml/2006/main" noGrp="1"/>
          </p:cNvSpPr>
          <p:nvPr/>
        </p:nvSpPr>
        <p:spPr>
          <a:xfrm xmlns:a="http://schemas.openxmlformats.org/drawingml/2006/main">
            <a:off x="571500" y="36766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[3] NVIDIA, CUDA C++ Best Practices Guide, Heterogeneous Computing</a:t>
            </a:r>
          </a:p>
        </p:txBody>
      </p:sp>
      <p:sp>
        <p:nvSpPr>
          <p:cNvPr id="8" name="text-463">
            <a:extLst xmlns:a="http://schemas.openxmlformats.org/drawingml/2006/main">
              <a:ext uri="{FF2B5EF4-FFF2-40B4-BE49-F238E27FC236}">
                <a16:creationId xmlns:a16="http://schemas.microsoft.com/office/drawing/2014/main" id="{5608AA58-1F0B-40DB-9CAA-36887CDB97B3}"/>
              </a:ext>
            </a:extLst>
          </p:cNvPr>
          <p:cNvSpPr>
            <a:spLocks xmlns:a="http://schemas.openxmlformats.org/drawingml/2006/main" noGrp="1"/>
          </p:cNvSpPr>
          <p:nvPr/>
        </p:nvSpPr>
        <p:spPr>
          <a:xfrm xmlns:a="http://schemas.openxmlformats.org/drawingml/2006/main">
            <a:off x="571500" y="44672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[4] Monash University, Applied #2 Assessment Specification and Applied #2 Rubric (supplied PDFs)</a:t>
            </a:r>
          </a:p>
        </p:txBody>
      </p:sp>
      <p:sp>
        <p:nvSpPr>
          <p:cNvPr id="9" name="text-464">
            <a:extLst xmlns:a="http://schemas.openxmlformats.org/drawingml/2006/main">
              <a:ext uri="{FF2B5EF4-FFF2-40B4-BE49-F238E27FC236}">
                <a16:creationId xmlns:a16="http://schemas.microsoft.com/office/drawing/2014/main" id="{28D82EA6-1B35-4049-BA59-A6EB8324D3C3}"/>
              </a:ext>
            </a:extLst>
          </p:cNvPr>
          <p:cNvSpPr>
            <a:spLocks xmlns:a="http://schemas.openxmlformats.org/drawingml/2006/main" noGrp="1"/>
          </p:cNvSpPr>
          <p:nvPr/>
        </p:nvSpPr>
        <p:spPr>
          <a:xfrm xmlns:a="http://schemas.openxmlformats.org/drawingml/2006/main">
            <a:off x="571500" y="52578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[5] NVIDIA, NPP Image Geometry Transforms, Rotate</a:t>
            </a:r>
          </a:p>
        </p:txBody>
      </p:sp>
    </p:spTree>
    <p:extLst>
      <p:ext uri="{BB962C8B-B14F-4D97-AF65-F5344CB8AC3E}">
        <p14:creationId xmlns:p14="http://schemas.microsoft.com/office/powerpoint/2010/main" val="131315405"/>
      </p:ext>
    </p:extLst>
  </p:cSld>
</p:sld>
</file>

<file path=ppt/slides/slide15.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65">
            <a:extLst xmlns:a="http://schemas.openxmlformats.org/drawingml/2006/main">
              <a:ext uri="{FF2B5EF4-FFF2-40B4-BE49-F238E27FC236}">
                <a16:creationId xmlns:a16="http://schemas.microsoft.com/office/drawing/2014/main" id="{B104407E-CBF2-4F47-B79A-735B7EF14BB1}"/>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D: References</a:t>
            </a:r>
          </a:p>
        </p:txBody>
      </p:sp>
      <p:sp>
        <p:nvSpPr>
          <p:cNvPr id="2" name="text-466">
            <a:extLst xmlns:a="http://schemas.openxmlformats.org/drawingml/2006/main">
              <a:ext uri="{FF2B5EF4-FFF2-40B4-BE49-F238E27FC236}">
                <a16:creationId xmlns:a16="http://schemas.microsoft.com/office/drawing/2014/main" id="{893C69BF-B4D8-4050-BB2F-465A7BFEA948}"/>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67">
            <a:extLst xmlns:a="http://schemas.openxmlformats.org/drawingml/2006/main">
              <a:ext uri="{FF2B5EF4-FFF2-40B4-BE49-F238E27FC236}">
                <a16:creationId xmlns:a16="http://schemas.microsoft.com/office/drawing/2014/main" id="{2B34CA67-F308-4766-B0BB-91BB49BC111B}"/>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Task 1 supplementary material</a:t>
            </a:r>
          </a:p>
        </p:txBody>
      </p:sp>
      <p:sp>
        <p:nvSpPr>
          <p:cNvPr id="4" name="text-468">
            <a:extLst xmlns:a="http://schemas.openxmlformats.org/drawingml/2006/main">
              <a:ext uri="{FF2B5EF4-FFF2-40B4-BE49-F238E27FC236}">
                <a16:creationId xmlns:a16="http://schemas.microsoft.com/office/drawing/2014/main" id="{E3C5B411-EA4E-4F83-A8E6-0D6E9DAAAC7B}"/>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15</a:t>
            </a:r>
          </a:p>
        </p:txBody>
      </p:sp>
      <p:sp>
        <p:nvSpPr>
          <p:cNvPr id="5" name="text-469">
            <a:extLst xmlns:a="http://schemas.openxmlformats.org/drawingml/2006/main">
              <a:ext uri="{FF2B5EF4-FFF2-40B4-BE49-F238E27FC236}">
                <a16:creationId xmlns:a16="http://schemas.microsoft.com/office/drawing/2014/main" id="{7CDF8FE5-6C2F-4B2E-86EB-726DD0A2B3D5}"/>
              </a:ext>
            </a:extLst>
          </p:cNvPr>
          <p:cNvSpPr>
            <a:spLocks xmlns:a="http://schemas.openxmlformats.org/drawingml/2006/main" noGrp="1"/>
          </p:cNvSpPr>
          <p:nvPr/>
        </p:nvSpPr>
        <p:spPr>
          <a:xfrm xmlns:a="http://schemas.openxmlformats.org/drawingml/2006/main">
            <a:off x="571500" y="20955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[6] NVIDIA, CUDA C++ Programming Guide, SIMT Architecture and Hardware Multithreading</a:t>
            </a:r>
          </a:p>
        </p:txBody>
      </p:sp>
      <p:sp>
        <p:nvSpPr>
          <p:cNvPr id="6" name="text-470">
            <a:extLst xmlns:a="http://schemas.openxmlformats.org/drawingml/2006/main">
              <a:ext uri="{FF2B5EF4-FFF2-40B4-BE49-F238E27FC236}">
                <a16:creationId xmlns:a16="http://schemas.microsoft.com/office/drawing/2014/main" id="{D3FF9AA8-669A-4BEB-A82B-F3F7444CD2E2}"/>
              </a:ext>
            </a:extLst>
          </p:cNvPr>
          <p:cNvSpPr>
            <a:spLocks xmlns:a="http://schemas.openxmlformats.org/drawingml/2006/main" noGrp="1"/>
          </p:cNvSpPr>
          <p:nvPr/>
        </p:nvSpPr>
        <p:spPr>
          <a:xfrm xmlns:a="http://schemas.openxmlformats.org/drawingml/2006/main">
            <a:off x="571500" y="288607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[7] NVIDIA, CUDA C++ Best Practices Guide, Data Transfer Between Host and Device</a:t>
            </a:r>
          </a:p>
        </p:txBody>
      </p:sp>
      <p:sp>
        <p:nvSpPr>
          <p:cNvPr id="7" name="text-471">
            <a:extLst xmlns:a="http://schemas.openxmlformats.org/drawingml/2006/main">
              <a:ext uri="{FF2B5EF4-FFF2-40B4-BE49-F238E27FC236}">
                <a16:creationId xmlns:a16="http://schemas.microsoft.com/office/drawing/2014/main" id="{C2731A6C-88D2-48CC-9B82-B3C10C986A48}"/>
              </a:ext>
            </a:extLst>
          </p:cNvPr>
          <p:cNvSpPr>
            <a:spLocks xmlns:a="http://schemas.openxmlformats.org/drawingml/2006/main" noGrp="1"/>
          </p:cNvSpPr>
          <p:nvPr/>
        </p:nvSpPr>
        <p:spPr>
          <a:xfrm xmlns:a="http://schemas.openxmlformats.org/drawingml/2006/main">
            <a:off x="571500" y="36766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[8] NVIDIA, GPUDirect Storage Overview Guide</a:t>
            </a:r>
          </a:p>
        </p:txBody>
      </p:sp>
      <p:sp>
        <p:nvSpPr>
          <p:cNvPr id="8" name="text-472">
            <a:extLst xmlns:a="http://schemas.openxmlformats.org/drawingml/2006/main">
              <a:ext uri="{FF2B5EF4-FFF2-40B4-BE49-F238E27FC236}">
                <a16:creationId xmlns:a16="http://schemas.microsoft.com/office/drawing/2014/main" id="{AB9A515E-3E17-43E6-B39C-872C006BA8B7}"/>
              </a:ext>
            </a:extLst>
          </p:cNvPr>
          <p:cNvSpPr>
            <a:spLocks xmlns:a="http://schemas.openxmlformats.org/drawingml/2006/main" noGrp="1"/>
          </p:cNvSpPr>
          <p:nvPr/>
        </p:nvSpPr>
        <p:spPr>
          <a:xfrm xmlns:a="http://schemas.openxmlformats.org/drawingml/2006/main">
            <a:off x="571500" y="44672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[9] NVIDIA, GPUDirect Storage Design Guide</a:t>
            </a:r>
          </a:p>
        </p:txBody>
      </p:sp>
      <p:sp>
        <p:nvSpPr>
          <p:cNvPr id="9" name="text-473">
            <a:extLst xmlns:a="http://schemas.openxmlformats.org/drawingml/2006/main">
              <a:ext uri="{FF2B5EF4-FFF2-40B4-BE49-F238E27FC236}">
                <a16:creationId xmlns:a16="http://schemas.microsoft.com/office/drawing/2014/main" id="{71353EB4-632A-438E-872F-2834B7699E87}"/>
              </a:ext>
            </a:extLst>
          </p:cNvPr>
          <p:cNvSpPr>
            <a:spLocks xmlns:a="http://schemas.openxmlformats.org/drawingml/2006/main" noGrp="1"/>
          </p:cNvSpPr>
          <p:nvPr/>
        </p:nvSpPr>
        <p:spPr>
          <a:xfrm xmlns:a="http://schemas.openxmlformats.org/drawingml/2006/main">
            <a:off x="571500" y="525780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42B3F"/>
                </a:solidFill>
                <a:latin typeface="Arial"/>
                <a:ea typeface="Arial"/>
                <a:cs typeface="Arial"/>
              </a:defRPr>
            </a:pPr>
            <a:r>
              <a:rPr sz="1725" b="0">
                <a:solidFill>
                  <a:srgbClr val="142B3F"/>
                </a:solidFill>
                <a:latin typeface="Arial"/>
                <a:ea typeface="Arial"/>
                <a:cs typeface="Arial"/>
              </a:rPr>
              <a:t>[10] NVIDIA, CUDA API Synchronization Behavior</a:t>
            </a:r>
          </a:p>
        </p:txBody>
      </p:sp>
    </p:spTree>
    <p:extLst>
      <p:ext uri="{BB962C8B-B14F-4D97-AF65-F5344CB8AC3E}">
        <p14:creationId xmlns:p14="http://schemas.microsoft.com/office/powerpoint/2010/main" val="1974389763"/>
      </p:ext>
    </p:extLst>
  </p:cSld>
</p:sld>
</file>

<file path=ppt/slides/slide1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0" name="text-474">
            <a:extLst xmlns:a="http://schemas.openxmlformats.org/drawingml/2006/main">
              <a:ext uri="{FF2B5EF4-FFF2-40B4-BE49-F238E27FC236}">
                <a16:creationId xmlns:a16="http://schemas.microsoft.com/office/drawing/2014/main" id="{5B2F1B37-F55E-439A-9A1D-D679F0CE3E7D}"/>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Appendix E: CUDA performance choices</a:t>
            </a:r>
          </a:p>
        </p:txBody>
      </p:sp>
      <p:sp>
        <p:nvSpPr>
          <p:cNvPr id="2" name="text-475">
            <a:extLst xmlns:a="http://schemas.openxmlformats.org/drawingml/2006/main">
              <a:ext uri="{FF2B5EF4-FFF2-40B4-BE49-F238E27FC236}">
                <a16:creationId xmlns:a16="http://schemas.microsoft.com/office/drawing/2014/main" id="{55C96729-D390-4498-91C5-D33DC33C9ADF}"/>
              </a:ext>
            </a:extLst>
          </p:cNvPr>
          <p:cNvSpPr>
            <a:spLocks xmlns:a="http://schemas.openxmlformats.org/drawingml/2006/main" noGrp="1"/>
          </p:cNvSpPr>
          <p:nvPr/>
        </p:nvSpPr>
        <p:spPr>
          <a:xfrm xmlns:a="http://schemas.openxmlformats.org/drawingml/2006/main">
            <a:off x="571500" y="13144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Supplementary material for Q&amp;A</a:t>
            </a:r>
          </a:p>
        </p:txBody>
      </p:sp>
      <p:sp>
        <p:nvSpPr>
          <p:cNvPr id="3" name="text-476">
            <a:extLst xmlns:a="http://schemas.openxmlformats.org/drawingml/2006/main">
              <a:ext uri="{FF2B5EF4-FFF2-40B4-BE49-F238E27FC236}">
                <a16:creationId xmlns:a16="http://schemas.microsoft.com/office/drawing/2014/main" id="{A080C821-FC68-464B-AD8D-7EA544224387}"/>
              </a:ext>
            </a:extLst>
          </p:cNvPr>
          <p:cNvSpPr>
            <a:spLocks xmlns:a="http://schemas.openxmlformats.org/drawingml/2006/main" noGrp="1"/>
          </p:cNvSpPr>
          <p:nvPr/>
        </p:nvSpPr>
        <p:spPr>
          <a:xfrm xmlns:a="http://schemas.openxmlformats.org/drawingml/2006/main">
            <a:off x="571500" y="6400800"/>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Sources: [2] [3] [6] [7] [10]. Full references in appendix and companion PDF.</a:t>
            </a:r>
          </a:p>
        </p:txBody>
      </p:sp>
      <p:sp>
        <p:nvSpPr>
          <p:cNvPr id="4" name="text-477">
            <a:extLst xmlns:a="http://schemas.openxmlformats.org/drawingml/2006/main">
              <a:ext uri="{FF2B5EF4-FFF2-40B4-BE49-F238E27FC236}">
                <a16:creationId xmlns:a16="http://schemas.microsoft.com/office/drawing/2014/main" id="{9FC3D4C9-08D2-445A-9C0F-AEF1338760A7}"/>
              </a:ext>
            </a:extLst>
          </p:cNvPr>
          <p:cNvSpPr>
            <a:spLocks xmlns:a="http://schemas.openxmlformats.org/drawingml/2006/main" noGrp="1"/>
          </p:cNvSpPr>
          <p:nvPr/>
        </p:nvSpPr>
        <p:spPr>
          <a:xfrm xmlns:a="http://schemas.openxmlformats.org/drawingml/2006/main">
            <a:off x="11144250" y="64008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16</a:t>
            </a:r>
          </a:p>
        </p:txBody>
      </p:sp>
      <p:sp>
        <p:nvSpPr>
          <p:cNvPr id="5" name="text-478">
            <a:extLst xmlns:a="http://schemas.openxmlformats.org/drawingml/2006/main">
              <a:ext uri="{FF2B5EF4-FFF2-40B4-BE49-F238E27FC236}">
                <a16:creationId xmlns:a16="http://schemas.microsoft.com/office/drawing/2014/main" id="{B6E699C7-B8CB-4C7A-B31C-094F5EEAC917}"/>
              </a:ext>
            </a:extLst>
          </p:cNvPr>
          <p:cNvSpPr>
            <a:spLocks xmlns:a="http://schemas.openxmlformats.org/drawingml/2006/main" noGrp="1"/>
          </p:cNvSpPr>
          <p:nvPr/>
        </p:nvSpPr>
        <p:spPr>
          <a:xfrm xmlns:a="http://schemas.openxmlformats.org/drawingml/2006/main">
            <a:off x="571500" y="2000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2B3F"/>
                </a:solidFill>
                <a:latin typeface="Arial"/>
                <a:ea typeface="Arial"/>
                <a:cs typeface="Arial"/>
              </a:defRPr>
            </a:pPr>
            <a:r>
              <a:rPr sz="2175" b="1">
                <a:solidFill>
                  <a:srgbClr val="142B3F"/>
                </a:solidFill>
                <a:latin typeface="Arial"/>
                <a:ea typeface="Arial"/>
                <a:cs typeface="Arial"/>
              </a:rPr>
              <a:t>Launch shape: same 256 threads, different warp layout</a:t>
            </a:r>
          </a:p>
        </p:txBody>
      </p:sp>
      <p:sp>
        <p:nvSpPr>
          <p:cNvPr id="6" name="text-479">
            <a:extLst xmlns:a="http://schemas.openxmlformats.org/drawingml/2006/main">
              <a:ext uri="{FF2B5EF4-FFF2-40B4-BE49-F238E27FC236}">
                <a16:creationId xmlns:a16="http://schemas.microsoft.com/office/drawing/2014/main" id="{6F59A13F-C4C7-43C4-A26E-E0F1E6D28C6C}"/>
              </a:ext>
            </a:extLst>
          </p:cNvPr>
          <p:cNvSpPr>
            <a:spLocks xmlns:a="http://schemas.openxmlformats.org/drawingml/2006/main" noGrp="1"/>
          </p:cNvSpPr>
          <p:nvPr/>
        </p:nvSpPr>
        <p:spPr>
          <a:xfrm xmlns:a="http://schemas.openxmlformats.org/drawingml/2006/main">
            <a:off x="571500" y="2495550"/>
            <a:ext cx="10953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dim3 blockA(16, 16);  // A warp spans two output rows</a:t>
            </a:r>
          </a:p>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dim3 blockB(32, 8);   // A warp spans one output row</a:t>
            </a:r>
          </a:p>
        </p:txBody>
      </p:sp>
      <p:sp>
        <p:nvSpPr>
          <p:cNvPr id="7" name="text-480">
            <a:extLst xmlns:a="http://schemas.openxmlformats.org/drawingml/2006/main">
              <a:ext uri="{FF2B5EF4-FFF2-40B4-BE49-F238E27FC236}">
                <a16:creationId xmlns:a16="http://schemas.microsoft.com/office/drawing/2014/main" id="{57F60D9C-25EE-454D-9BA8-91C6D0E18D66}"/>
              </a:ext>
            </a:extLst>
          </p:cNvPr>
          <p:cNvSpPr>
            <a:spLocks xmlns:a="http://schemas.openxmlformats.org/drawingml/2006/main" noGrp="1"/>
          </p:cNvSpPr>
          <p:nvPr/>
        </p:nvSpPr>
        <p:spPr>
          <a:xfrm xmlns:a="http://schemas.openxmlformats.org/drawingml/2006/main">
            <a:off x="571500" y="34575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42B3F"/>
                </a:solidFill>
                <a:latin typeface="Arial"/>
                <a:ea typeface="Arial"/>
                <a:cs typeface="Arial"/>
              </a:defRPr>
            </a:pPr>
            <a:r>
              <a:rPr sz="2025" b="1">
                <a:solidFill>
                  <a:srgbClr val="142B3F"/>
                </a:solidFill>
                <a:latin typeface="Arial"/>
                <a:ea typeface="Arial"/>
                <a:cs typeface="Arial"/>
              </a:rPr>
              <a:t>Pinned buffers + non-default stream: ordered work per image</a:t>
            </a:r>
          </a:p>
        </p:txBody>
      </p:sp>
      <p:sp>
        <p:nvSpPr>
          <p:cNvPr id="8" name="text-481">
            <a:extLst xmlns:a="http://schemas.openxmlformats.org/drawingml/2006/main">
              <a:ext uri="{FF2B5EF4-FFF2-40B4-BE49-F238E27FC236}">
                <a16:creationId xmlns:a16="http://schemas.microsoft.com/office/drawing/2014/main" id="{BDA96FD6-3F98-4CB9-B41D-7088BD9BD4AC}"/>
              </a:ext>
            </a:extLst>
          </p:cNvPr>
          <p:cNvSpPr>
            <a:spLocks xmlns:a="http://schemas.openxmlformats.org/drawingml/2006/main" noGrp="1"/>
          </p:cNvSpPr>
          <p:nvPr/>
        </p:nvSpPr>
        <p:spPr>
          <a:xfrm xmlns:a="http://schemas.openxmlformats.org/drawingml/2006/main">
            <a:off x="571500" y="3981450"/>
            <a:ext cx="109537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cudaMemcpyAsync(d_in, h_in, bytes, H2D, stream);</a:t>
            </a:r>
          </a:p>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rotate_rgb&lt;&lt;&lt;grid, blockB, 0, stream&gt;&gt;&gt;(...);</a:t>
            </a:r>
          </a:p>
          <a:p xmlns:a="http://schemas.openxmlformats.org/drawingml/2006/main">
            <a:pPr algn="l">
              <a:defRPr sz="1875" b="0">
                <a:solidFill>
                  <a:srgbClr val="142B3F"/>
                </a:solidFill>
                <a:latin typeface="Consolas"/>
                <a:ea typeface="Consolas"/>
                <a:cs typeface="Consolas"/>
              </a:defRPr>
            </a:pPr>
            <a:r>
              <a:rPr sz="1875" b="0">
                <a:solidFill>
                  <a:srgbClr val="142B3F"/>
                </a:solidFill>
                <a:latin typeface="Consolas"/>
                <a:ea typeface="Consolas"/>
                <a:cs typeface="Consolas"/>
              </a:rPr>
              <a:t>cudaMemcpyAsync(h_out, d_out, bytes, D2H, stream);</a:t>
            </a:r>
          </a:p>
        </p:txBody>
      </p:sp>
      <p:sp>
        <p:nvSpPr>
          <p:cNvPr id="9" name="text-482">
            <a:extLst xmlns:a="http://schemas.openxmlformats.org/drawingml/2006/main">
              <a:ext uri="{FF2B5EF4-FFF2-40B4-BE49-F238E27FC236}">
                <a16:creationId xmlns:a16="http://schemas.microsoft.com/office/drawing/2014/main" id="{04868EF0-54BC-47B6-B380-8AF27D6BA292}"/>
              </a:ext>
            </a:extLst>
          </p:cNvPr>
          <p:cNvSpPr>
            <a:spLocks xmlns:a="http://schemas.openxmlformats.org/drawingml/2006/main" noGrp="1"/>
          </p:cNvSpPr>
          <p:nvPr/>
        </p:nvSpPr>
        <p:spPr>
          <a:xfrm xmlns:a="http://schemas.openxmlformats.org/drawingml/2006/main">
            <a:off x="571500" y="549592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087E8B"/>
                </a:solidFill>
                <a:latin typeface="Arial"/>
                <a:ea typeface="Arial"/>
                <a:cs typeface="Arial"/>
              </a:defRPr>
            </a:pPr>
            <a:r>
              <a:rPr sz="1950" b="0">
                <a:solidFill>
                  <a:srgbClr val="087E8B"/>
                </a:solidFill>
                <a:latin typeface="Arial"/>
                <a:ea typeface="Arial"/>
                <a:cs typeface="Arial"/>
              </a:rPr>
              <a:t>Independent images may overlap. Hardware, buffers and dependencies matter.</a:t>
            </a:r>
          </a:p>
        </p:txBody>
      </p:sp>
    </p:spTree>
    <p:extLst>
      <p:ext uri="{BB962C8B-B14F-4D97-AF65-F5344CB8AC3E}">
        <p14:creationId xmlns:p14="http://schemas.microsoft.com/office/powerpoint/2010/main" val="690567479"/>
      </p:ext>
    </p:extLst>
  </p:cSld>
</p:sld>
</file>

<file path=ppt/slides/slide1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9" name="task2-text-52">
            <a:extLst xmlns:a="http://schemas.openxmlformats.org/drawingml/2006/main">
              <a:ext uri="{FF2B5EF4-FFF2-40B4-BE49-F238E27FC236}">
                <a16:creationId xmlns:a16="http://schemas.microsoft.com/office/drawing/2014/main" id="{86BAA157-A7BA-412A-BB43-A2D2DC3B0F72}"/>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Task 2 appendix 1: References</a:t>
            </a:r>
          </a:p>
        </p:txBody>
      </p:sp>
      <p:sp>
        <p:nvSpPr>
          <p:cNvPr id="2" name="task2-text-53">
            <a:extLst xmlns:a="http://schemas.openxmlformats.org/drawingml/2006/main">
              <a:ext uri="{FF2B5EF4-FFF2-40B4-BE49-F238E27FC236}">
                <a16:creationId xmlns:a16="http://schemas.microsoft.com/office/drawing/2014/main" id="{F2604FE9-6DC9-4036-AC4E-FC4F2E0539A2}"/>
              </a:ext>
            </a:extLst>
          </p:cNvPr>
          <p:cNvSpPr>
            <a:spLocks xmlns:a="http://schemas.openxmlformats.org/drawingml/2006/main" noGrp="1"/>
          </p:cNvSpPr>
          <p:nvPr/>
        </p:nvSpPr>
        <p:spPr>
          <a:xfrm xmlns:a="http://schemas.openxmlformats.org/drawingml/2006/main">
            <a:off x="571500" y="13811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Task 2 supplementary references</a:t>
            </a:r>
          </a:p>
        </p:txBody>
      </p:sp>
      <p:sp>
        <p:nvSpPr>
          <p:cNvPr id="3" name="task2-text-54">
            <a:extLst xmlns:a="http://schemas.openxmlformats.org/drawingml/2006/main">
              <a:ext uri="{FF2B5EF4-FFF2-40B4-BE49-F238E27FC236}">
                <a16:creationId xmlns:a16="http://schemas.microsoft.com/office/drawing/2014/main" id="{385A26C2-99AE-4548-87EE-C3B3B02176E0}"/>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Supplementary references; full URLs in notes</a:t>
            </a:r>
          </a:p>
        </p:txBody>
      </p:sp>
      <p:sp>
        <p:nvSpPr>
          <p:cNvPr id="4" name="task2-text-55">
            <a:extLst xmlns:a="http://schemas.openxmlformats.org/drawingml/2006/main">
              <a:ext uri="{FF2B5EF4-FFF2-40B4-BE49-F238E27FC236}">
                <a16:creationId xmlns:a16="http://schemas.microsoft.com/office/drawing/2014/main" id="{1F79BC05-FC73-4761-A873-7D236073263F}"/>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17</a:t>
            </a:r>
          </a:p>
        </p:txBody>
      </p:sp>
      <p:sp>
        <p:nvSpPr>
          <p:cNvPr id="5" name="task2-text-56">
            <a:extLst xmlns:a="http://schemas.openxmlformats.org/drawingml/2006/main">
              <a:ext uri="{FF2B5EF4-FFF2-40B4-BE49-F238E27FC236}">
                <a16:creationId xmlns:a16="http://schemas.microsoft.com/office/drawing/2014/main" id="{09E6F91A-823B-4E06-A598-D6050E0434D0}"/>
              </a:ext>
            </a:extLst>
          </p:cNvPr>
          <p:cNvSpPr>
            <a:spLocks xmlns:a="http://schemas.openxmlformats.org/drawingml/2006/main" noGrp="1"/>
          </p:cNvSpPr>
          <p:nvPr/>
        </p:nvSpPr>
        <p:spPr>
          <a:xfrm xmlns:a="http://schemas.openxmlformats.org/drawingml/2006/main">
            <a:off x="571500" y="207645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[11] NVIDIA, Megatron Core Parallelism Strategies Guide</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2026 documentation</a:t>
            </a:r>
          </a:p>
        </p:txBody>
      </p:sp>
      <p:sp>
        <p:nvSpPr>
          <p:cNvPr id="6" name="task2-text-57">
            <a:extLst xmlns:a="http://schemas.openxmlformats.org/drawingml/2006/main">
              <a:ext uri="{FF2B5EF4-FFF2-40B4-BE49-F238E27FC236}">
                <a16:creationId xmlns:a16="http://schemas.microsoft.com/office/drawing/2014/main" id="{E8089080-7499-4C5F-93FE-6FF6882ED2A1}"/>
              </a:ext>
            </a:extLst>
          </p:cNvPr>
          <p:cNvSpPr>
            <a:spLocks xmlns:a="http://schemas.openxmlformats.org/drawingml/2006/main" noGrp="1"/>
          </p:cNvSpPr>
          <p:nvPr/>
        </p:nvSpPr>
        <p:spPr>
          <a:xfrm xmlns:a="http://schemas.openxmlformats.org/drawingml/2006/main">
            <a:off x="571500" y="303847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[12] IEA, Key Questions on Energy and AI, Executive summary</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2026</a:t>
            </a:r>
          </a:p>
        </p:txBody>
      </p:sp>
      <p:sp>
        <p:nvSpPr>
          <p:cNvPr id="7" name="task2-text-58">
            <a:extLst xmlns:a="http://schemas.openxmlformats.org/drawingml/2006/main">
              <a:ext uri="{FF2B5EF4-FFF2-40B4-BE49-F238E27FC236}">
                <a16:creationId xmlns:a16="http://schemas.microsoft.com/office/drawing/2014/main" id="{44D1EF62-6750-4687-8BBD-FF8663528E92}"/>
              </a:ext>
            </a:extLst>
          </p:cNvPr>
          <p:cNvSpPr>
            <a:spLocks xmlns:a="http://schemas.openxmlformats.org/drawingml/2006/main" noGrp="1"/>
          </p:cNvSpPr>
          <p:nvPr/>
        </p:nvSpPr>
        <p:spPr>
          <a:xfrm xmlns:a="http://schemas.openxmlformats.org/drawingml/2006/main">
            <a:off x="571500" y="40005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[13] IEA, Data centre electricity use surged in 2025</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2026</a:t>
            </a:r>
          </a:p>
        </p:txBody>
      </p:sp>
      <p:sp>
        <p:nvSpPr>
          <p:cNvPr id="8" name="task2-text-59">
            <a:extLst xmlns:a="http://schemas.openxmlformats.org/drawingml/2006/main">
              <a:ext uri="{FF2B5EF4-FFF2-40B4-BE49-F238E27FC236}">
                <a16:creationId xmlns:a16="http://schemas.microsoft.com/office/drawing/2014/main" id="{755C82CC-2237-461D-BEEB-B5B450C00152}"/>
              </a:ext>
            </a:extLst>
          </p:cNvPr>
          <p:cNvSpPr>
            <a:spLocks xmlns:a="http://schemas.openxmlformats.org/drawingml/2006/main" noGrp="1"/>
          </p:cNvSpPr>
          <p:nvPr/>
        </p:nvSpPr>
        <p:spPr>
          <a:xfrm xmlns:a="http://schemas.openxmlformats.org/drawingml/2006/main">
            <a:off x="571500" y="49625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[14] OECD, AI Principles</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Updated 2024</a:t>
            </a:r>
          </a:p>
        </p:txBody>
      </p:sp>
    </p:spTree>
    <p:extLst>
      <p:ext uri="{BB962C8B-B14F-4D97-AF65-F5344CB8AC3E}">
        <p14:creationId xmlns:p14="http://schemas.microsoft.com/office/powerpoint/2010/main" val="1994900505"/>
      </p:ext>
    </p:extLst>
  </p:cSld>
</p:sld>
</file>

<file path=ppt/slides/slide1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9" name="task2-text-60">
            <a:extLst xmlns:a="http://schemas.openxmlformats.org/drawingml/2006/main">
              <a:ext uri="{FF2B5EF4-FFF2-40B4-BE49-F238E27FC236}">
                <a16:creationId xmlns:a16="http://schemas.microsoft.com/office/drawing/2014/main" id="{AD962D06-0C81-4917-8FEC-2526BD4F99E1}"/>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Task 2 appendix 2: References</a:t>
            </a:r>
          </a:p>
        </p:txBody>
      </p:sp>
      <p:sp>
        <p:nvSpPr>
          <p:cNvPr id="2" name="task2-text-61">
            <a:extLst xmlns:a="http://schemas.openxmlformats.org/drawingml/2006/main">
              <a:ext uri="{FF2B5EF4-FFF2-40B4-BE49-F238E27FC236}">
                <a16:creationId xmlns:a16="http://schemas.microsoft.com/office/drawing/2014/main" id="{BEAACCE8-D280-456D-8BDC-104305FF1BA5}"/>
              </a:ext>
            </a:extLst>
          </p:cNvPr>
          <p:cNvSpPr>
            <a:spLocks xmlns:a="http://schemas.openxmlformats.org/drawingml/2006/main" noGrp="1"/>
          </p:cNvSpPr>
          <p:nvPr/>
        </p:nvSpPr>
        <p:spPr>
          <a:xfrm xmlns:a="http://schemas.openxmlformats.org/drawingml/2006/main">
            <a:off x="571500" y="13811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Task 2 supplementary references</a:t>
            </a:r>
          </a:p>
        </p:txBody>
      </p:sp>
      <p:sp>
        <p:nvSpPr>
          <p:cNvPr id="3" name="task2-text-62">
            <a:extLst xmlns:a="http://schemas.openxmlformats.org/drawingml/2006/main">
              <a:ext uri="{FF2B5EF4-FFF2-40B4-BE49-F238E27FC236}">
                <a16:creationId xmlns:a16="http://schemas.microsoft.com/office/drawing/2014/main" id="{D16BF6B5-EE25-4CB2-ACFC-8C77BA62A184}"/>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Supplementary references; full URLs in notes</a:t>
            </a:r>
          </a:p>
        </p:txBody>
      </p:sp>
      <p:sp>
        <p:nvSpPr>
          <p:cNvPr id="4" name="task2-text-63">
            <a:extLst xmlns:a="http://schemas.openxmlformats.org/drawingml/2006/main">
              <a:ext uri="{FF2B5EF4-FFF2-40B4-BE49-F238E27FC236}">
                <a16:creationId xmlns:a16="http://schemas.microsoft.com/office/drawing/2014/main" id="{46093534-B50D-4E8F-9904-12E2574D4535}"/>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18</a:t>
            </a:r>
          </a:p>
        </p:txBody>
      </p:sp>
      <p:sp>
        <p:nvSpPr>
          <p:cNvPr id="5" name="task2-text-64">
            <a:extLst xmlns:a="http://schemas.openxmlformats.org/drawingml/2006/main">
              <a:ext uri="{FF2B5EF4-FFF2-40B4-BE49-F238E27FC236}">
                <a16:creationId xmlns:a16="http://schemas.microsoft.com/office/drawing/2014/main" id="{09120369-BD0E-4651-9B1A-D73415A933D0}"/>
              </a:ext>
            </a:extLst>
          </p:cNvPr>
          <p:cNvSpPr>
            <a:spLocks xmlns:a="http://schemas.openxmlformats.org/drawingml/2006/main" noGrp="1"/>
          </p:cNvSpPr>
          <p:nvPr/>
        </p:nvSpPr>
        <p:spPr>
          <a:xfrm xmlns:a="http://schemas.openxmlformats.org/drawingml/2006/main">
            <a:off x="571500" y="207645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[15] NIST, AI Risk Management Framework 1.0 Playbook</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2023 framework; current online playbook</a:t>
            </a:r>
          </a:p>
        </p:txBody>
      </p:sp>
      <p:sp>
        <p:nvSpPr>
          <p:cNvPr id="6" name="task2-text-65">
            <a:extLst xmlns:a="http://schemas.openxmlformats.org/drawingml/2006/main">
              <a:ext uri="{FF2B5EF4-FFF2-40B4-BE49-F238E27FC236}">
                <a16:creationId xmlns:a16="http://schemas.microsoft.com/office/drawing/2014/main" id="{B616A868-F63D-47D1-AC03-EB6EACB871CE}"/>
              </a:ext>
            </a:extLst>
          </p:cNvPr>
          <p:cNvSpPr>
            <a:spLocks xmlns:a="http://schemas.openxmlformats.org/drawingml/2006/main" noGrp="1"/>
          </p:cNvSpPr>
          <p:nvPr/>
        </p:nvSpPr>
        <p:spPr>
          <a:xfrm xmlns:a="http://schemas.openxmlformats.org/drawingml/2006/main">
            <a:off x="571500" y="303847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[16] NSF, NAIRR at 2 years</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2026</a:t>
            </a:r>
          </a:p>
        </p:txBody>
      </p:sp>
      <p:sp>
        <p:nvSpPr>
          <p:cNvPr id="7" name="task2-text-66">
            <a:extLst xmlns:a="http://schemas.openxmlformats.org/drawingml/2006/main">
              <a:ext uri="{FF2B5EF4-FFF2-40B4-BE49-F238E27FC236}">
                <a16:creationId xmlns:a16="http://schemas.microsoft.com/office/drawing/2014/main" id="{80E1C38C-102A-4EF0-B7D2-E1E543963617}"/>
              </a:ext>
            </a:extLst>
          </p:cNvPr>
          <p:cNvSpPr>
            <a:spLocks xmlns:a="http://schemas.openxmlformats.org/drawingml/2006/main" noGrp="1"/>
          </p:cNvSpPr>
          <p:nvPr/>
        </p:nvSpPr>
        <p:spPr>
          <a:xfrm xmlns:a="http://schemas.openxmlformats.org/drawingml/2006/main">
            <a:off x="571500" y="40005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[17] A. Radovanovic et al., Carbon-Aware Computing for Datacenters</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2021</a:t>
            </a:r>
          </a:p>
        </p:txBody>
      </p:sp>
      <p:sp>
        <p:nvSpPr>
          <p:cNvPr id="8" name="task2-text-67">
            <a:extLst xmlns:a="http://schemas.openxmlformats.org/drawingml/2006/main">
              <a:ext uri="{FF2B5EF4-FFF2-40B4-BE49-F238E27FC236}">
                <a16:creationId xmlns:a16="http://schemas.microsoft.com/office/drawing/2014/main" id="{4AF8115D-7ED1-42C7-A891-F113ADBB418C}"/>
              </a:ext>
            </a:extLst>
          </p:cNvPr>
          <p:cNvSpPr>
            <a:spLocks xmlns:a="http://schemas.openxmlformats.org/drawingml/2006/main" noGrp="1"/>
          </p:cNvSpPr>
          <p:nvPr/>
        </p:nvSpPr>
        <p:spPr>
          <a:xfrm xmlns:a="http://schemas.openxmlformats.org/drawingml/2006/main">
            <a:off x="571500" y="49625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[18] P. Li et al., Making AI Less Thirsty</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2023 preprint</a:t>
            </a:r>
          </a:p>
        </p:txBody>
      </p:sp>
    </p:spTree>
    <p:extLst>
      <p:ext uri="{BB962C8B-B14F-4D97-AF65-F5344CB8AC3E}">
        <p14:creationId xmlns:p14="http://schemas.microsoft.com/office/powerpoint/2010/main" val="1865479777"/>
      </p:ext>
    </p:extLst>
  </p:cSld>
</p:sld>
</file>

<file path=ppt/slides/slide1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9" name="task2-text-68">
            <a:extLst xmlns:a="http://schemas.openxmlformats.org/drawingml/2006/main">
              <a:ext uri="{FF2B5EF4-FFF2-40B4-BE49-F238E27FC236}">
                <a16:creationId xmlns:a16="http://schemas.microsoft.com/office/drawing/2014/main" id="{30043256-FF8F-4A87-96EC-AFA608B229E2}"/>
              </a:ext>
            </a:extLst>
          </p:cNvPr>
          <p:cNvSpPr>
            <a:spLocks xmlns:a="http://schemas.openxmlformats.org/drawingml/2006/main" noGrp="1"/>
          </p:cNvSpPr>
          <p:nvPr/>
        </p:nvSpPr>
        <p:spPr>
          <a:xfrm xmlns:a="http://schemas.openxmlformats.org/drawingml/2006/main">
            <a:off x="571500" y="4572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B3F"/>
                </a:solidFill>
                <a:latin typeface="Arial"/>
                <a:ea typeface="Arial"/>
                <a:cs typeface="Arial"/>
              </a:defRPr>
            </a:pPr>
            <a:r>
              <a:rPr sz="3300" b="1">
                <a:solidFill>
                  <a:srgbClr val="142B3F"/>
                </a:solidFill>
                <a:latin typeface="Arial"/>
                <a:ea typeface="Arial"/>
                <a:cs typeface="Arial"/>
              </a:rPr>
              <a:t>Task 2 appendix 3: References</a:t>
            </a:r>
          </a:p>
        </p:txBody>
      </p:sp>
      <p:sp>
        <p:nvSpPr>
          <p:cNvPr id="2" name="task2-text-69">
            <a:extLst xmlns:a="http://schemas.openxmlformats.org/drawingml/2006/main">
              <a:ext uri="{FF2B5EF4-FFF2-40B4-BE49-F238E27FC236}">
                <a16:creationId xmlns:a16="http://schemas.microsoft.com/office/drawing/2014/main" id="{2CEDFA70-9FD8-4A6C-9DD7-63BE8C69C4AB}"/>
              </a:ext>
            </a:extLst>
          </p:cNvPr>
          <p:cNvSpPr>
            <a:spLocks xmlns:a="http://schemas.openxmlformats.org/drawingml/2006/main" noGrp="1"/>
          </p:cNvSpPr>
          <p:nvPr/>
        </p:nvSpPr>
        <p:spPr>
          <a:xfrm xmlns:a="http://schemas.openxmlformats.org/drawingml/2006/main">
            <a:off x="571500" y="13811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496274"/>
                </a:solidFill>
                <a:latin typeface="Arial"/>
                <a:ea typeface="Arial"/>
                <a:cs typeface="Arial"/>
              </a:defRPr>
            </a:pPr>
            <a:r>
              <a:rPr sz="1650" b="0">
                <a:solidFill>
                  <a:srgbClr val="496274"/>
                </a:solidFill>
                <a:latin typeface="Arial"/>
                <a:ea typeface="Arial"/>
                <a:cs typeface="Arial"/>
              </a:rPr>
              <a:t>Task 2 supplementary references</a:t>
            </a:r>
          </a:p>
        </p:txBody>
      </p:sp>
      <p:sp>
        <p:nvSpPr>
          <p:cNvPr id="3" name="task2-text-70">
            <a:extLst xmlns:a="http://schemas.openxmlformats.org/drawingml/2006/main">
              <a:ext uri="{FF2B5EF4-FFF2-40B4-BE49-F238E27FC236}">
                <a16:creationId xmlns:a16="http://schemas.microsoft.com/office/drawing/2014/main" id="{22463ACF-B352-46F8-81B7-A73FE2C2D6D6}"/>
              </a:ext>
            </a:extLst>
          </p:cNvPr>
          <p:cNvSpPr>
            <a:spLocks xmlns:a="http://schemas.openxmlformats.org/drawingml/2006/main" noGrp="1"/>
          </p:cNvSpPr>
          <p:nvPr/>
        </p:nvSpPr>
        <p:spPr>
          <a:xfrm xmlns:a="http://schemas.openxmlformats.org/drawingml/2006/main">
            <a:off x="571500" y="64008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496274"/>
                </a:solidFill>
                <a:latin typeface="Arial"/>
                <a:ea typeface="Arial"/>
                <a:cs typeface="Arial"/>
              </a:defRPr>
            </a:pPr>
            <a:r>
              <a:rPr sz="1200" b="0">
                <a:solidFill>
                  <a:srgbClr val="496274"/>
                </a:solidFill>
                <a:latin typeface="Arial"/>
                <a:ea typeface="Arial"/>
                <a:cs typeface="Arial"/>
              </a:rPr>
              <a:t>Supplementary references; full URLs in notes</a:t>
            </a:r>
          </a:p>
        </p:txBody>
      </p:sp>
      <p:sp>
        <p:nvSpPr>
          <p:cNvPr id="4" name="task2-text-71">
            <a:extLst xmlns:a="http://schemas.openxmlformats.org/drawingml/2006/main">
              <a:ext uri="{FF2B5EF4-FFF2-40B4-BE49-F238E27FC236}">
                <a16:creationId xmlns:a16="http://schemas.microsoft.com/office/drawing/2014/main" id="{6E9B305A-617A-4BC0-A102-A1950ABAB8C1}"/>
              </a:ext>
            </a:extLst>
          </p:cNvPr>
          <p:cNvSpPr>
            <a:spLocks xmlns:a="http://schemas.openxmlformats.org/drawingml/2006/main" noGrp="1"/>
          </p:cNvSpPr>
          <p:nvPr/>
        </p:nvSpPr>
        <p:spPr>
          <a:xfrm xmlns:a="http://schemas.openxmlformats.org/drawingml/2006/main">
            <a:off x="11144250" y="6400800"/>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496274"/>
                </a:solidFill>
                <a:latin typeface="Arial"/>
                <a:ea typeface="Arial"/>
                <a:cs typeface="Arial"/>
              </a:defRPr>
            </a:pPr>
            <a:r>
              <a:rPr sz="1200" b="0">
                <a:solidFill>
                  <a:srgbClr val="496274"/>
                </a:solidFill>
                <a:latin typeface="Arial"/>
                <a:ea typeface="Arial"/>
                <a:cs typeface="Arial"/>
              </a:rPr>
              <a:t>19</a:t>
            </a:r>
          </a:p>
        </p:txBody>
      </p:sp>
      <p:sp>
        <p:nvSpPr>
          <p:cNvPr id="5" name="task2-text-72">
            <a:extLst xmlns:a="http://schemas.openxmlformats.org/drawingml/2006/main">
              <a:ext uri="{FF2B5EF4-FFF2-40B4-BE49-F238E27FC236}">
                <a16:creationId xmlns:a16="http://schemas.microsoft.com/office/drawing/2014/main" id="{A5D5C8F5-422A-4FC9-91C6-CDBE504DF36A}"/>
              </a:ext>
            </a:extLst>
          </p:cNvPr>
          <p:cNvSpPr>
            <a:spLocks xmlns:a="http://schemas.openxmlformats.org/drawingml/2006/main" noGrp="1"/>
          </p:cNvSpPr>
          <p:nvPr/>
        </p:nvSpPr>
        <p:spPr>
          <a:xfrm xmlns:a="http://schemas.openxmlformats.org/drawingml/2006/main">
            <a:off x="571500" y="207645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[19] R. Schwartz et al., Green AI</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2019 position paper</a:t>
            </a:r>
          </a:p>
        </p:txBody>
      </p:sp>
      <p:sp>
        <p:nvSpPr>
          <p:cNvPr id="6" name="task2-text-73">
            <a:extLst xmlns:a="http://schemas.openxmlformats.org/drawingml/2006/main">
              <a:ext uri="{FF2B5EF4-FFF2-40B4-BE49-F238E27FC236}">
                <a16:creationId xmlns:a16="http://schemas.microsoft.com/office/drawing/2014/main" id="{44A1BA88-4879-410C-B30B-D53C2B42D4B9}"/>
              </a:ext>
            </a:extLst>
          </p:cNvPr>
          <p:cNvSpPr>
            <a:spLocks xmlns:a="http://schemas.openxmlformats.org/drawingml/2006/main" noGrp="1"/>
          </p:cNvSpPr>
          <p:nvPr/>
        </p:nvSpPr>
        <p:spPr>
          <a:xfrm xmlns:a="http://schemas.openxmlformats.org/drawingml/2006/main">
            <a:off x="571500" y="303847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 N. Ahmed and M. Wahed, The De-democratization of AI</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2020 research preprint</a:t>
            </a:r>
          </a:p>
        </p:txBody>
      </p:sp>
      <p:sp>
        <p:nvSpPr>
          <p:cNvPr id="7" name="task2-text-74">
            <a:extLst xmlns:a="http://schemas.openxmlformats.org/drawingml/2006/main">
              <a:ext uri="{FF2B5EF4-FFF2-40B4-BE49-F238E27FC236}">
                <a16:creationId xmlns:a16="http://schemas.microsoft.com/office/drawing/2014/main" id="{F1123765-16DF-447F-8F23-5C5700CE2FD0}"/>
              </a:ext>
            </a:extLst>
          </p:cNvPr>
          <p:cNvSpPr>
            <a:spLocks xmlns:a="http://schemas.openxmlformats.org/drawingml/2006/main" noGrp="1"/>
          </p:cNvSpPr>
          <p:nvPr/>
        </p:nvSpPr>
        <p:spPr>
          <a:xfrm xmlns:a="http://schemas.openxmlformats.org/drawingml/2006/main">
            <a:off x="571500" y="40005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[21] I. O. Gallegos et al., Bias and Fairness in Large Language Models: A Survey</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2024 revised survey; Computational Linguistics</a:t>
            </a:r>
          </a:p>
        </p:txBody>
      </p:sp>
      <p:sp>
        <p:nvSpPr>
          <p:cNvPr id="8" name="task2-text-75">
            <a:extLst xmlns:a="http://schemas.openxmlformats.org/drawingml/2006/main">
              <a:ext uri="{FF2B5EF4-FFF2-40B4-BE49-F238E27FC236}">
                <a16:creationId xmlns:a16="http://schemas.microsoft.com/office/drawing/2014/main" id="{5DBB1CA5-FBE1-45EB-A76A-A49AD87F9D93}"/>
              </a:ext>
            </a:extLst>
          </p:cNvPr>
          <p:cNvSpPr>
            <a:spLocks xmlns:a="http://schemas.openxmlformats.org/drawingml/2006/main" noGrp="1"/>
          </p:cNvSpPr>
          <p:nvPr/>
        </p:nvSpPr>
        <p:spPr>
          <a:xfrm xmlns:a="http://schemas.openxmlformats.org/drawingml/2006/main">
            <a:off x="571500" y="49625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[22] L. Zhu, Z. Liu and S. Han, Deep Leakage from Gradients</a:t>
            </a:r>
          </a:p>
          <a:p xmlns:a="http://schemas.openxmlformats.org/drawingml/2006/main">
            <a:pPr algn="l">
              <a:defRPr sz="1875" b="0">
                <a:solidFill>
                  <a:srgbClr val="142B3F"/>
                </a:solidFill>
                <a:latin typeface="Arial"/>
                <a:ea typeface="Arial"/>
                <a:cs typeface="Arial"/>
              </a:defRPr>
            </a:pPr>
            <a:r>
              <a:rPr sz="1875" b="0">
                <a:solidFill>
                  <a:srgbClr val="142B3F"/>
                </a:solidFill>
                <a:latin typeface="Arial"/>
                <a:ea typeface="Arial"/>
                <a:cs typeface="Arial"/>
              </a:rPr>
              <a:t>2019 research paper</a:t>
            </a:r>
          </a:p>
        </p:txBody>
      </p:sp>
    </p:spTree>
    <p:extLst>
      <p:ext uri="{BB962C8B-B14F-4D97-AF65-F5344CB8AC3E}">
        <p14:creationId xmlns:p14="http://schemas.microsoft.com/office/powerpoint/2010/main" val="5347374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2026-10-06T08:51:58.2650000Z</dcterms:created>
  <dcterms:modified xsi:type="dcterms:W3CDTF">2026-10-06T08:51:58.2650000Z</dcterms:modified>
</coreProperties>
</file>