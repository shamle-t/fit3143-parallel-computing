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slides/charts/chart17.xml" ContentType="application/vnd.openxmlformats-officedocument.drawingml.chart+xml"/>
  <Override PartName="/ppt/slides/charts/chart18.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9.xml" ContentType="application/vnd.openxmlformats-officedocument.drawingml.chart+xml"/>
  <Override PartName="/ppt/slides/charts/chart20.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1.xml" ContentType="application/vnd.openxmlformats-officedocument.drawingml.chart+xml"/>
  <Override PartName="/ppt/slides/charts/chart2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3.xml" ContentType="application/vnd.openxmlformats-officedocument.drawingml.chart+xml"/>
  <Override PartName="/ppt/slides/charts/chart2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5.xml" ContentType="application/vnd.openxmlformats-officedocument.drawingml.chart+xml"/>
  <Override PartName="/ppt/slides/charts/chart2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7.xml" ContentType="application/vnd.openxmlformats-officedocument.drawingml.chart+xml"/>
  <Override PartName="/ppt/slides/charts/chart28.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9.xml" ContentType="application/vnd.openxmlformats-officedocument.drawingml.chart+xml"/>
  <Override PartName="/ppt/slides/charts/chart30.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1.xml" ContentType="application/vnd.openxmlformats-officedocument.drawingml.chart+xml"/>
  <Override PartName="/ppt/slides/charts/chart3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3.xml" ContentType="application/vnd.openxmlformats-officedocument.drawingml.chart+xml"/>
  <Override PartName="/ppt/slides/charts/chart34.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35.xml" ContentType="application/vnd.openxmlformats-officedocument.drawingml.chart+xml"/>
  <Override PartName="/ppt/slides/charts/chart36.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7.xml" ContentType="application/vnd.openxmlformats-officedocument.drawingml.chart+xml"/>
  <Override PartName="/ppt/slides/charts/chart38.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39.xml" ContentType="application/vnd.openxmlformats-officedocument.drawingml.chart+xml"/>
  <Override PartName="/ppt/slides/charts/chart40.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41.xml" ContentType="application/vnd.openxmlformats-officedocument.drawingml.chart+xml"/>
  <Override PartName="/ppt/slides/charts/chart42.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43.xml" ContentType="application/vnd.openxmlformats-officedocument.drawingml.chart+xml"/>
  <Override PartName="/ppt/slides/charts/chart44.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45.xml" ContentType="application/vnd.openxmlformats-officedocument.drawingml.chart+xml"/>
  <Override PartName="/ppt/slides/charts/chart46.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47.xml" ContentType="application/vnd.openxmlformats-officedocument.drawingml.chart+xml"/>
  <Override PartName="/ppt/slides/charts/chart48.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49.xml" ContentType="application/vnd.openxmlformats-officedocument.drawingml.chart+xml"/>
  <Override PartName="/ppt/slides/charts/chart50.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51.xml" ContentType="application/vnd.openxmlformats-officedocument.drawingml.chart+xml"/>
  <Override PartName="/ppt/slides/charts/chart52.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53.xml" ContentType="application/vnd.openxmlformats-officedocument.drawingml.chart+xml"/>
  <Override PartName="/ppt/slides/charts/chart5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369f3698674621" /><Relationship Type="http://schemas.openxmlformats.org/officeDocument/2006/relationships/extended-properties" Target="/docProps/app.xml" Id="Ra345ef02e2b5476e" /><Relationship Type="http://schemas.openxmlformats.org/officeDocument/2006/relationships/officeDocument" Target="/ppt/presentation.xml" Id="R0506446440b54b74" /></Relationships>
</file>

<file path=ppt/presentation.xml><?xml version="1.0" encoding="utf-8"?>
<p:presentation xmlns:p="http://schemas.openxmlformats.org/presentationml/2006/main">
  <p:sldMasterIdLst>
    <p:sldMasterId xmlns:r="http://schemas.openxmlformats.org/officeDocument/2006/relationships" id="2147483648" r:id="Ra64e7eea461d4dae"/>
  </p:sldMasterIdLst>
  <p:notesMasterIdLst>
    <p:notesMasterId xmlns:r="http://schemas.openxmlformats.org/officeDocument/2006/relationships" r:id="R0f81c59cb7144329"/>
  </p:notesMasterIdLst>
  <p:sldIdLst>
    <p:sldId xmlns:r="http://schemas.openxmlformats.org/officeDocument/2006/relationships" id="256" r:id="Racc6eb65a98545e4"/>
    <p:sldId xmlns:r="http://schemas.openxmlformats.org/officeDocument/2006/relationships" id="257" r:id="Ref06459ae2884f99"/>
    <p:sldId xmlns:r="http://schemas.openxmlformats.org/officeDocument/2006/relationships" id="258" r:id="R1f5b4ef37ef444c4"/>
    <p:sldId xmlns:r="http://schemas.openxmlformats.org/officeDocument/2006/relationships" id="259" r:id="R52e4ea7c702d4aaa"/>
    <p:sldId xmlns:r="http://schemas.openxmlformats.org/officeDocument/2006/relationships" id="260" r:id="Raa91967397484152"/>
    <p:sldId xmlns:r="http://schemas.openxmlformats.org/officeDocument/2006/relationships" id="261" r:id="R589d23d2ecd84e81"/>
    <p:sldId xmlns:r="http://schemas.openxmlformats.org/officeDocument/2006/relationships" id="262" r:id="R05890554c2894dbd"/>
    <p:sldId xmlns:r="http://schemas.openxmlformats.org/officeDocument/2006/relationships" id="263" r:id="R59f1c349856b45f0"/>
    <p:sldId xmlns:r="http://schemas.openxmlformats.org/officeDocument/2006/relationships" id="264" r:id="R41d33bd633a44b3e"/>
    <p:sldId xmlns:r="http://schemas.openxmlformats.org/officeDocument/2006/relationships" id="265" r:id="R0bb65f69566a4aca"/>
    <p:sldId xmlns:r="http://schemas.openxmlformats.org/officeDocument/2006/relationships" id="266" r:id="R7a7bb79ae9c5441d"/>
    <p:sldId xmlns:r="http://schemas.openxmlformats.org/officeDocument/2006/relationships" id="267" r:id="R8a38ffa29add4109"/>
    <p:sldId xmlns:r="http://schemas.openxmlformats.org/officeDocument/2006/relationships" id="268" r:id="Rff1a45f3c8b6449d"/>
    <p:sldId xmlns:r="http://schemas.openxmlformats.org/officeDocument/2006/relationships" id="269" r:id="R6a1704ab1ae140a6"/>
    <p:sldId xmlns:r="http://schemas.openxmlformats.org/officeDocument/2006/relationships" id="270" r:id="R01721e72426342a8"/>
    <p:sldId xmlns:r="http://schemas.openxmlformats.org/officeDocument/2006/relationships" id="271" r:id="R7fa831efe7d945d2"/>
    <p:sldId xmlns:r="http://schemas.openxmlformats.org/officeDocument/2006/relationships" id="272" r:id="R30ca8114398d49b8"/>
    <p:sldId xmlns:r="http://schemas.openxmlformats.org/officeDocument/2006/relationships" id="273" r:id="R22a6e00568d84dda"/>
    <p:sldId xmlns:r="http://schemas.openxmlformats.org/officeDocument/2006/relationships" id="274" r:id="Re6a1b3f4fc6a4d56"/>
    <p:sldId xmlns:r="http://schemas.openxmlformats.org/officeDocument/2006/relationships" id="275" r:id="Rba4b169979944137"/>
    <p:sldId xmlns:r="http://schemas.openxmlformats.org/officeDocument/2006/relationships" id="276" r:id="R4d8078354a6a4927"/>
    <p:sldId xmlns:r="http://schemas.openxmlformats.org/officeDocument/2006/relationships" id="277" r:id="R4f00823d8a60480a"/>
    <p:sldId xmlns:r="http://schemas.openxmlformats.org/officeDocument/2006/relationships" id="279" r:id="R773b10e2e8014e7d"/>
    <p:sldId xmlns:r="http://schemas.openxmlformats.org/officeDocument/2006/relationships" id="280" r:id="R93212930f549457c"/>
    <p:sldId xmlns:r="http://schemas.openxmlformats.org/officeDocument/2006/relationships" id="281" r:id="R735498fb8fe1456b"/>
    <p:sldId xmlns:r="http://schemas.openxmlformats.org/officeDocument/2006/relationships" id="282" r:id="Rd895dc09fda54959"/>
    <p:sldId xmlns:r="http://schemas.openxmlformats.org/officeDocument/2006/relationships" id="283" r:id="R1b1b2101ad5143a5"/>
    <p:sldId xmlns:r="http://schemas.openxmlformats.org/officeDocument/2006/relationships" id="284" r:id="R76aa02c263a94529"/>
    <p:sldId xmlns:r="http://schemas.openxmlformats.org/officeDocument/2006/relationships" id="285" r:id="R7a9449a1ef834c67"/>
    <p:sldId xmlns:r="http://schemas.openxmlformats.org/officeDocument/2006/relationships" id="286" r:id="R31b92f3a5e054ba2"/>
    <p:sldId xmlns:r="http://schemas.openxmlformats.org/officeDocument/2006/relationships" id="287" r:id="R91cd095038104849"/>
    <p:sldId xmlns:r="http://schemas.openxmlformats.org/officeDocument/2006/relationships" id="288" r:id="R99b709ed16d74fa8"/>
    <p:sldId xmlns:r="http://schemas.openxmlformats.org/officeDocument/2006/relationships" id="289" r:id="R83132bdc6ba54672"/>
    <p:sldId xmlns:r="http://schemas.openxmlformats.org/officeDocument/2006/relationships" id="290" r:id="R7851d5aa59e14f04"/>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492cd45744df41fd"/><Relationship Type="http://schemas.openxmlformats.org/officeDocument/2006/relationships/slideMaster" Target="/ppt/slideMasters/slideMaster1.xml" Id="Ra64e7eea461d4dae"/><Relationship Type="http://schemas.openxmlformats.org/officeDocument/2006/relationships/notesMaster" Target="/ppt/notesMasters/notesMaster1.xml" Id="R0f81c59cb7144329"/><Relationship Type="http://schemas.openxmlformats.org/officeDocument/2006/relationships/presProps" Target="/ppt/presProps.xml" Id="R1c5b4470c27647e7"/><Relationship Type="http://schemas.openxmlformats.org/officeDocument/2006/relationships/tableStyles" Target="/ppt/tableStyles.xml" Id="R36b138ae63b04a91"/><Relationship Type="http://schemas.openxmlformats.org/officeDocument/2006/relationships/slide" Target="/ppt/slides/slide1.xml" Id="Racc6eb65a98545e4"/><Relationship Type="http://schemas.openxmlformats.org/officeDocument/2006/relationships/slide" Target="/ppt/slides/slide2.xml" Id="Ref06459ae2884f99"/><Relationship Type="http://schemas.openxmlformats.org/officeDocument/2006/relationships/slide" Target="/ppt/slides/slide3.xml" Id="R1f5b4ef37ef444c4"/><Relationship Type="http://schemas.openxmlformats.org/officeDocument/2006/relationships/slide" Target="/ppt/slides/slide4.xml" Id="R52e4ea7c702d4aaa"/><Relationship Type="http://schemas.openxmlformats.org/officeDocument/2006/relationships/slide" Target="/ppt/slides/slide5.xml" Id="Raa91967397484152"/><Relationship Type="http://schemas.openxmlformats.org/officeDocument/2006/relationships/slide" Target="/ppt/slides/slide6.xml" Id="R589d23d2ecd84e81"/><Relationship Type="http://schemas.openxmlformats.org/officeDocument/2006/relationships/slide" Target="/ppt/slides/slide7.xml" Id="R05890554c2894dbd"/><Relationship Type="http://schemas.openxmlformats.org/officeDocument/2006/relationships/slide" Target="/ppt/slides/slide8.xml" Id="R59f1c349856b45f0"/><Relationship Type="http://schemas.openxmlformats.org/officeDocument/2006/relationships/slide" Target="/ppt/slides/slide9.xml" Id="R41d33bd633a44b3e"/><Relationship Type="http://schemas.openxmlformats.org/officeDocument/2006/relationships/slide" Target="/ppt/slides/slide10.xml" Id="R0bb65f69566a4aca"/><Relationship Type="http://schemas.openxmlformats.org/officeDocument/2006/relationships/slide" Target="/ppt/slides/slide11.xml" Id="R7a7bb79ae9c5441d"/><Relationship Type="http://schemas.openxmlformats.org/officeDocument/2006/relationships/slide" Target="/ppt/slides/slide12.xml" Id="R8a38ffa29add4109"/><Relationship Type="http://schemas.openxmlformats.org/officeDocument/2006/relationships/slide" Target="/ppt/slides/slide13.xml" Id="Rff1a45f3c8b6449d"/><Relationship Type="http://schemas.openxmlformats.org/officeDocument/2006/relationships/slide" Target="/ppt/slides/slide14.xml" Id="R6a1704ab1ae140a6"/><Relationship Type="http://schemas.openxmlformats.org/officeDocument/2006/relationships/slide" Target="/ppt/slides/slide15.xml" Id="R01721e72426342a8"/><Relationship Type="http://schemas.openxmlformats.org/officeDocument/2006/relationships/slide" Target="/ppt/slides/slide16.xml" Id="R7fa831efe7d945d2"/><Relationship Type="http://schemas.openxmlformats.org/officeDocument/2006/relationships/slide" Target="/ppt/slides/slide17.xml" Id="R30ca8114398d49b8"/><Relationship Type="http://schemas.openxmlformats.org/officeDocument/2006/relationships/slide" Target="/ppt/slides/slide18.xml" Id="R22a6e00568d84dda"/><Relationship Type="http://schemas.openxmlformats.org/officeDocument/2006/relationships/slide" Target="/ppt/slides/slide19.xml" Id="Re6a1b3f4fc6a4d56"/><Relationship Type="http://schemas.openxmlformats.org/officeDocument/2006/relationships/slide" Target="/ppt/slides/slide20.xml" Id="Rba4b169979944137"/><Relationship Type="http://schemas.openxmlformats.org/officeDocument/2006/relationships/slide" Target="/ppt/slides/slide21.xml" Id="R4d8078354a6a4927"/><Relationship Type="http://schemas.openxmlformats.org/officeDocument/2006/relationships/slide" Target="/ppt/slides/slide22.xml" Id="R4f00823d8a60480a"/><Relationship Type="http://schemas.openxmlformats.org/officeDocument/2006/relationships/slide" Target="/ppt/slides/slide23.xml" Id="R773b10e2e8014e7d"/><Relationship Type="http://schemas.openxmlformats.org/officeDocument/2006/relationships/slide" Target="/ppt/slides/slide24.xml" Id="R93212930f549457c"/><Relationship Type="http://schemas.openxmlformats.org/officeDocument/2006/relationships/slide" Target="/ppt/slides/slide25.xml" Id="R735498fb8fe1456b"/><Relationship Type="http://schemas.openxmlformats.org/officeDocument/2006/relationships/slide" Target="/ppt/slides/slide26.xml" Id="Rd895dc09fda54959"/><Relationship Type="http://schemas.openxmlformats.org/officeDocument/2006/relationships/slide" Target="/ppt/slides/slide27.xml" Id="R1b1b2101ad5143a5"/><Relationship Type="http://schemas.openxmlformats.org/officeDocument/2006/relationships/slide" Target="/ppt/slides/slide28.xml" Id="R76aa02c263a94529"/><Relationship Type="http://schemas.openxmlformats.org/officeDocument/2006/relationships/slide" Target="/ppt/slides/slide29.xml" Id="R7a9449a1ef834c67"/><Relationship Type="http://schemas.openxmlformats.org/officeDocument/2006/relationships/slide" Target="/ppt/slides/slide30.xml" Id="R31b92f3a5e054ba2"/><Relationship Type="http://schemas.openxmlformats.org/officeDocument/2006/relationships/slide" Target="/ppt/slides/slide31.xml" Id="R91cd095038104849"/><Relationship Type="http://schemas.openxmlformats.org/officeDocument/2006/relationships/slide" Target="/ppt/slides/slide32.xml" Id="R99b709ed16d74fa8"/><Relationship Type="http://schemas.openxmlformats.org/officeDocument/2006/relationships/slide" Target="/ppt/slides/slide33.xml" Id="R83132bdc6ba54672"/><Relationship Type="http://schemas.openxmlformats.org/officeDocument/2006/relationships/slide" Target="/ppt/slides/slide34.xml" Id="R7851d5aa59e14f04"/></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29f6d8db9649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8b97e2e98b4425" /><Relationship Type="http://schemas.openxmlformats.org/officeDocument/2006/relationships/notesMaster" Target="/ppt/notesMasters/notesMaster1.xml" Id="Rf14b214cab5548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531fe0a4cf40c0" /><Relationship Type="http://schemas.openxmlformats.org/officeDocument/2006/relationships/notesMaster" Target="/ppt/notesMasters/notesMaster1.xml" Id="R7c962343a89640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8505df29db4279" /><Relationship Type="http://schemas.openxmlformats.org/officeDocument/2006/relationships/notesMaster" Target="/ppt/notesMasters/notesMaster1.xml" Id="R521ca3ab583044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920be1d0ff45d2" /><Relationship Type="http://schemas.openxmlformats.org/officeDocument/2006/relationships/notesMaster" Target="/ppt/notesMasters/notesMaster1.xml" Id="R7ccb5aa094ae45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beff30dccc40c6" /><Relationship Type="http://schemas.openxmlformats.org/officeDocument/2006/relationships/notesMaster" Target="/ppt/notesMasters/notesMaster1.xml" Id="Rb42bdc947c9741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df65d420d84559" /><Relationship Type="http://schemas.openxmlformats.org/officeDocument/2006/relationships/notesMaster" Target="/ppt/notesMasters/notesMaster1.xml" Id="R5c246cdcc02f4d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5aaf6805f04a67" /><Relationship Type="http://schemas.openxmlformats.org/officeDocument/2006/relationships/notesMaster" Target="/ppt/notesMasters/notesMaster1.xml" Id="R7b1ac20170c541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1c765581f24057" /><Relationship Type="http://schemas.openxmlformats.org/officeDocument/2006/relationships/notesMaster" Target="/ppt/notesMasters/notesMaster1.xml" Id="Rbf2ee92b463849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34040ef5c54bd0" /><Relationship Type="http://schemas.openxmlformats.org/officeDocument/2006/relationships/notesMaster" Target="/ppt/notesMasters/notesMaster1.xml" Id="R861858c011404a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3bd71e3dfd43c2" /><Relationship Type="http://schemas.openxmlformats.org/officeDocument/2006/relationships/notesMaster" Target="/ppt/notesMasters/notesMaster1.xml" Id="Rb527d0b1712948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519c34998748cd" /><Relationship Type="http://schemas.openxmlformats.org/officeDocument/2006/relationships/notesMaster" Target="/ppt/notesMasters/notesMaster1.xml" Id="R63e89c74c7854f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a254e511304af7" /><Relationship Type="http://schemas.openxmlformats.org/officeDocument/2006/relationships/notesMaster" Target="/ppt/notesMasters/notesMaster1.xml" Id="R9e86c1efc9284b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6f7f28d0f64907" /><Relationship Type="http://schemas.openxmlformats.org/officeDocument/2006/relationships/notesMaster" Target="/ppt/notesMasters/notesMaster1.xml" Id="R6edfff3612404c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84ef3928074b94" /><Relationship Type="http://schemas.openxmlformats.org/officeDocument/2006/relationships/notesMaster" Target="/ppt/notesMasters/notesMaster1.xml" Id="Re8b99a4213a742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33ddc2623843c3" /><Relationship Type="http://schemas.openxmlformats.org/officeDocument/2006/relationships/notesMaster" Target="/ppt/notesMasters/notesMaster1.xml" Id="R65b838e95992460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3a06d867bdf4b27" /><Relationship Type="http://schemas.openxmlformats.org/officeDocument/2006/relationships/notesMaster" Target="/ppt/notesMasters/notesMaster1.xml" Id="R4d42d83ae46442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65aa1fd9094989" /><Relationship Type="http://schemas.openxmlformats.org/officeDocument/2006/relationships/notesMaster" Target="/ppt/notesMasters/notesMaster1.xml" Id="R03edc24c34594e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a77adccb244cbc" /><Relationship Type="http://schemas.openxmlformats.org/officeDocument/2006/relationships/notesMaster" Target="/ppt/notesMasters/notesMaster1.xml" Id="Rd05fd0c5032441b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4563e8e6aa94468" /><Relationship Type="http://schemas.openxmlformats.org/officeDocument/2006/relationships/notesMaster" Target="/ppt/notesMasters/notesMaster1.xml" Id="Re726556a6e9c49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c994692e06460c" /><Relationship Type="http://schemas.openxmlformats.org/officeDocument/2006/relationships/notesMaster" Target="/ppt/notesMasters/notesMaster1.xml" Id="R4711445da17a411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e00029aefb499c" /><Relationship Type="http://schemas.openxmlformats.org/officeDocument/2006/relationships/notesMaster" Target="/ppt/notesMasters/notesMaster1.xml" Id="R5d7a4e36d3ca496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1028ee60921474a" /><Relationship Type="http://schemas.openxmlformats.org/officeDocument/2006/relationships/notesMaster" Target="/ppt/notesMasters/notesMaster1.xml" Id="R437963afc18b4a57" /></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6c7765610fc407e"/><Relationship Type="http://schemas.openxmlformats.org/officeDocument/2006/relationships/notesMaster" Target="/ppt/notesMasters/notesMaster1.xml" Id="R58c7cf104a5c4e8b"/></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0379c3ada8894451"/><Relationship Type="http://schemas.openxmlformats.org/officeDocument/2006/relationships/notesMaster" Target="/ppt/notesMasters/notesMaster1.xml" Id="Rb877266c768e4835"/></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0dac52bca99746d8"/><Relationship Type="http://schemas.openxmlformats.org/officeDocument/2006/relationships/notesMaster" Target="/ppt/notesMasters/notesMaster1.xml" Id="R251be1d2533549fa"/></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615e35f186de41d2"/><Relationship Type="http://schemas.openxmlformats.org/officeDocument/2006/relationships/notesMaster" Target="/ppt/notesMasters/notesMaster1.xml" Id="R5de3e944a34b443a"/></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c7a3b192b0e74d08"/><Relationship Type="http://schemas.openxmlformats.org/officeDocument/2006/relationships/notesMaster" Target="/ppt/notesMasters/notesMaster1.xml" Id="R6bf65e6b5c7c4138"/></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cd6bf5b4bc2a4e4b"/><Relationship Type="http://schemas.openxmlformats.org/officeDocument/2006/relationships/notesMaster" Target="/ppt/notesMasters/notesMaster1.xml" Id="Rfd51da8428ed4d28"/></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54251b9782fc4b11"/><Relationship Type="http://schemas.openxmlformats.org/officeDocument/2006/relationships/notesMaster" Target="/ppt/notesMasters/notesMaster1.xml" Id="R8c9593e8c73f4e68"/></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627e3d9a72a44de5"/><Relationship Type="http://schemas.openxmlformats.org/officeDocument/2006/relationships/notesMaster" Target="/ppt/notesMasters/notesMaster1.xml" Id="Rd7edfd1194de40cf"/></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5d421d65e04444d2"/><Relationship Type="http://schemas.openxmlformats.org/officeDocument/2006/relationships/notesMaster" Target="/ppt/notesMasters/notesMaster1.xml" Id="R5b8cc5b8d8b84cf1"/></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e9c2ae5f82db41a0"/><Relationship Type="http://schemas.openxmlformats.org/officeDocument/2006/relationships/notesMaster" Target="/ppt/notesMasters/notesMaster1.xml" Id="R861fccb5daa54aca"/></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0347ad4e6ed46a8"/><Relationship Type="http://schemas.openxmlformats.org/officeDocument/2006/relationships/notesMaster" Target="/ppt/notesMasters/notesMaster1.xml" Id="R83f71239849e48c6"/></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27865d4673da4145"/><Relationship Type="http://schemas.openxmlformats.org/officeDocument/2006/relationships/notesMaster" Target="/ppt/notesMasters/notesMaster1.xml" Id="R052fae6176204e2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implemented the EV charging network using a hybrid MIMD architecture. Our evidence includes three communication variants, correctness tests, and measurements over thirty grid sizes and thirty line sizes. I will explain the station design, base station decisions, and what the measurements actually show.</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station is MPI world rank zero. Each charging station is one MPI process in a nonperiodic Cartesian communicator, with up to four orthogonal neighbours. Inside each station, a persistent OpenMP team represents the charging ports. Each thread owns one element of the shared port array. Only the initial thread calls MPI, so MPI_THREAD_FUNNELED is sufficient. We preserve the Applied One architecture and use MPI_Comm_split to separate the base from the Cartesian workers.</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port periodically updates its occupied state. An atomic aggregate and barriers publish a consistent count of free ports. Stations exchange query intents, then reply with capacity only where requested. A congested station first chooses an available immediate neighbour. If none qualifies, it sends one packed alert to the base. The alert includes coordinates, discovery time, neighbour availability, and message counts and sizes. Tests cover isolated stations and simultaneous congestion.</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receives a complete alert batch and updates its cache before making recommendations. This removes dependence on report arrival order. Following the specification example, it searches the two-hop frontier using Manhattan distance. For station zero, the equal-distance candidates are two, four and six. A recent self-alert or low observation excludes a candidate. Missing or expired evidence permits an inferred candidate. We return all ties and explicitly avoid claiming that silence guarantees free capacity.</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 zero uses blocking Sendrecv, rank-ordered base receives and a full candidate scan. Version one posts neighbour receives and sends nonblocking, and the base receives whichever alert is ready. Version two also preposts base receives and batches response sends. Both refined versions enumerate at most eight two-hop offsets. This reduces selection from linear work per alert to constant work while preserving decisions.</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2:40-3:10. The full 30-grid and 30-line study uses two TCP containers on one shared host: two warmup cycles, six measured cycles, two port threads and three launches per case. CAAS separately tests five grids and five lines with twelve measured cycles, the same two warmups and three launches, across two allocated compute nodes. All timers stay on one rank. Query/reply results are phase costs; report send completion can be buffered. Round trip includes queueing and base processing. Raw rank-level measurements are retained for both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four plots show grid query, reply, alert-send and redirect-receive times. The vertical scale is logarithmic. Each point is the median of three run-level means. Increasing the grid changes total traffic and competition for the shared host. Individual messages remain bounded in size and neighbour degree remains at most four. The measured curves therefore reflect scheduling and queueing as well as MPI operation cost. We retain the irregular measurements rather than forcing a smooth curve.</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experiments use one row and between two and thirty-one stations. They reduce neighbour degree to at most two, but the same base-station fan-in remains. A line has diameter N minus one, yet these neighbour messages travel only one logical edge. We should not multiply their cost by the full diameter. Total neighbour traffic still grows linearly. The measured line curves include the same host-sharing and synchronization limitations as the grid results.</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measure every control class: start and stop broadcast, alert-flag gather, and shutdown acknowledgements. The barrier and complete alert round trip have separate appendix graphs. Collective time can grow with process count even when a neighbour message is fixed in size. ACK timing measures send completion, and the base separately verifies an acknowledgement from every station before finalizing.</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plots show the global round barrier and complete alert-response round trip for both topologies. Barrier time exposes synchronization imbalance. The round trip measures the station waiting for a useful response, including report transfer, base processing and return communication. It is our selection criterion because a fast buffered send alone does not mean that the advice arrived quickly.</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5:20-5:55. These are measurements from our CAAS allocation, separate from the 30-grid and 30-line local study. Compare the query phase and the full alert-response round trip, not just a buffered send. Ratios above one favour the refined implementation. The best observed score is descriptive across these ten matched sizes and three launches. The isolated candidate benchmark demonstrates reduced computational work; it is not a whole-program speedup. Source: results/caas/analysis/summary.json and all_message_delays.csv.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5:55-6:35. These CAAS expiry runs compare zero, one tenth, one and thirty seconds under an accelerated cycle. Short expiry can forget congestion; longer expiry can hide recovery. Neither guarantees free capacity. CAAS adds distinct compute hosts, while the original containers still share hardware. Future work includes realistic arrival traces, more repetitions, portable message serialization and confirmation or reservation. Normal shutdown uses STOP, thread-team exit, completed requests, flushed logs, all ACKs and MPI_Finalize.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single current AI-use declaration, replacing the former Questions slide. Codex substantially assisted preparation; the students remain responsible for understanding and verifying all submitted work. Available historical and current prompts remain in the required prompt-record PDF. This declaration is in the presentation, not a separate declaration document. End of the main presentation; remaining slides are reference appendices.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appendix. Use only if asked.</a:t>
            </a:r>
          </a:p>
          <a:p xmlns:a="http://schemas.openxmlformats.org/drawingml/2006/main">
            <a:r>
              <a:t/>
            </a:r>
          </a:p>
          <a:p xmlns:a="http://schemas.openxmlformats.org/drawingml/2006/main">
            <a:r>
              <a:t>Sources: Lab3_Presentation_Documentation.pdf; results/analysis/all_message_delays.csv; W12 Lab #3 Assessment Specification and Rubric. Charts use recorded medians. Pale lines in appendices show min/max repeat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results/caas/analysis/all_message_delays.csv, derived from all_timing_measurements.csv and manifest.csv. This slide is a reference appendix, outside the 13-slide main narrative. Values are rounded to 12 significant digits only in editable chart snapshots; original CSV precision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 real browser capture of the evidence viewer; it is not a generated terminal image. The underlying captured CAAS files are retained in results/caas/ and can be checked independently. No folder listing is used as proof of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 real browser capture of the evidence viewer; it is not a generated terminal image. The underlying captured CAAS files are retained in results/caas/ and can be checked independently. No folder listing is used as proof of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Recovered supplied attachment from the related Update Lab 3 Prompt chat. This is a local project-directory screenshot, not proof of CAAS login or execution. It is retained as source context only, outside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55064dc5c349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cffdc14f9f47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1a98de44514b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c5d0dee6c34a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8b9de7df4848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2288aebc2f49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3A14AD-03F8-4017-B8D2-E483146BE2FA}"/>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A9306C-F036-472E-A423-E9DD2BDF5BE1}"/>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AA3F46-83E0-42A1-9649-F553F1D87A24}"/>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95A570-FFBC-4FD0-B10B-C99D7BBE4402}"/>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507596-1526-41D1-9C43-A0A274472D53}"/>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4F4C74-62C2-41CC-9EE2-E0F38324D8CD}"/>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769103-9912-4306-8A67-21DB161F14CB}"/>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E6DA9C-2FD2-4EAF-AB63-46CF39995381}"/>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22DC90-EF3A-4638-A7F9-3D9F61265BB5}"/>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9FBA20-1422-4F1C-8C9F-7D334F829A49}"/>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e4077686cf418c" /><Relationship Type="http://schemas.openxmlformats.org/officeDocument/2006/relationships/slideLayout" Target="/ppt/slideLayouts/slideLayout1.xml" Id="Rffc51cedda2e4df8" /><Relationship Type="http://schemas.openxmlformats.org/officeDocument/2006/relationships/slideLayout" Target="/ppt/slideLayouts/slideLayout2.xml" Id="Rac7f5a93cdf04f0b" /><Relationship Type="http://schemas.openxmlformats.org/officeDocument/2006/relationships/slideLayout" Target="/ppt/slideLayouts/slideLayout3.xml" Id="R144b3a5dfa28460c" /><Relationship Type="http://schemas.openxmlformats.org/officeDocument/2006/relationships/slideLayout" Target="/ppt/slideLayouts/slideLayout4.xml" Id="Rcfb104d96b504a7c" /><Relationship Type="http://schemas.openxmlformats.org/officeDocument/2006/relationships/slideLayout" Target="/ppt/slideLayouts/slideLayout5.xml" Id="R76d509ff27d644e2" /><Relationship Type="http://schemas.openxmlformats.org/officeDocument/2006/relationships/slideLayout" Target="/ppt/slideLayouts/slideLayout6.xml" Id="R38345a5285114e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c51cedda2e4df8"/>
    <p:sldLayoutId xmlns:r="http://schemas.openxmlformats.org/officeDocument/2006/relationships" id="2147483650" r:id="Rac7f5a93cdf04f0b"/>
    <p:sldLayoutId xmlns:r="http://schemas.openxmlformats.org/officeDocument/2006/relationships" id="2147483651" r:id="R144b3a5dfa28460c"/>
    <p:sldLayoutId xmlns:r="http://schemas.openxmlformats.org/officeDocument/2006/relationships" id="2147483652" r:id="Rcfb104d96b504a7c"/>
    <p:sldLayoutId xmlns:r="http://schemas.openxmlformats.org/officeDocument/2006/relationships" id="2147483653" r:id="R76d509ff27d644e2"/>
    <p:sldLayoutId xmlns:r="http://schemas.openxmlformats.org/officeDocument/2006/relationships" id="2147483654" r:id="R38345a5285114e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7f0d632f49464b" /><Relationship Type="http://schemas.openxmlformats.org/officeDocument/2006/relationships/notesSlide" Target="/ppt/notesSlides/notesSlide1.xml" Id="R455da29bb59e45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8e25a7c0424c44" /><Relationship Type="http://schemas.openxmlformats.org/officeDocument/2006/relationships/notesSlide" Target="/ppt/notesSlides/notesSlide2.xml" Id="Redc997f41dfd45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6c28a1264a443a" /><Relationship Type="http://schemas.openxmlformats.org/officeDocument/2006/relationships/notesSlide" Target="/ppt/notesSlides/notesSlide3.xml" Id="R57f42a90a06d49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1dc66a8ddb4c8f" /><Relationship Type="http://schemas.openxmlformats.org/officeDocument/2006/relationships/notesSlide" Target="/ppt/notesSlides/notesSlide4.xml" Id="R5aea29b679c940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4e32ebc8994d95" /><Relationship Type="http://schemas.openxmlformats.org/officeDocument/2006/relationships/notesSlide" Target="/ppt/notesSlides/notesSlide5.xml" Id="Rb305f006bba64b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f19d7a1eb04ade" /><Relationship Type="http://schemas.openxmlformats.org/officeDocument/2006/relationships/notesSlide" Target="/ppt/notesSlides/notesSlide6.xml" Id="R44c3510cc5154b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9dddde9f7c4502" /><Relationship Type="http://schemas.openxmlformats.org/officeDocument/2006/relationships/chart" Target="/ppt/slides/charts/chart1.xml" Id="Rf7d084be867d49e4" /><Relationship Type="http://schemas.openxmlformats.org/officeDocument/2006/relationships/chart" Target="/ppt/slides/charts/chart2.xml" Id="R9476d2d1ff28421f" /><Relationship Type="http://schemas.openxmlformats.org/officeDocument/2006/relationships/chart" Target="/ppt/slides/charts/chart3.xml" Id="R611fcb0c516346c5" /><Relationship Type="http://schemas.openxmlformats.org/officeDocument/2006/relationships/chart" Target="/ppt/slides/charts/chart4.xml" Id="R0e8b725cb2914efe" /><Relationship Type="http://schemas.openxmlformats.org/officeDocument/2006/relationships/notesSlide" Target="/ppt/notesSlides/notesSlide7.xml" Id="Rae2f6464514144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a6a6c703854ad5" /><Relationship Type="http://schemas.openxmlformats.org/officeDocument/2006/relationships/chart" Target="/ppt/slides/charts/chart5.xml" Id="R2cd5da8150984914" /><Relationship Type="http://schemas.openxmlformats.org/officeDocument/2006/relationships/chart" Target="/ppt/slides/charts/chart6.xml" Id="Raf401b02535c4e4c" /><Relationship Type="http://schemas.openxmlformats.org/officeDocument/2006/relationships/chart" Target="/ppt/slides/charts/chart7.xml" Id="Rf413c4d90eb24a04" /><Relationship Type="http://schemas.openxmlformats.org/officeDocument/2006/relationships/chart" Target="/ppt/slides/charts/chart8.xml" Id="Rd1e8c5823a6d4f8d" /><Relationship Type="http://schemas.openxmlformats.org/officeDocument/2006/relationships/notesSlide" Target="/ppt/notesSlides/notesSlide8.xml" Id="R62ee1a6d4a064c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bad8a3537cb4a1c" /><Relationship Type="http://schemas.openxmlformats.org/officeDocument/2006/relationships/chart" Target="/ppt/slides/charts/chart9.xml" Id="R50e813090a714ba7" /><Relationship Type="http://schemas.openxmlformats.org/officeDocument/2006/relationships/chart" Target="/ppt/slides/charts/chart10.xml" Id="R8f4bf92bac804d45" /><Relationship Type="http://schemas.openxmlformats.org/officeDocument/2006/relationships/chart" Target="/ppt/slides/charts/chart11.xml" Id="Rd39719fa34c14ce2" /><Relationship Type="http://schemas.openxmlformats.org/officeDocument/2006/relationships/chart" Target="/ppt/slides/charts/chart12.xml" Id="Racc69fb8ddf64c15" /><Relationship Type="http://schemas.openxmlformats.org/officeDocument/2006/relationships/chart" Target="/ppt/slides/charts/chart13.xml" Id="Reffce987a51b44ed" /><Relationship Type="http://schemas.openxmlformats.org/officeDocument/2006/relationships/chart" Target="/ppt/slides/charts/chart14.xml" Id="R3979a5dfb1044bbf" /><Relationship Type="http://schemas.openxmlformats.org/officeDocument/2006/relationships/notesSlide" Target="/ppt/notesSlides/notesSlide9.xml" Id="Rc7ae4a12cdd546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5da5de828c34970" /><Relationship Type="http://schemas.openxmlformats.org/officeDocument/2006/relationships/chart" Target="/ppt/slides/charts/chart15.xml" Id="Rbf2648cb2af64acb" /><Relationship Type="http://schemas.openxmlformats.org/officeDocument/2006/relationships/chart" Target="/ppt/slides/charts/chart16.xml" Id="Rb44f2eace9f54ecf" /><Relationship Type="http://schemas.openxmlformats.org/officeDocument/2006/relationships/chart" Target="/ppt/slides/charts/chart17.xml" Id="R23062d91edf749ab" /><Relationship Type="http://schemas.openxmlformats.org/officeDocument/2006/relationships/chart" Target="/ppt/slides/charts/chart18.xml" Id="Rc9970e29ada549d3" /><Relationship Type="http://schemas.openxmlformats.org/officeDocument/2006/relationships/notesSlide" Target="/ppt/notesSlides/notesSlide10.xml" Id="R4a03fb13cce544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e4b4579ae14723" /><Relationship Type="http://schemas.openxmlformats.org/officeDocument/2006/relationships/notesSlide" Target="/ppt/notesSlides/notesSlide11.xml" Id="Rb0d0aec4c82741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099485249964cba" /><Relationship Type="http://schemas.openxmlformats.org/officeDocument/2006/relationships/notesSlide" Target="/ppt/notesSlides/notesSlide12.xml" Id="R7b1b4bdf376a42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e0965683be64fe2" /><Relationship Type="http://schemas.openxmlformats.org/officeDocument/2006/relationships/notesSlide" Target="/ppt/notesSlides/notesSlide13.xml" Id="R461e0e7fa1eb4b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5fa131515464821" /><Relationship Type="http://schemas.openxmlformats.org/officeDocument/2006/relationships/chart" Target="/ppt/slides/charts/chart19.xml" Id="R4ab0031df1c243c1" /><Relationship Type="http://schemas.openxmlformats.org/officeDocument/2006/relationships/chart" Target="/ppt/slides/charts/chart20.xml" Id="R68f3f8b719b44893" /><Relationship Type="http://schemas.openxmlformats.org/officeDocument/2006/relationships/notesSlide" Target="/ppt/notesSlides/notesSlide14.xml" Id="Rf83b454710a240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392c1ab78bb4395" /><Relationship Type="http://schemas.openxmlformats.org/officeDocument/2006/relationships/chart" Target="/ppt/slides/charts/chart21.xml" Id="Rd1ef8869c4594202" /><Relationship Type="http://schemas.openxmlformats.org/officeDocument/2006/relationships/chart" Target="/ppt/slides/charts/chart22.xml" Id="Rc2c3544950244604" /><Relationship Type="http://schemas.openxmlformats.org/officeDocument/2006/relationships/notesSlide" Target="/ppt/notesSlides/notesSlide15.xml" Id="R79a7cde6ad5a4a7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7b7c486a94243d6" /><Relationship Type="http://schemas.openxmlformats.org/officeDocument/2006/relationships/chart" Target="/ppt/slides/charts/chart23.xml" Id="Ra3f76fc3f060443f" /><Relationship Type="http://schemas.openxmlformats.org/officeDocument/2006/relationships/chart" Target="/ppt/slides/charts/chart24.xml" Id="Rf82083b23a0846eb" /><Relationship Type="http://schemas.openxmlformats.org/officeDocument/2006/relationships/notesSlide" Target="/ppt/notesSlides/notesSlide16.xml" Id="Rd1543b8489b74b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0af16d18e224740" /><Relationship Type="http://schemas.openxmlformats.org/officeDocument/2006/relationships/chart" Target="/ppt/slides/charts/chart25.xml" Id="R8faa00b84c224784" /><Relationship Type="http://schemas.openxmlformats.org/officeDocument/2006/relationships/chart" Target="/ppt/slides/charts/chart26.xml" Id="Rd434a432e53042af" /><Relationship Type="http://schemas.openxmlformats.org/officeDocument/2006/relationships/notesSlide" Target="/ppt/notesSlides/notesSlide17.xml" Id="Ra524a8b734dd47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b169bf0edfd44a3" /><Relationship Type="http://schemas.openxmlformats.org/officeDocument/2006/relationships/chart" Target="/ppt/slides/charts/chart27.xml" Id="R951255e508da480f" /><Relationship Type="http://schemas.openxmlformats.org/officeDocument/2006/relationships/chart" Target="/ppt/slides/charts/chart28.xml" Id="Rff6c3618575a4faf" /><Relationship Type="http://schemas.openxmlformats.org/officeDocument/2006/relationships/notesSlide" Target="/ppt/notesSlides/notesSlide18.xml" Id="R666c68151af148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7ad89c1bb864fd5" /><Relationship Type="http://schemas.openxmlformats.org/officeDocument/2006/relationships/chart" Target="/ppt/slides/charts/chart29.xml" Id="Rcac8bdbe47124d4d" /><Relationship Type="http://schemas.openxmlformats.org/officeDocument/2006/relationships/chart" Target="/ppt/slides/charts/chart30.xml" Id="Rc6e9640f12f44095" /><Relationship Type="http://schemas.openxmlformats.org/officeDocument/2006/relationships/notesSlide" Target="/ppt/notesSlides/notesSlide19.xml" Id="R85f4834bd5254a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c45a736d8194e0b" /><Relationship Type="http://schemas.openxmlformats.org/officeDocument/2006/relationships/chart" Target="/ppt/slides/charts/chart31.xml" Id="R848f46dd24604a08" /><Relationship Type="http://schemas.openxmlformats.org/officeDocument/2006/relationships/chart" Target="/ppt/slides/charts/chart32.xml" Id="Rdd4cadc5ca4a4496" /><Relationship Type="http://schemas.openxmlformats.org/officeDocument/2006/relationships/notesSlide" Target="/ppt/notesSlides/notesSlide20.xml" Id="R935d28ada6c94d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aab19ac6ece4283" /><Relationship Type="http://schemas.openxmlformats.org/officeDocument/2006/relationships/chart" Target="/ppt/slides/charts/chart33.xml" Id="Rb8862d11392f46fd" /><Relationship Type="http://schemas.openxmlformats.org/officeDocument/2006/relationships/chart" Target="/ppt/slides/charts/chart34.xml" Id="R1f51c5d9181d43c1" /><Relationship Type="http://schemas.openxmlformats.org/officeDocument/2006/relationships/notesSlide" Target="/ppt/notesSlides/notesSlide21.xml" Id="R011ab6890bf246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9d627ef1e994f35" /><Relationship Type="http://schemas.openxmlformats.org/officeDocument/2006/relationships/chart" Target="/ppt/slides/charts/chart35.xml" Id="R24984b20c55f43c9" /><Relationship Type="http://schemas.openxmlformats.org/officeDocument/2006/relationships/chart" Target="/ppt/slides/charts/chart36.xml" Id="R7b0438b5555f4835" /><Relationship Type="http://schemas.openxmlformats.org/officeDocument/2006/relationships/notesSlide" Target="/ppt/notesSlides/notesSlide22.xml" Id="Ra184d6640e874731" /></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d1d8312463014177"/><Relationship Type="http://schemas.openxmlformats.org/officeDocument/2006/relationships/chart" Target="/ppt/slides/charts/chart37.xml" Id="R44a53b43c30841f6"/><Relationship Type="http://schemas.openxmlformats.org/officeDocument/2006/relationships/chart" Target="/ppt/slides/charts/chart38.xml" Id="Rb250f4970b6348c1"/><Relationship Type="http://schemas.openxmlformats.org/officeDocument/2006/relationships/notesSlide" Target="/ppt/notesSlides/notesSlide23.xml" Id="R3e3fd1a1f8594eee"/></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b03ca207f50644f1"/><Relationship Type="http://schemas.openxmlformats.org/officeDocument/2006/relationships/chart" Target="/ppt/slides/charts/chart39.xml" Id="R6dcf54b605a8472c"/><Relationship Type="http://schemas.openxmlformats.org/officeDocument/2006/relationships/chart" Target="/ppt/slides/charts/chart40.xml" Id="R1d70154bbd824532"/><Relationship Type="http://schemas.openxmlformats.org/officeDocument/2006/relationships/notesSlide" Target="/ppt/notesSlides/notesSlide24.xml" Id="R2ca8ff567b4e4e6d"/></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5ac4d8ea1ef47f8"/><Relationship Type="http://schemas.openxmlformats.org/officeDocument/2006/relationships/chart" Target="/ppt/slides/charts/chart41.xml" Id="R7f6684dfc4cc4273"/><Relationship Type="http://schemas.openxmlformats.org/officeDocument/2006/relationships/chart" Target="/ppt/slides/charts/chart42.xml" Id="R0a42e050c0b84209"/><Relationship Type="http://schemas.openxmlformats.org/officeDocument/2006/relationships/notesSlide" Target="/ppt/notesSlides/notesSlide25.xml" Id="R82f4a7dac3564c56"/></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31a8b3af84304123"/><Relationship Type="http://schemas.openxmlformats.org/officeDocument/2006/relationships/chart" Target="/ppt/slides/charts/chart43.xml" Id="R2a24f813e04f4f31"/><Relationship Type="http://schemas.openxmlformats.org/officeDocument/2006/relationships/chart" Target="/ppt/slides/charts/chart44.xml" Id="Raf88b1e166554491"/><Relationship Type="http://schemas.openxmlformats.org/officeDocument/2006/relationships/notesSlide" Target="/ppt/notesSlides/notesSlide26.xml" Id="R42125846569b4d08"/></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fb890ee451874ecd"/><Relationship Type="http://schemas.openxmlformats.org/officeDocument/2006/relationships/chart" Target="/ppt/slides/charts/chart45.xml" Id="R1bb38f62bcb34e47"/><Relationship Type="http://schemas.openxmlformats.org/officeDocument/2006/relationships/chart" Target="/ppt/slides/charts/chart46.xml" Id="Rc8fa568d1c2a4714"/><Relationship Type="http://schemas.openxmlformats.org/officeDocument/2006/relationships/notesSlide" Target="/ppt/notesSlides/notesSlide27.xml" Id="Rb9018b821e6f4098"/></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78b396679c38460f"/><Relationship Type="http://schemas.openxmlformats.org/officeDocument/2006/relationships/chart" Target="/ppt/slides/charts/chart47.xml" Id="R8c0a3d71d58241e6"/><Relationship Type="http://schemas.openxmlformats.org/officeDocument/2006/relationships/chart" Target="/ppt/slides/charts/chart48.xml" Id="Rf05b56f7a8fd414b"/><Relationship Type="http://schemas.openxmlformats.org/officeDocument/2006/relationships/notesSlide" Target="/ppt/notesSlides/notesSlide28.xml" Id="R191e3c62f25447bf"/></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a8fe1538b3ce41ba"/><Relationship Type="http://schemas.openxmlformats.org/officeDocument/2006/relationships/chart" Target="/ppt/slides/charts/chart49.xml" Id="Rb7aec894a47340b3"/><Relationship Type="http://schemas.openxmlformats.org/officeDocument/2006/relationships/chart" Target="/ppt/slides/charts/chart50.xml" Id="R6b0886f70dda4cf3"/><Relationship Type="http://schemas.openxmlformats.org/officeDocument/2006/relationships/notesSlide" Target="/ppt/notesSlides/notesSlide29.xml" Id="Rb09e95b309f34dc7"/></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a54e9560e6b44d79"/><Relationship Type="http://schemas.openxmlformats.org/officeDocument/2006/relationships/chart" Target="/ppt/slides/charts/chart51.xml" Id="R6845a78bb7aa4034"/><Relationship Type="http://schemas.openxmlformats.org/officeDocument/2006/relationships/chart" Target="/ppt/slides/charts/chart52.xml" Id="R1b826616f5f94d30"/><Relationship Type="http://schemas.openxmlformats.org/officeDocument/2006/relationships/notesSlide" Target="/ppt/notesSlides/notesSlide30.xml" Id="Rdfeed6fbda894bbc"/></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1b5d976b7b944e2c"/><Relationship Type="http://schemas.openxmlformats.org/officeDocument/2006/relationships/chart" Target="/ppt/slides/charts/chart53.xml" Id="R07896cc73e2f4337"/><Relationship Type="http://schemas.openxmlformats.org/officeDocument/2006/relationships/chart" Target="/ppt/slides/charts/chart54.xml" Id="Re8ddbad3093d437f"/><Relationship Type="http://schemas.openxmlformats.org/officeDocument/2006/relationships/notesSlide" Target="/ppt/notesSlides/notesSlide31.xml" Id="R0de20ccc97964f24"/></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391bfbb831474e6f"/><Relationship Type="http://schemas.openxmlformats.org/officeDocument/2006/relationships/image" Target="/ppt/media/image.jpeg" Id="Rd59301f539f8466c"/><Relationship Type="http://schemas.openxmlformats.org/officeDocument/2006/relationships/notesSlide" Target="/ppt/notesSlides/notesSlide32.xml" Id="R7f7348d6cfff45ac"/></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0dfafeaadbae432c"/><Relationship Type="http://schemas.openxmlformats.org/officeDocument/2006/relationships/image" Target="/ppt/media/image2.jpeg" Id="R067bc48bcfc44434"/><Relationship Type="http://schemas.openxmlformats.org/officeDocument/2006/relationships/notesSlide" Target="/ppt/notesSlides/notesSlide33.xml" Id="R76c80e26a8884bda"/></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3a67c4f9b47d4e4c"/><Relationship Type="http://schemas.openxmlformats.org/officeDocument/2006/relationships/image" Target="/ppt/media/image.png" Id="R69dca9c36fcb41c9"/><Relationship Type="http://schemas.openxmlformats.org/officeDocument/2006/relationships/notesSlide" Target="/ppt/notesSlides/notesSlide34.xml" Id="R687e1f4be973493f"/></Relationships>
</file>

<file path=ppt/slides/charts/_rels/chart1.xml.rels><?xml version='1.0' encoding='utf-8'?>
<Relationships xmlns="http://schemas.openxmlformats.org/package/2006/relationships"><Relationship Id="rIdChartSnapshot1" Type="http://schemas.openxmlformats.org/officeDocument/2006/relationships/package" Target="../../embeddings/chart-data-snapshot-001.xlsx" /></Relationships>
</file>

<file path=ppt/slides/charts/_rels/chart2.xml.rels><?xml version='1.0' encoding='utf-8'?>
<Relationships xmlns="http://schemas.openxmlformats.org/package/2006/relationships"><Relationship Id="rIdChartSnapshot1" Type="http://schemas.openxmlformats.org/officeDocument/2006/relationships/package" Target="../../embeddings/chart-data-snapshot-002.xlsx" /></Relationships>
</file>

<file path=ppt/slides/charts/_rels/chart3.xml.rels><?xml version='1.0' encoding='utf-8'?>
<Relationships xmlns="http://schemas.openxmlformats.org/package/2006/relationships"><Relationship Id="rIdChartSnapshot1" Type="http://schemas.openxmlformats.org/officeDocument/2006/relationships/package" Target="../../embeddings/chart-data-snapshot-003.xlsx" /></Relationships>
</file>

<file path=ppt/slides/charts/_rels/chart4.xml.rels><?xml version='1.0' encoding='utf-8'?>
<Relationships xmlns="http://schemas.openxmlformats.org/package/2006/relationships"><Relationship Id="rIdChartSnapshot1" Type="http://schemas.openxmlformats.org/officeDocument/2006/relationships/package" Target="../../embeddings/chart-data-snapshot-004.xlsx" /></Relationships>
</file>

<file path=ppt/slides/charts/_rels/chart5.xml.rels><?xml version='1.0' encoding='utf-8'?>
<Relationships xmlns="http://schemas.openxmlformats.org/package/2006/relationships"><Relationship Id="rIdChartSnapshot1" Type="http://schemas.openxmlformats.org/officeDocument/2006/relationships/package" Target="../../embeddings/chart-data-snapshot-005.xlsx" /></Relationships>
</file>

<file path=ppt/slides/charts/_rels/chart6.xml.rels><?xml version='1.0' encoding='utf-8'?>
<Relationships xmlns="http://schemas.openxmlformats.org/package/2006/relationships"><Relationship Id="rIdChartSnapshot1" Type="http://schemas.openxmlformats.org/officeDocument/2006/relationships/package" Target="../../embeddings/chart-data-snapshot-006.xlsx" /></Relationships>
</file>

<file path=ppt/slides/charts/_rels/chart7.xml.rels><?xml version='1.0' encoding='utf-8'?>
<Relationships xmlns="http://schemas.openxmlformats.org/package/2006/relationships"><Relationship Id="rIdChartSnapshot1" Type="http://schemas.openxmlformats.org/officeDocument/2006/relationships/package" Target="../../embeddings/chart-data-snapshot-007.xlsx" /></Relationships>
</file>

<file path=ppt/slides/charts/_rels/chart8.xml.rels><?xml version='1.0' encoding='utf-8'?>
<Relationships xmlns="http://schemas.openxmlformats.org/package/2006/relationships"><Relationship Id="rIdChartSnapshot1" Type="http://schemas.openxmlformats.org/officeDocument/2006/relationships/package" Target="../../embeddings/chart-data-snapshot-008.xlsx" /></Relationships>
</file>

<file path=ppt/slides/charts/_rels/chart9.xml.rels><?xml version='1.0' encoding='utf-8'?>
<Relationships xmlns="http://schemas.openxmlformats.org/package/2006/relationships"><Relationship Id="rIdChartSnapshot1" Type="http://schemas.openxmlformats.org/officeDocument/2006/relationships/package" Target="../../embeddings/chart-data-snapshot-009.xlsx" /></Relationships>
</file>

<file path=ppt/slides/charts/_rels/chart10.xml.rels><?xml version='1.0' encoding='utf-8'?>
<Relationships xmlns="http://schemas.openxmlformats.org/package/2006/relationships"><Relationship Id="rIdChartSnapshot1" Type="http://schemas.openxmlformats.org/officeDocument/2006/relationships/package" Target="../../embeddings/chart-data-snapshot-010.xlsx" /></Relationships>
</file>

<file path=ppt/slides/charts/_rels/chart11.xml.rels><?xml version='1.0' encoding='utf-8'?>
<Relationships xmlns="http://schemas.openxmlformats.org/package/2006/relationships"><Relationship Id="rIdChartSnapshot1" Type="http://schemas.openxmlformats.org/officeDocument/2006/relationships/package" Target="../../embeddings/chart-data-snapshot-011.xlsx" /></Relationships>
</file>

<file path=ppt/slides/charts/_rels/chart12.xml.rels><?xml version='1.0' encoding='utf-8'?>
<Relationships xmlns="http://schemas.openxmlformats.org/package/2006/relationships"><Relationship Id="rIdChartSnapshot1" Type="http://schemas.openxmlformats.org/officeDocument/2006/relationships/package" Target="../../embeddings/chart-data-snapshot-012.xlsx" /></Relationships>
</file>

<file path=ppt/slides/charts/_rels/chart13.xml.rels><?xml version='1.0' encoding='utf-8'?>
<Relationships xmlns="http://schemas.openxmlformats.org/package/2006/relationships"><Relationship Id="rIdChartSnapshot1" Type="http://schemas.openxmlformats.org/officeDocument/2006/relationships/package" Target="../../embeddings/chart-data-snapshot-013.xlsx" /></Relationships>
</file>

<file path=ppt/slides/charts/_rels/chart14.xml.rels><?xml version='1.0' encoding='utf-8'?>
<Relationships xmlns="http://schemas.openxmlformats.org/package/2006/relationships"><Relationship Id="rIdChartSnapshot1" Type="http://schemas.openxmlformats.org/officeDocument/2006/relationships/package" Target="../../embeddings/chart-data-snapshot-014.xlsx" /></Relationships>
</file>

<file path=ppt/slides/charts/_rels/chart15.xml.rels><?xml version='1.0' encoding='utf-8'?>
<Relationships xmlns="http://schemas.openxmlformats.org/package/2006/relationships"><Relationship Id="rIdChartSnapshot1" Type="http://schemas.openxmlformats.org/officeDocument/2006/relationships/package" Target="../../embeddings/chart-data-snapshot-015.xlsx" /></Relationships>
</file>

<file path=ppt/slides/charts/_rels/chart16.xml.rels><?xml version='1.0' encoding='utf-8'?>
<Relationships xmlns="http://schemas.openxmlformats.org/package/2006/relationships"><Relationship Id="rIdChartSnapshot1" Type="http://schemas.openxmlformats.org/officeDocument/2006/relationships/package" Target="../../embeddings/chart-data-snapshot-016.xlsx" /></Relationships>
</file>

<file path=ppt/slides/charts/_rels/chart17.xml.rels><?xml version='1.0' encoding='utf-8'?>
<Relationships xmlns="http://schemas.openxmlformats.org/package/2006/relationships"><Relationship Id="rIdChartSnapshot1" Type="http://schemas.openxmlformats.org/officeDocument/2006/relationships/package" Target="../../embeddings/chart-data-snapshot-017.xlsx" /></Relationships>
</file>

<file path=ppt/slides/charts/_rels/chart18.xml.rels><?xml version='1.0' encoding='utf-8'?>
<Relationships xmlns="http://schemas.openxmlformats.org/package/2006/relationships"><Relationship Id="rIdChartSnapshot1" Type="http://schemas.openxmlformats.org/officeDocument/2006/relationships/package" Target="../../embeddings/chart-data-snapshot-018.xlsx" /></Relationships>
</file>

<file path=ppt/slides/charts/_rels/chart19.xml.rels><?xml version='1.0' encoding='utf-8'?>
<Relationships xmlns="http://schemas.openxmlformats.org/package/2006/relationships"><Relationship Id="rIdChartSnapshot1" Type="http://schemas.openxmlformats.org/officeDocument/2006/relationships/package" Target="../../embeddings/chart-data-snapshot-019.xlsx" /></Relationships>
</file>

<file path=ppt/slides/charts/_rels/chart20.xml.rels><?xml version='1.0' encoding='utf-8'?>
<Relationships xmlns="http://schemas.openxmlformats.org/package/2006/relationships"><Relationship Id="rIdChartSnapshot1" Type="http://schemas.openxmlformats.org/officeDocument/2006/relationships/package" Target="../../embeddings/chart-data-snapshot-020.xlsx" /></Relationships>
</file>

<file path=ppt/slides/charts/_rels/chart21.xml.rels><?xml version='1.0' encoding='utf-8'?>
<Relationships xmlns="http://schemas.openxmlformats.org/package/2006/relationships"><Relationship Id="rIdChartSnapshot1" Type="http://schemas.openxmlformats.org/officeDocument/2006/relationships/package" Target="../../embeddings/chart-data-snapshot-021.xlsx" /></Relationships>
</file>

<file path=ppt/slides/charts/_rels/chart22.xml.rels><?xml version='1.0' encoding='utf-8'?>
<Relationships xmlns="http://schemas.openxmlformats.org/package/2006/relationships"><Relationship Id="rIdChartSnapshot1" Type="http://schemas.openxmlformats.org/officeDocument/2006/relationships/package" Target="../../embeddings/chart-data-snapshot-022.xlsx" /></Relationships>
</file>

<file path=ppt/slides/charts/_rels/chart23.xml.rels><?xml version='1.0' encoding='utf-8'?>
<Relationships xmlns="http://schemas.openxmlformats.org/package/2006/relationships"><Relationship Id="rIdChartSnapshot1" Type="http://schemas.openxmlformats.org/officeDocument/2006/relationships/package" Target="../../embeddings/chart-data-snapshot-023.xlsx" /></Relationships>
</file>

<file path=ppt/slides/charts/_rels/chart24.xml.rels><?xml version='1.0' encoding='utf-8'?>
<Relationships xmlns="http://schemas.openxmlformats.org/package/2006/relationships"><Relationship Id="rIdChartSnapshot1" Type="http://schemas.openxmlformats.org/officeDocument/2006/relationships/package" Target="../../embeddings/chart-data-snapshot-024.xlsx" /></Relationships>
</file>

<file path=ppt/slides/charts/_rels/chart25.xml.rels><?xml version='1.0' encoding='utf-8'?>
<Relationships xmlns="http://schemas.openxmlformats.org/package/2006/relationships"><Relationship Id="rIdChartSnapshot1" Type="http://schemas.openxmlformats.org/officeDocument/2006/relationships/package" Target="../../embeddings/chart-data-snapshot-025.xlsx" /></Relationships>
</file>

<file path=ppt/slides/charts/_rels/chart26.xml.rels><?xml version='1.0' encoding='utf-8'?>
<Relationships xmlns="http://schemas.openxmlformats.org/package/2006/relationships"><Relationship Id="rIdChartSnapshot1" Type="http://schemas.openxmlformats.org/officeDocument/2006/relationships/package" Target="../../embeddings/chart-data-snapshot-026.xlsx" /></Relationships>
</file>

<file path=ppt/slides/charts/_rels/chart27.xml.rels><?xml version='1.0' encoding='utf-8'?>
<Relationships xmlns="http://schemas.openxmlformats.org/package/2006/relationships"><Relationship Id="rIdChartSnapshot1" Type="http://schemas.openxmlformats.org/officeDocument/2006/relationships/package" Target="../../embeddings/chart-data-snapshot-027.xlsx" /></Relationships>
</file>

<file path=ppt/slides/charts/_rels/chart28.xml.rels><?xml version='1.0' encoding='utf-8'?>
<Relationships xmlns="http://schemas.openxmlformats.org/package/2006/relationships"><Relationship Id="rIdChartSnapshot1" Type="http://schemas.openxmlformats.org/officeDocument/2006/relationships/package" Target="../../embeddings/chart-data-snapshot-028.xlsx" /></Relationships>
</file>

<file path=ppt/slides/charts/_rels/chart29.xml.rels><?xml version='1.0' encoding='utf-8'?>
<Relationships xmlns="http://schemas.openxmlformats.org/package/2006/relationships"><Relationship Id="rIdChartSnapshot1" Type="http://schemas.openxmlformats.org/officeDocument/2006/relationships/package" Target="../../embeddings/chart-data-snapshot-029.xlsx" /></Relationships>
</file>

<file path=ppt/slides/charts/_rels/chart30.xml.rels><?xml version='1.0' encoding='utf-8'?>
<Relationships xmlns="http://schemas.openxmlformats.org/package/2006/relationships"><Relationship Id="rIdChartSnapshot1" Type="http://schemas.openxmlformats.org/officeDocument/2006/relationships/package" Target="../../embeddings/chart-data-snapshot-030.xlsx" /></Relationships>
</file>

<file path=ppt/slides/charts/_rels/chart31.xml.rels><?xml version='1.0' encoding='utf-8'?>
<Relationships xmlns="http://schemas.openxmlformats.org/package/2006/relationships"><Relationship Id="rIdChartSnapshot1" Type="http://schemas.openxmlformats.org/officeDocument/2006/relationships/package" Target="../../embeddings/chart-data-snapshot-031.xlsx" /></Relationships>
</file>

<file path=ppt/slides/charts/_rels/chart32.xml.rels><?xml version='1.0' encoding='utf-8'?>
<Relationships xmlns="http://schemas.openxmlformats.org/package/2006/relationships"><Relationship Id="rIdChartSnapshot1" Type="http://schemas.openxmlformats.org/officeDocument/2006/relationships/package" Target="../../embeddings/chart-data-snapshot-032.xlsx" /></Relationships>
</file>

<file path=ppt/slides/charts/_rels/chart33.xml.rels><?xml version='1.0' encoding='utf-8'?>
<Relationships xmlns="http://schemas.openxmlformats.org/package/2006/relationships"><Relationship Id="rIdChartSnapshot1" Type="http://schemas.openxmlformats.org/officeDocument/2006/relationships/package" Target="../../embeddings/chart-data-snapshot-033.xlsx" /></Relationships>
</file>

<file path=ppt/slides/charts/_rels/chart34.xml.rels><?xml version='1.0' encoding='utf-8'?>
<Relationships xmlns="http://schemas.openxmlformats.org/package/2006/relationships"><Relationship Id="rIdChartSnapshot1" Type="http://schemas.openxmlformats.org/officeDocument/2006/relationships/package" Target="../../embeddings/chart-data-snapshot-034.xlsx" /></Relationships>
</file>

<file path=ppt/slides/charts/_rels/chart35.xml.rels><?xml version='1.0' encoding='utf-8'?>
<Relationships xmlns="http://schemas.openxmlformats.org/package/2006/relationships"><Relationship Id="rIdChartSnapshot1" Type="http://schemas.openxmlformats.org/officeDocument/2006/relationships/package" Target="../../embeddings/chart-data-snapshot-035.xlsx" /></Relationships>
</file>

<file path=ppt/slides/charts/_rels/chart36.xml.rels><?xml version='1.0' encoding='utf-8'?>
<Relationships xmlns="http://schemas.openxmlformats.org/package/2006/relationships"><Relationship Id="rIdChartSnapshot1" Type="http://schemas.openxmlformats.org/officeDocument/2006/relationships/package" Target="../../embeddings/chart-data-snapshot-036.xlsx" /></Relationships>
</file>

<file path=ppt/slides/charts/_rels/chart37.xml.rels><Relationships xmlns="http://schemas.openxmlformats.org/package/2006/relationships"><Relationship Id="rIdChartSnapshot1" Type="http://schemas.openxmlformats.org/officeDocument/2006/relationships/package" Target="../../embeddings/chart-data-snapshot-037.xlsx"/></Relationships>
</file>

<file path=ppt/slides/charts/_rels/chart38.xml.rels><Relationships xmlns="http://schemas.openxmlformats.org/package/2006/relationships"><Relationship Id="rIdChartSnapshot1" Type="http://schemas.openxmlformats.org/officeDocument/2006/relationships/package" Target="../../embeddings/chart-data-snapshot-038.xlsx"/></Relationships>
</file>

<file path=ppt/slides/charts/_rels/chart39.xml.rels><Relationships xmlns="http://schemas.openxmlformats.org/package/2006/relationships"><Relationship Id="rIdChartSnapshot1" Type="http://schemas.openxmlformats.org/officeDocument/2006/relationships/package" Target="../../embeddings/chart-data-snapshot-039.xlsx"/></Relationships>
</file>

<file path=ppt/slides/charts/_rels/chart40.xml.rels><Relationships xmlns="http://schemas.openxmlformats.org/package/2006/relationships"><Relationship Id="rIdChartSnapshot1" Type="http://schemas.openxmlformats.org/officeDocument/2006/relationships/package" Target="../../embeddings/chart-data-snapshot-040.xlsx"/></Relationships>
</file>

<file path=ppt/slides/charts/_rels/chart41.xml.rels><Relationships xmlns="http://schemas.openxmlformats.org/package/2006/relationships"><Relationship Id="rIdChartSnapshot1" Type="http://schemas.openxmlformats.org/officeDocument/2006/relationships/package" Target="../../embeddings/chart-data-snapshot-041.xlsx"/></Relationships>
</file>

<file path=ppt/slides/charts/_rels/chart42.xml.rels><Relationships xmlns="http://schemas.openxmlformats.org/package/2006/relationships"><Relationship Id="rIdChartSnapshot1" Type="http://schemas.openxmlformats.org/officeDocument/2006/relationships/package" Target="../../embeddings/chart-data-snapshot-042.xlsx"/></Relationships>
</file>

<file path=ppt/slides/charts/_rels/chart43.xml.rels><Relationships xmlns="http://schemas.openxmlformats.org/package/2006/relationships"><Relationship Id="rIdChartSnapshot1" Type="http://schemas.openxmlformats.org/officeDocument/2006/relationships/package" Target="../../embeddings/chart-data-snapshot-043.xlsx"/></Relationships>
</file>

<file path=ppt/slides/charts/_rels/chart44.xml.rels><Relationships xmlns="http://schemas.openxmlformats.org/package/2006/relationships"><Relationship Id="rIdChartSnapshot1" Type="http://schemas.openxmlformats.org/officeDocument/2006/relationships/package" Target="../../embeddings/chart-data-snapshot-044.xlsx"/></Relationships>
</file>

<file path=ppt/slides/charts/_rels/chart45.xml.rels><Relationships xmlns="http://schemas.openxmlformats.org/package/2006/relationships"><Relationship Id="rIdChartSnapshot1" Type="http://schemas.openxmlformats.org/officeDocument/2006/relationships/package" Target="../../embeddings/chart-data-snapshot-045.xlsx"/></Relationships>
</file>

<file path=ppt/slides/charts/_rels/chart46.xml.rels><Relationships xmlns="http://schemas.openxmlformats.org/package/2006/relationships"><Relationship Id="rIdChartSnapshot1" Type="http://schemas.openxmlformats.org/officeDocument/2006/relationships/package" Target="../../embeddings/chart-data-snapshot-046.xlsx"/></Relationships>
</file>

<file path=ppt/slides/charts/_rels/chart47.xml.rels><Relationships xmlns="http://schemas.openxmlformats.org/package/2006/relationships"><Relationship Id="rIdChartSnapshot1" Type="http://schemas.openxmlformats.org/officeDocument/2006/relationships/package" Target="../../embeddings/chart-data-snapshot-047.xlsx"/></Relationships>
</file>

<file path=ppt/slides/charts/_rels/chart48.xml.rels><Relationships xmlns="http://schemas.openxmlformats.org/package/2006/relationships"><Relationship Id="rIdChartSnapshot1" Type="http://schemas.openxmlformats.org/officeDocument/2006/relationships/package" Target="../../embeddings/chart-data-snapshot-048.xlsx"/></Relationships>
</file>

<file path=ppt/slides/charts/_rels/chart49.xml.rels><Relationships xmlns="http://schemas.openxmlformats.org/package/2006/relationships"><Relationship Id="rIdChartSnapshot1" Type="http://schemas.openxmlformats.org/officeDocument/2006/relationships/package" Target="../../embeddings/chart-data-snapshot-049.xlsx"/></Relationships>
</file>

<file path=ppt/slides/charts/_rels/chart50.xml.rels><Relationships xmlns="http://schemas.openxmlformats.org/package/2006/relationships"><Relationship Id="rIdChartSnapshot1" Type="http://schemas.openxmlformats.org/officeDocument/2006/relationships/package" Target="../../embeddings/chart-data-snapshot-050.xlsx"/></Relationships>
</file>

<file path=ppt/slides/charts/_rels/chart51.xml.rels><Relationships xmlns="http://schemas.openxmlformats.org/package/2006/relationships"><Relationship Id="rIdChartSnapshot1" Type="http://schemas.openxmlformats.org/officeDocument/2006/relationships/package" Target="../../embeddings/chart-data-snapshot-051.xlsx"/></Relationships>
</file>

<file path=ppt/slides/charts/_rels/chart52.xml.rels><Relationships xmlns="http://schemas.openxmlformats.org/package/2006/relationships"><Relationship Id="rIdChartSnapshot1" Type="http://schemas.openxmlformats.org/officeDocument/2006/relationships/package" Target="../../embeddings/chart-data-snapshot-052.xlsx"/></Relationships>
</file>

<file path=ppt/slides/charts/_rels/chart53.xml.rels><Relationships xmlns="http://schemas.openxmlformats.org/package/2006/relationships"><Relationship Id="rIdChartSnapshot1" Type="http://schemas.openxmlformats.org/officeDocument/2006/relationships/package" Target="../../embeddings/chart-data-snapshot-053.xlsx"/></Relationships>
</file>

<file path=ppt/slides/charts/_rels/chart54.xml.rels><Relationships xmlns="http://schemas.openxmlformats.org/package/2006/relationships"><Relationship Id="rIdChartSnapshot1" Type="http://schemas.openxmlformats.org/officeDocument/2006/relationships/package" Target="../../embeddings/chart-data-snapshot-05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Neighbour query phase</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1007.15408333</c:v>
                </c:pt>
                <c:pt idx="1">
                  <c:v>4141.02813889</c:v>
                </c:pt>
                <c:pt idx="2">
                  <c:v>6713.10008333</c:v>
                </c:pt>
                <c:pt idx="3">
                  <c:v>5944.75201852</c:v>
                </c:pt>
                <c:pt idx="4">
                  <c:v>9553.295</c:v>
                </c:pt>
                <c:pt idx="5">
                  <c:v>11876.8353889</c:v>
                </c:pt>
                <c:pt idx="6">
                  <c:v>19446.285</c:v>
                </c:pt>
                <c:pt idx="7">
                  <c:v>16318.1802222</c:v>
                </c:pt>
                <c:pt idx="8">
                  <c:v>14783.2811875</c:v>
                </c:pt>
                <c:pt idx="9">
                  <c:v>21511.1625741</c:v>
                </c:pt>
                <c:pt idx="10">
                  <c:v>45923.784475</c:v>
                </c:pt>
                <c:pt idx="11">
                  <c:v>34106.4675794</c:v>
                </c:pt>
                <c:pt idx="12">
                  <c:v>34124.9196439</c:v>
                </c:pt>
                <c:pt idx="13">
                  <c:v>45574.6915069</c:v>
                </c:pt>
                <c:pt idx="14">
                  <c:v>32893.9389133</c:v>
                </c:pt>
                <c:pt idx="15">
                  <c:v>43738.6859615</c:v>
                </c:pt>
                <c:pt idx="16">
                  <c:v>62831.5466543</c:v>
                </c:pt>
                <c:pt idx="17">
                  <c:v>74888.8962381</c:v>
                </c:pt>
                <c:pt idx="18">
                  <c:v>54571.7005389</c:v>
                </c:pt>
                <c:pt idx="19">
                  <c:v>77371.5669375</c:v>
                </c:pt>
                <c:pt idx="20">
                  <c:v>77903.5708081</c:v>
                </c:pt>
                <c:pt idx="21">
                  <c:v>92033.8282843</c:v>
                </c:pt>
                <c:pt idx="22">
                  <c:v>70832.586481</c:v>
                </c:pt>
                <c:pt idx="23">
                  <c:v>90849.9475972</c:v>
                </c:pt>
                <c:pt idx="24">
                  <c:v>103857.979244</c:v>
                </c:pt>
                <c:pt idx="25">
                  <c:v>105282.546021</c:v>
                </c:pt>
                <c:pt idx="26">
                  <c:v>148615.431087</c:v>
                </c:pt>
                <c:pt idx="27">
                  <c:v>111113.564932</c:v>
                </c:pt>
                <c:pt idx="28">
                  <c:v>160750.356844</c:v>
                </c:pt>
                <c:pt idx="29">
                  <c:v>130777.432378</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33.880875</c:v>
                </c:pt>
                <c:pt idx="1">
                  <c:v>340.11025</c:v>
                </c:pt>
                <c:pt idx="2">
                  <c:v>2014.5748125</c:v>
                </c:pt>
                <c:pt idx="3">
                  <c:v>6101.98137037</c:v>
                </c:pt>
                <c:pt idx="4">
                  <c:v>5021.90701667</c:v>
                </c:pt>
                <c:pt idx="5">
                  <c:v>6471.13898611</c:v>
                </c:pt>
                <c:pt idx="6">
                  <c:v>15886.1135952</c:v>
                </c:pt>
                <c:pt idx="7">
                  <c:v>11629.3765333</c:v>
                </c:pt>
                <c:pt idx="8">
                  <c:v>8977.48953125</c:v>
                </c:pt>
                <c:pt idx="9">
                  <c:v>17777.3434444</c:v>
                </c:pt>
                <c:pt idx="10">
                  <c:v>9846.46009167</c:v>
                </c:pt>
                <c:pt idx="11">
                  <c:v>10123.0042143</c:v>
                </c:pt>
                <c:pt idx="12">
                  <c:v>12090.2598333</c:v>
                </c:pt>
                <c:pt idx="13">
                  <c:v>26229.8504375</c:v>
                </c:pt>
                <c:pt idx="14">
                  <c:v>26956.8255333</c:v>
                </c:pt>
                <c:pt idx="15">
                  <c:v>15682.4831026</c:v>
                </c:pt>
                <c:pt idx="16">
                  <c:v>31704.8984753</c:v>
                </c:pt>
                <c:pt idx="17">
                  <c:v>35078.6997619</c:v>
                </c:pt>
                <c:pt idx="18">
                  <c:v>22510.7339167</c:v>
                </c:pt>
                <c:pt idx="19">
                  <c:v>28790.4485521</c:v>
                </c:pt>
                <c:pt idx="20">
                  <c:v>23351.7172222</c:v>
                </c:pt>
                <c:pt idx="21">
                  <c:v>29667.1773627</c:v>
                </c:pt>
                <c:pt idx="22">
                  <c:v>36717.6490762</c:v>
                </c:pt>
                <c:pt idx="23">
                  <c:v>29267.555162</c:v>
                </c:pt>
                <c:pt idx="24">
                  <c:v>40715.5968932</c:v>
                </c:pt>
                <c:pt idx="25">
                  <c:v>39539.9421417</c:v>
                </c:pt>
                <c:pt idx="26">
                  <c:v>50834.1837976</c:v>
                </c:pt>
                <c:pt idx="27">
                  <c:v>42546.9565227</c:v>
                </c:pt>
                <c:pt idx="28">
                  <c:v>48045.4990741</c:v>
                </c:pt>
                <c:pt idx="29">
                  <c:v>58704.8375556</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37.7877083333</c:v>
                </c:pt>
                <c:pt idx="1">
                  <c:v>619.802583333</c:v>
                </c:pt>
                <c:pt idx="2">
                  <c:v>3312.20958333</c:v>
                </c:pt>
                <c:pt idx="3">
                  <c:v>3313.50603704</c:v>
                </c:pt>
                <c:pt idx="4">
                  <c:v>4759.48871667</c:v>
                </c:pt>
                <c:pt idx="5">
                  <c:v>8964.62833333</c:v>
                </c:pt>
                <c:pt idx="6">
                  <c:v>14619.2820476</c:v>
                </c:pt>
                <c:pt idx="7">
                  <c:v>10459.7067778</c:v>
                </c:pt>
                <c:pt idx="8">
                  <c:v>12062.3647188</c:v>
                </c:pt>
                <c:pt idx="9">
                  <c:v>14491.7837963</c:v>
                </c:pt>
                <c:pt idx="10">
                  <c:v>17511.6936083</c:v>
                </c:pt>
                <c:pt idx="11">
                  <c:v>19947.740127</c:v>
                </c:pt>
                <c:pt idx="12">
                  <c:v>22830.4498864</c:v>
                </c:pt>
                <c:pt idx="13">
                  <c:v>19688.5497986</c:v>
                </c:pt>
                <c:pt idx="14">
                  <c:v>14603.68004</c:v>
                </c:pt>
                <c:pt idx="15">
                  <c:v>25586.1485</c:v>
                </c:pt>
                <c:pt idx="16">
                  <c:v>22166.1515</c:v>
                </c:pt>
                <c:pt idx="17">
                  <c:v>27920.7278214</c:v>
                </c:pt>
                <c:pt idx="18">
                  <c:v>17790.2725722</c:v>
                </c:pt>
                <c:pt idx="19">
                  <c:v>19876.5870156</c:v>
                </c:pt>
                <c:pt idx="20">
                  <c:v>38239.4750455</c:v>
                </c:pt>
                <c:pt idx="21">
                  <c:v>20280.293951</c:v>
                </c:pt>
                <c:pt idx="22">
                  <c:v>43676.3127476</c:v>
                </c:pt>
                <c:pt idx="23">
                  <c:v>27528.2505417</c:v>
                </c:pt>
                <c:pt idx="24">
                  <c:v>37125.4879615</c:v>
                </c:pt>
                <c:pt idx="25">
                  <c:v>43049.7977042</c:v>
                </c:pt>
                <c:pt idx="26">
                  <c:v>59212.5163492</c:v>
                </c:pt>
                <c:pt idx="27">
                  <c:v>52089.9619583</c:v>
                </c:pt>
                <c:pt idx="28">
                  <c:v>52526.5796</c:v>
                </c:pt>
                <c:pt idx="29">
                  <c:v>57093.9375764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Neighbour reply phase</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108.187375</c:v>
                </c:pt>
                <c:pt idx="1">
                  <c:v>1863.26322222</c:v>
                </c:pt>
                <c:pt idx="2">
                  <c:v>1251.560375</c:v>
                </c:pt>
                <c:pt idx="3">
                  <c:v>1301.5682963</c:v>
                </c:pt>
                <c:pt idx="4">
                  <c:v>3145.674</c:v>
                </c:pt>
                <c:pt idx="5">
                  <c:v>3168.80630556</c:v>
                </c:pt>
                <c:pt idx="6">
                  <c:v>7049.29609524</c:v>
                </c:pt>
                <c:pt idx="7">
                  <c:v>7679.38497778</c:v>
                </c:pt>
                <c:pt idx="8">
                  <c:v>5402.45436458</c:v>
                </c:pt>
                <c:pt idx="9">
                  <c:v>6356.37467593</c:v>
                </c:pt>
                <c:pt idx="10">
                  <c:v>14255.8872</c:v>
                </c:pt>
                <c:pt idx="11">
                  <c:v>13766.6262619</c:v>
                </c:pt>
                <c:pt idx="12">
                  <c:v>8387.43458333</c:v>
                </c:pt>
                <c:pt idx="13">
                  <c:v>12028.8784792</c:v>
                </c:pt>
                <c:pt idx="14">
                  <c:v>12484.8647733</c:v>
                </c:pt>
                <c:pt idx="15">
                  <c:v>11165.7740577</c:v>
                </c:pt>
                <c:pt idx="16">
                  <c:v>17575.586821</c:v>
                </c:pt>
                <c:pt idx="17">
                  <c:v>17013.040506</c:v>
                </c:pt>
                <c:pt idx="18">
                  <c:v>22564.4786333</c:v>
                </c:pt>
                <c:pt idx="19">
                  <c:v>17616.1884062</c:v>
                </c:pt>
                <c:pt idx="20">
                  <c:v>23962.3557677</c:v>
                </c:pt>
                <c:pt idx="21">
                  <c:v>23814.8312843</c:v>
                </c:pt>
                <c:pt idx="22">
                  <c:v>25545.6295429</c:v>
                </c:pt>
                <c:pt idx="23">
                  <c:v>29071.647375</c:v>
                </c:pt>
                <c:pt idx="24">
                  <c:v>29037.062453</c:v>
                </c:pt>
                <c:pt idx="25">
                  <c:v>38639.248025</c:v>
                </c:pt>
                <c:pt idx="26">
                  <c:v>46448.1225437</c:v>
                </c:pt>
                <c:pt idx="27">
                  <c:v>30765.1090492</c:v>
                </c:pt>
                <c:pt idx="28">
                  <c:v>47547.7055593</c:v>
                </c:pt>
                <c:pt idx="29">
                  <c:v>39108.8169444</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24.95</c:v>
                </c:pt>
                <c:pt idx="1">
                  <c:v>112.001305556</c:v>
                </c:pt>
                <c:pt idx="2">
                  <c:v>1454.85345833</c:v>
                </c:pt>
                <c:pt idx="3">
                  <c:v>2969.54164815</c:v>
                </c:pt>
                <c:pt idx="4">
                  <c:v>2249.3306</c:v>
                </c:pt>
                <c:pt idx="5">
                  <c:v>2418.98966667</c:v>
                </c:pt>
                <c:pt idx="6">
                  <c:v>8129.06597619</c:v>
                </c:pt>
                <c:pt idx="7">
                  <c:v>6097.40925556</c:v>
                </c:pt>
                <c:pt idx="8">
                  <c:v>4928.5940625</c:v>
                </c:pt>
                <c:pt idx="9">
                  <c:v>8741.15003704</c:v>
                </c:pt>
                <c:pt idx="10">
                  <c:v>5816.65808333</c:v>
                </c:pt>
                <c:pt idx="11">
                  <c:v>5968.9679127</c:v>
                </c:pt>
                <c:pt idx="12">
                  <c:v>6738.19829545</c:v>
                </c:pt>
                <c:pt idx="13">
                  <c:v>14624.0956181</c:v>
                </c:pt>
                <c:pt idx="14">
                  <c:v>14761.97416</c:v>
                </c:pt>
                <c:pt idx="15">
                  <c:v>8779.04641026</c:v>
                </c:pt>
                <c:pt idx="16">
                  <c:v>19436.8722531</c:v>
                </c:pt>
                <c:pt idx="17">
                  <c:v>17012.6722143</c:v>
                </c:pt>
                <c:pt idx="18">
                  <c:v>11993.2649722</c:v>
                </c:pt>
                <c:pt idx="19">
                  <c:v>14677.096599</c:v>
                </c:pt>
                <c:pt idx="20">
                  <c:v>11488.1141919</c:v>
                </c:pt>
                <c:pt idx="21">
                  <c:v>15174.6863922</c:v>
                </c:pt>
                <c:pt idx="22">
                  <c:v>19984.6599095</c:v>
                </c:pt>
                <c:pt idx="23">
                  <c:v>13822.1242315</c:v>
                </c:pt>
                <c:pt idx="24">
                  <c:v>18887.1718675</c:v>
                </c:pt>
                <c:pt idx="25">
                  <c:v>19998.3638708</c:v>
                </c:pt>
                <c:pt idx="26">
                  <c:v>29090.9515794</c:v>
                </c:pt>
                <c:pt idx="27">
                  <c:v>24129.5867083</c:v>
                </c:pt>
                <c:pt idx="28">
                  <c:v>33142.7064926</c:v>
                </c:pt>
                <c:pt idx="29">
                  <c:v>29262.4490208</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30.838625</c:v>
                </c:pt>
                <c:pt idx="1">
                  <c:v>216.374194444</c:v>
                </c:pt>
                <c:pt idx="2">
                  <c:v>2491.89314583</c:v>
                </c:pt>
                <c:pt idx="3">
                  <c:v>1878.63568519</c:v>
                </c:pt>
                <c:pt idx="4">
                  <c:v>2599.39826667</c:v>
                </c:pt>
                <c:pt idx="5">
                  <c:v>4147.49295833</c:v>
                </c:pt>
                <c:pt idx="6">
                  <c:v>7414.90136905</c:v>
                </c:pt>
                <c:pt idx="7">
                  <c:v>6280.09873333</c:v>
                </c:pt>
                <c:pt idx="8">
                  <c:v>7221.40689583</c:v>
                </c:pt>
                <c:pt idx="9">
                  <c:v>8867.83334259</c:v>
                </c:pt>
                <c:pt idx="10">
                  <c:v>9041.42039167</c:v>
                </c:pt>
                <c:pt idx="11">
                  <c:v>12565.5407063</c:v>
                </c:pt>
                <c:pt idx="12">
                  <c:v>12334.2717197</c:v>
                </c:pt>
                <c:pt idx="13">
                  <c:v>11692.7323125</c:v>
                </c:pt>
                <c:pt idx="14">
                  <c:v>9144.76396</c:v>
                </c:pt>
                <c:pt idx="15">
                  <c:v>12067.9285833</c:v>
                </c:pt>
                <c:pt idx="16">
                  <c:v>13259.1759815</c:v>
                </c:pt>
                <c:pt idx="17">
                  <c:v>15960.3117321</c:v>
                </c:pt>
                <c:pt idx="18">
                  <c:v>10283.2435056</c:v>
                </c:pt>
                <c:pt idx="19">
                  <c:v>10905.7110677</c:v>
                </c:pt>
                <c:pt idx="20">
                  <c:v>22502.1502576</c:v>
                </c:pt>
                <c:pt idx="21">
                  <c:v>11225.6745147</c:v>
                </c:pt>
                <c:pt idx="22">
                  <c:v>20955.3031381</c:v>
                </c:pt>
                <c:pt idx="23">
                  <c:v>14616.1581389</c:v>
                </c:pt>
                <c:pt idx="24">
                  <c:v>20055.9004615</c:v>
                </c:pt>
                <c:pt idx="25">
                  <c:v>19255.7265417</c:v>
                </c:pt>
                <c:pt idx="26">
                  <c:v>21711.0912302</c:v>
                </c:pt>
                <c:pt idx="27">
                  <c:v>28205.5056477</c:v>
                </c:pt>
                <c:pt idx="28">
                  <c:v>28319.5011111</c:v>
                </c:pt>
                <c:pt idx="29">
                  <c:v>29637.5715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Alert send completion</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6.77137499999</c:v>
                </c:pt>
                <c:pt idx="1">
                  <c:v>10.0029583333</c:v>
                </c:pt>
                <c:pt idx="2">
                  <c:v>12.3891875</c:v>
                </c:pt>
                <c:pt idx="3">
                  <c:v>8.85827777778</c:v>
                </c:pt>
                <c:pt idx="4">
                  <c:v>8.6232</c:v>
                </c:pt>
                <c:pt idx="5">
                  <c:v>9.0565</c:v>
                </c:pt>
                <c:pt idx="6">
                  <c:v>10.9277321429</c:v>
                </c:pt>
                <c:pt idx="7">
                  <c:v>10.8223833333</c:v>
                </c:pt>
                <c:pt idx="8">
                  <c:v>10.332875</c:v>
                </c:pt>
                <c:pt idx="9">
                  <c:v>10.5217916667</c:v>
                </c:pt>
                <c:pt idx="10">
                  <c:v>16.3318875</c:v>
                </c:pt>
                <c:pt idx="11">
                  <c:v>11.2261428572</c:v>
                </c:pt>
                <c:pt idx="12">
                  <c:v>9.38206818181</c:v>
                </c:pt>
                <c:pt idx="13">
                  <c:v>15.533875</c:v>
                </c:pt>
                <c:pt idx="14">
                  <c:v>13.24167</c:v>
                </c:pt>
                <c:pt idx="15">
                  <c:v>11.2488269231</c:v>
                </c:pt>
                <c:pt idx="16">
                  <c:v>20.0385740741</c:v>
                </c:pt>
                <c:pt idx="17">
                  <c:v>37.7806875</c:v>
                </c:pt>
                <c:pt idx="18">
                  <c:v>14.6962166667</c:v>
                </c:pt>
                <c:pt idx="19">
                  <c:v>15.4508203125</c:v>
                </c:pt>
                <c:pt idx="20">
                  <c:v>217.66580303</c:v>
                </c:pt>
                <c:pt idx="21">
                  <c:v>20.1501691177</c:v>
                </c:pt>
                <c:pt idx="22">
                  <c:v>19.2362428571</c:v>
                </c:pt>
                <c:pt idx="23">
                  <c:v>13.7274583333</c:v>
                </c:pt>
                <c:pt idx="24">
                  <c:v>20.3583717949</c:v>
                </c:pt>
                <c:pt idx="25">
                  <c:v>16.35429375</c:v>
                </c:pt>
                <c:pt idx="26">
                  <c:v>20.5765416666</c:v>
                </c:pt>
                <c:pt idx="27">
                  <c:v>17.4038409091</c:v>
                </c:pt>
                <c:pt idx="28">
                  <c:v>37.8830888889</c:v>
                </c:pt>
                <c:pt idx="29">
                  <c:v>23.2330260417</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5.3564375</c:v>
                </c:pt>
                <c:pt idx="1">
                  <c:v>10.7639166667</c:v>
                </c:pt>
                <c:pt idx="2">
                  <c:v>12.53684375</c:v>
                </c:pt>
                <c:pt idx="3">
                  <c:v>10.5388333333</c:v>
                </c:pt>
                <c:pt idx="4">
                  <c:v>11.8906</c:v>
                </c:pt>
                <c:pt idx="5">
                  <c:v>14.638375</c:v>
                </c:pt>
                <c:pt idx="6">
                  <c:v>27.2877142857</c:v>
                </c:pt>
                <c:pt idx="7">
                  <c:v>11.0843666667</c:v>
                </c:pt>
                <c:pt idx="8">
                  <c:v>22.79775</c:v>
                </c:pt>
                <c:pt idx="9">
                  <c:v>13.1992222222</c:v>
                </c:pt>
                <c:pt idx="10">
                  <c:v>10.12335</c:v>
                </c:pt>
                <c:pt idx="11">
                  <c:v>12.3369880952</c:v>
                </c:pt>
                <c:pt idx="12">
                  <c:v>13.6268863636</c:v>
                </c:pt>
                <c:pt idx="13">
                  <c:v>23.6990104167</c:v>
                </c:pt>
                <c:pt idx="14">
                  <c:v>19.43019</c:v>
                </c:pt>
                <c:pt idx="15">
                  <c:v>12.9718653846</c:v>
                </c:pt>
                <c:pt idx="16">
                  <c:v>15.4629351852</c:v>
                </c:pt>
                <c:pt idx="17">
                  <c:v>16.9400535714</c:v>
                </c:pt>
                <c:pt idx="18">
                  <c:v>15.508825</c:v>
                </c:pt>
                <c:pt idx="19">
                  <c:v>21.803359375</c:v>
                </c:pt>
                <c:pt idx="20">
                  <c:v>17.4776742424</c:v>
                </c:pt>
                <c:pt idx="21">
                  <c:v>22.6665661765</c:v>
                </c:pt>
                <c:pt idx="22">
                  <c:v>19.9864928571</c:v>
                </c:pt>
                <c:pt idx="23">
                  <c:v>13.0482638889</c:v>
                </c:pt>
                <c:pt idx="24">
                  <c:v>14.4915320513</c:v>
                </c:pt>
                <c:pt idx="25">
                  <c:v>18.26034375</c:v>
                </c:pt>
                <c:pt idx="26">
                  <c:v>17.0334226191</c:v>
                </c:pt>
                <c:pt idx="27">
                  <c:v>17.7591590909</c:v>
                </c:pt>
                <c:pt idx="28">
                  <c:v>30.0649111111</c:v>
                </c:pt>
                <c:pt idx="29">
                  <c:v>19.0590104167</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4.7589375</c:v>
                </c:pt>
                <c:pt idx="1">
                  <c:v>8.60675</c:v>
                </c:pt>
                <c:pt idx="2">
                  <c:v>10.4328125</c:v>
                </c:pt>
                <c:pt idx="3">
                  <c:v>9.81019444444</c:v>
                </c:pt>
                <c:pt idx="4">
                  <c:v>9.05155</c:v>
                </c:pt>
                <c:pt idx="5">
                  <c:v>10.8263333333</c:v>
                </c:pt>
                <c:pt idx="6">
                  <c:v>15.5590892857</c:v>
                </c:pt>
                <c:pt idx="7">
                  <c:v>12.7491166667</c:v>
                </c:pt>
                <c:pt idx="8">
                  <c:v>14.637109375</c:v>
                </c:pt>
                <c:pt idx="9">
                  <c:v>12.9478472222</c:v>
                </c:pt>
                <c:pt idx="10">
                  <c:v>13.6915</c:v>
                </c:pt>
                <c:pt idx="11">
                  <c:v>12.9221785714</c:v>
                </c:pt>
                <c:pt idx="12">
                  <c:v>16.0741363636</c:v>
                </c:pt>
                <c:pt idx="13">
                  <c:v>11.1039375</c:v>
                </c:pt>
                <c:pt idx="14">
                  <c:v>29.65111</c:v>
                </c:pt>
                <c:pt idx="15">
                  <c:v>16.8266346154</c:v>
                </c:pt>
                <c:pt idx="16">
                  <c:v>13.5978333333</c:v>
                </c:pt>
                <c:pt idx="17">
                  <c:v>23.0071696428</c:v>
                </c:pt>
                <c:pt idx="18">
                  <c:v>17.308675</c:v>
                </c:pt>
                <c:pt idx="19">
                  <c:v>13.258828125</c:v>
                </c:pt>
                <c:pt idx="20">
                  <c:v>40.817219697</c:v>
                </c:pt>
                <c:pt idx="21">
                  <c:v>13.4045220588</c:v>
                </c:pt>
                <c:pt idx="22">
                  <c:v>27.1826357143</c:v>
                </c:pt>
                <c:pt idx="23">
                  <c:v>17.3597708333</c:v>
                </c:pt>
                <c:pt idx="24">
                  <c:v>14.0231730769</c:v>
                </c:pt>
                <c:pt idx="25">
                  <c:v>20.65716875</c:v>
                </c:pt>
                <c:pt idx="26">
                  <c:v>23.050827381</c:v>
                </c:pt>
                <c:pt idx="27">
                  <c:v>20.2235965909</c:v>
                </c:pt>
                <c:pt idx="28">
                  <c:v>35.0524222222</c:v>
                </c:pt>
                <c:pt idx="29">
                  <c:v>16.1549791667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Redirect receive completion</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241.1254375</c:v>
                </c:pt>
                <c:pt idx="1">
                  <c:v>1606.7145</c:v>
                </c:pt>
                <c:pt idx="2">
                  <c:v>2950.6126875</c:v>
                </c:pt>
                <c:pt idx="3">
                  <c:v>1481.15694444</c:v>
                </c:pt>
                <c:pt idx="4">
                  <c:v>3824.0944</c:v>
                </c:pt>
                <c:pt idx="5">
                  <c:v>7311.68866667</c:v>
                </c:pt>
                <c:pt idx="6">
                  <c:v>11400.1016786</c:v>
                </c:pt>
                <c:pt idx="7">
                  <c:v>14913.0046167</c:v>
                </c:pt>
                <c:pt idx="8">
                  <c:v>14921.6836875</c:v>
                </c:pt>
                <c:pt idx="9">
                  <c:v>19472.2631806</c:v>
                </c:pt>
                <c:pt idx="10">
                  <c:v>28669.1234875</c:v>
                </c:pt>
                <c:pt idx="11">
                  <c:v>32819.5844405</c:v>
                </c:pt>
                <c:pt idx="12">
                  <c:v>21972.1104659</c:v>
                </c:pt>
                <c:pt idx="13">
                  <c:v>29513.3428854</c:v>
                </c:pt>
                <c:pt idx="14">
                  <c:v>27327.76055</c:v>
                </c:pt>
                <c:pt idx="15">
                  <c:v>44257.6426442</c:v>
                </c:pt>
                <c:pt idx="16">
                  <c:v>38923.1940741</c:v>
                </c:pt>
                <c:pt idx="17">
                  <c:v>63224.2608214</c:v>
                </c:pt>
                <c:pt idx="18">
                  <c:v>67619.345175</c:v>
                </c:pt>
                <c:pt idx="19">
                  <c:v>79997.9979766</c:v>
                </c:pt>
                <c:pt idx="20">
                  <c:v>91120.6310606</c:v>
                </c:pt>
                <c:pt idx="21">
                  <c:v>74749.180125</c:v>
                </c:pt>
                <c:pt idx="22">
                  <c:v>54044.8230714</c:v>
                </c:pt>
                <c:pt idx="23">
                  <c:v>72781.6237917</c:v>
                </c:pt>
                <c:pt idx="24">
                  <c:v>74079.9029167</c:v>
                </c:pt>
                <c:pt idx="25">
                  <c:v>110629.813981</c:v>
                </c:pt>
                <c:pt idx="26">
                  <c:v>123197.758643</c:v>
                </c:pt>
                <c:pt idx="27">
                  <c:v>110746.36083</c:v>
                </c:pt>
                <c:pt idx="28">
                  <c:v>160125.261544</c:v>
                </c:pt>
                <c:pt idx="29">
                  <c:v>135006.395536</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200.0699375</c:v>
                </c:pt>
                <c:pt idx="1">
                  <c:v>384.440833333</c:v>
                </c:pt>
                <c:pt idx="2">
                  <c:v>2717.17165625</c:v>
                </c:pt>
                <c:pt idx="3">
                  <c:v>6189.71652778</c:v>
                </c:pt>
                <c:pt idx="4">
                  <c:v>7791.658825</c:v>
                </c:pt>
                <c:pt idx="5">
                  <c:v>8748.44164583</c:v>
                </c:pt>
                <c:pt idx="6">
                  <c:v>17680.7985</c:v>
                </c:pt>
                <c:pt idx="7">
                  <c:v>17608.0676</c:v>
                </c:pt>
                <c:pt idx="8">
                  <c:v>11342.8242188</c:v>
                </c:pt>
                <c:pt idx="9">
                  <c:v>36724.9748333</c:v>
                </c:pt>
                <c:pt idx="10">
                  <c:v>19811.2597875</c:v>
                </c:pt>
                <c:pt idx="11">
                  <c:v>22688.4990714</c:v>
                </c:pt>
                <c:pt idx="12">
                  <c:v>25676.3956477</c:v>
                </c:pt>
                <c:pt idx="13">
                  <c:v>58626.6161667</c:v>
                </c:pt>
                <c:pt idx="14">
                  <c:v>50824.96788</c:v>
                </c:pt>
                <c:pt idx="15">
                  <c:v>35523.1884038</c:v>
                </c:pt>
                <c:pt idx="16">
                  <c:v>58614.7637222</c:v>
                </c:pt>
                <c:pt idx="17">
                  <c:v>83468.4286429</c:v>
                </c:pt>
                <c:pt idx="18">
                  <c:v>37343.081725</c:v>
                </c:pt>
                <c:pt idx="19">
                  <c:v>49295.4400625</c:v>
                </c:pt>
                <c:pt idx="20">
                  <c:v>38004.8217045</c:v>
                </c:pt>
                <c:pt idx="21">
                  <c:v>74345.6409559</c:v>
                </c:pt>
                <c:pt idx="22">
                  <c:v>82886.8402857</c:v>
                </c:pt>
                <c:pt idx="23">
                  <c:v>42549.3542014</c:v>
                </c:pt>
                <c:pt idx="24">
                  <c:v>38309.9015192</c:v>
                </c:pt>
                <c:pt idx="25">
                  <c:v>65222.2739</c:v>
                </c:pt>
                <c:pt idx="26">
                  <c:v>142626.948565</c:v>
                </c:pt>
                <c:pt idx="27">
                  <c:v>101943.02679</c:v>
                </c:pt>
                <c:pt idx="28">
                  <c:v>113020.261283</c:v>
                </c:pt>
                <c:pt idx="29">
                  <c:v>71060.1533958</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250.5044375</c:v>
                </c:pt>
                <c:pt idx="1">
                  <c:v>678.012541667</c:v>
                </c:pt>
                <c:pt idx="2">
                  <c:v>5874.18925</c:v>
                </c:pt>
                <c:pt idx="3">
                  <c:v>4336.80783333</c:v>
                </c:pt>
                <c:pt idx="4">
                  <c:v>6243.98325</c:v>
                </c:pt>
                <c:pt idx="5">
                  <c:v>9151.08508333</c:v>
                </c:pt>
                <c:pt idx="6">
                  <c:v>18828.2788036</c:v>
                </c:pt>
                <c:pt idx="7">
                  <c:v>15019.9225167</c:v>
                </c:pt>
                <c:pt idx="8">
                  <c:v>27552.950625</c:v>
                </c:pt>
                <c:pt idx="9">
                  <c:v>22619.6487639</c:v>
                </c:pt>
                <c:pt idx="10">
                  <c:v>41662.196775</c:v>
                </c:pt>
                <c:pt idx="11">
                  <c:v>39545.7982024</c:v>
                </c:pt>
                <c:pt idx="12">
                  <c:v>33520.0994091</c:v>
                </c:pt>
                <c:pt idx="13">
                  <c:v>32414.7255208</c:v>
                </c:pt>
                <c:pt idx="14">
                  <c:v>27866.13815</c:v>
                </c:pt>
                <c:pt idx="15">
                  <c:v>50343.9477788</c:v>
                </c:pt>
                <c:pt idx="16">
                  <c:v>38730.6005926</c:v>
                </c:pt>
                <c:pt idx="17">
                  <c:v>53357.1390536</c:v>
                </c:pt>
                <c:pt idx="18">
                  <c:v>32088.4069</c:v>
                </c:pt>
                <c:pt idx="19">
                  <c:v>43425.1392969</c:v>
                </c:pt>
                <c:pt idx="20">
                  <c:v>64865.6150606</c:v>
                </c:pt>
                <c:pt idx="21">
                  <c:v>40378.4735074</c:v>
                </c:pt>
                <c:pt idx="22">
                  <c:v>79374.9568571</c:v>
                </c:pt>
                <c:pt idx="23">
                  <c:v>53845.4085208</c:v>
                </c:pt>
                <c:pt idx="24">
                  <c:v>60012.6684744</c:v>
                </c:pt>
                <c:pt idx="25">
                  <c:v>59434.9118062</c:v>
                </c:pt>
                <c:pt idx="26">
                  <c:v>76301.167881</c:v>
                </c:pt>
                <c:pt idx="27">
                  <c:v>79396.5804318</c:v>
                </c:pt>
                <c:pt idx="28">
                  <c:v>89432.7123667</c:v>
                </c:pt>
                <c:pt idx="29">
                  <c:v>115402.858031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Neighbour query phase</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13.4401666667</c:v>
                </c:pt>
                <c:pt idx="1">
                  <c:v>33.6604444444</c:v>
                </c:pt>
                <c:pt idx="2">
                  <c:v>33.5163333333</c:v>
                </c:pt>
                <c:pt idx="3">
                  <c:v>50.5356</c:v>
                </c:pt>
                <c:pt idx="4">
                  <c:v>76.9089166667</c:v>
                </c:pt>
                <c:pt idx="5">
                  <c:v>52.1059761905</c:v>
                </c:pt>
                <c:pt idx="6">
                  <c:v>3410.93210417</c:v>
                </c:pt>
                <c:pt idx="7">
                  <c:v>5450.31672222</c:v>
                </c:pt>
                <c:pt idx="8">
                  <c:v>7813.45378333</c:v>
                </c:pt>
                <c:pt idx="9">
                  <c:v>9948.97751515</c:v>
                </c:pt>
                <c:pt idx="10">
                  <c:v>18251.0119167</c:v>
                </c:pt>
                <c:pt idx="11">
                  <c:v>34493.7263333</c:v>
                </c:pt>
                <c:pt idx="12">
                  <c:v>17029.1795357</c:v>
                </c:pt>
                <c:pt idx="13">
                  <c:v>37378.4455</c:v>
                </c:pt>
                <c:pt idx="14">
                  <c:v>25751.1005521</c:v>
                </c:pt>
                <c:pt idx="15">
                  <c:v>40275.3161471</c:v>
                </c:pt>
                <c:pt idx="16">
                  <c:v>31997.5084352</c:v>
                </c:pt>
                <c:pt idx="17">
                  <c:v>55471.8292719</c:v>
                </c:pt>
                <c:pt idx="18">
                  <c:v>72021.8471667</c:v>
                </c:pt>
                <c:pt idx="19">
                  <c:v>45763.5057143</c:v>
                </c:pt>
                <c:pt idx="20">
                  <c:v>72382.0679242</c:v>
                </c:pt>
                <c:pt idx="21">
                  <c:v>79398.3933333</c:v>
                </c:pt>
                <c:pt idx="22">
                  <c:v>66492.6842569</c:v>
                </c:pt>
                <c:pt idx="23">
                  <c:v>74457.8267733</c:v>
                </c:pt>
                <c:pt idx="24">
                  <c:v>85251.8637179</c:v>
                </c:pt>
                <c:pt idx="25">
                  <c:v>120701.117593</c:v>
                </c:pt>
                <c:pt idx="26">
                  <c:v>98100.4468095</c:v>
                </c:pt>
                <c:pt idx="27">
                  <c:v>147155.510103</c:v>
                </c:pt>
                <c:pt idx="28">
                  <c:v>131161.111267</c:v>
                </c:pt>
                <c:pt idx="29">
                  <c:v>154967.413629</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17.0021666667</c:v>
                </c:pt>
                <c:pt idx="1">
                  <c:v>20.8336111111</c:v>
                </c:pt>
                <c:pt idx="2">
                  <c:v>41.5925</c:v>
                </c:pt>
                <c:pt idx="3">
                  <c:v>31.4890666667</c:v>
                </c:pt>
                <c:pt idx="4">
                  <c:v>335.111972222</c:v>
                </c:pt>
                <c:pt idx="5">
                  <c:v>631.968333333</c:v>
                </c:pt>
                <c:pt idx="6">
                  <c:v>1958.5588125</c:v>
                </c:pt>
                <c:pt idx="7">
                  <c:v>3418.80262963</c:v>
                </c:pt>
                <c:pt idx="8">
                  <c:v>4163.35341667</c:v>
                </c:pt>
                <c:pt idx="9">
                  <c:v>5316.51787879</c:v>
                </c:pt>
                <c:pt idx="10">
                  <c:v>8116.64590278</c:v>
                </c:pt>
                <c:pt idx="11">
                  <c:v>7961.2685641</c:v>
                </c:pt>
                <c:pt idx="12">
                  <c:v>7865.90505952</c:v>
                </c:pt>
                <c:pt idx="13">
                  <c:v>10960.4805889</c:v>
                </c:pt>
                <c:pt idx="14">
                  <c:v>13136.0188021</c:v>
                </c:pt>
                <c:pt idx="15">
                  <c:v>8615.65257843</c:v>
                </c:pt>
                <c:pt idx="16">
                  <c:v>10867.7660741</c:v>
                </c:pt>
                <c:pt idx="17">
                  <c:v>17866.9537281</c:v>
                </c:pt>
                <c:pt idx="18">
                  <c:v>18005.367375</c:v>
                </c:pt>
                <c:pt idx="19">
                  <c:v>17488.005754</c:v>
                </c:pt>
                <c:pt idx="20">
                  <c:v>18079.9282121</c:v>
                </c:pt>
                <c:pt idx="21">
                  <c:v>21626.6658913</c:v>
                </c:pt>
                <c:pt idx="22">
                  <c:v>20639.2578889</c:v>
                </c:pt>
                <c:pt idx="23">
                  <c:v>16530.0249333</c:v>
                </c:pt>
                <c:pt idx="24">
                  <c:v>18618.4914872</c:v>
                </c:pt>
                <c:pt idx="25">
                  <c:v>27171.2053025</c:v>
                </c:pt>
                <c:pt idx="26">
                  <c:v>24550.2644226</c:v>
                </c:pt>
                <c:pt idx="27">
                  <c:v>24728.6347356</c:v>
                </c:pt>
                <c:pt idx="28">
                  <c:v>30300.47915</c:v>
                </c:pt>
                <c:pt idx="29">
                  <c:v>22732.7738333</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10.43225</c:v>
                </c:pt>
                <c:pt idx="1">
                  <c:v>15.6711666667</c:v>
                </c:pt>
                <c:pt idx="2">
                  <c:v>27.7237083333</c:v>
                </c:pt>
                <c:pt idx="3">
                  <c:v>81.1534333333</c:v>
                </c:pt>
                <c:pt idx="4">
                  <c:v>32.8118888889</c:v>
                </c:pt>
                <c:pt idx="5">
                  <c:v>88.6221190476</c:v>
                </c:pt>
                <c:pt idx="6">
                  <c:v>5422.59089583</c:v>
                </c:pt>
                <c:pt idx="7">
                  <c:v>3366.72790741</c:v>
                </c:pt>
                <c:pt idx="8">
                  <c:v>4778.26553333</c:v>
                </c:pt>
                <c:pt idx="9">
                  <c:v>7226.84031818</c:v>
                </c:pt>
                <c:pt idx="10">
                  <c:v>8607.62708333</c:v>
                </c:pt>
                <c:pt idx="11">
                  <c:v>7438.53439744</c:v>
                </c:pt>
                <c:pt idx="12">
                  <c:v>11626.2089405</c:v>
                </c:pt>
                <c:pt idx="13">
                  <c:v>13066.558</c:v>
                </c:pt>
                <c:pt idx="14">
                  <c:v>14057.3565</c:v>
                </c:pt>
                <c:pt idx="15">
                  <c:v>14344.1177941</c:v>
                </c:pt>
                <c:pt idx="16">
                  <c:v>12793.5372778</c:v>
                </c:pt>
                <c:pt idx="17">
                  <c:v>13336.4016316</c:v>
                </c:pt>
                <c:pt idx="18">
                  <c:v>26522.8799833</c:v>
                </c:pt>
                <c:pt idx="19">
                  <c:v>15745.6810714</c:v>
                </c:pt>
                <c:pt idx="20">
                  <c:v>14809.1927803</c:v>
                </c:pt>
                <c:pt idx="21">
                  <c:v>18125.8961667</c:v>
                </c:pt>
                <c:pt idx="22">
                  <c:v>21580.6086528</c:v>
                </c:pt>
                <c:pt idx="23">
                  <c:v>15952.56058</c:v>
                </c:pt>
                <c:pt idx="24">
                  <c:v>16891.6032308</c:v>
                </c:pt>
                <c:pt idx="25">
                  <c:v>24263.4241173</c:v>
                </c:pt>
                <c:pt idx="26">
                  <c:v>24664.0230833</c:v>
                </c:pt>
                <c:pt idx="27">
                  <c:v>36198.036408</c:v>
                </c:pt>
                <c:pt idx="28">
                  <c:v>28466.8113611</c:v>
                </c:pt>
                <c:pt idx="29">
                  <c:v>41318.6215161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Neighbour reply phase</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10.6418333333</c:v>
                </c:pt>
                <c:pt idx="1">
                  <c:v>24.6583888889</c:v>
                </c:pt>
                <c:pt idx="2">
                  <c:v>25.63325</c:v>
                </c:pt>
                <c:pt idx="3">
                  <c:v>25.6643</c:v>
                </c:pt>
                <c:pt idx="4">
                  <c:v>82.6479166667</c:v>
                </c:pt>
                <c:pt idx="5">
                  <c:v>31.2711904762</c:v>
                </c:pt>
                <c:pt idx="6">
                  <c:v>578.315375</c:v>
                </c:pt>
                <c:pt idx="7">
                  <c:v>1383.53866667</c:v>
                </c:pt>
                <c:pt idx="8">
                  <c:v>1084.36201667</c:v>
                </c:pt>
                <c:pt idx="9">
                  <c:v>1173.81239394</c:v>
                </c:pt>
                <c:pt idx="10">
                  <c:v>1306.03069444</c:v>
                </c:pt>
                <c:pt idx="11">
                  <c:v>4424.20215385</c:v>
                </c:pt>
                <c:pt idx="12">
                  <c:v>4930.8827381</c:v>
                </c:pt>
                <c:pt idx="13">
                  <c:v>4598.58394444</c:v>
                </c:pt>
                <c:pt idx="14">
                  <c:v>4533.35738542</c:v>
                </c:pt>
                <c:pt idx="15">
                  <c:v>4303.41538235</c:v>
                </c:pt>
                <c:pt idx="16">
                  <c:v>3839.9935463</c:v>
                </c:pt>
                <c:pt idx="17">
                  <c:v>5365.93488596</c:v>
                </c:pt>
                <c:pt idx="18">
                  <c:v>10006.9079667</c:v>
                </c:pt>
                <c:pt idx="19">
                  <c:v>6418.12543651</c:v>
                </c:pt>
                <c:pt idx="20">
                  <c:v>9402.97381061</c:v>
                </c:pt>
                <c:pt idx="21">
                  <c:v>8958.02481884</c:v>
                </c:pt>
                <c:pt idx="22">
                  <c:v>6717.60082639</c:v>
                </c:pt>
                <c:pt idx="23">
                  <c:v>8309.42084667</c:v>
                </c:pt>
                <c:pt idx="24">
                  <c:v>6225.55769231</c:v>
                </c:pt>
                <c:pt idx="25">
                  <c:v>11791.8121543</c:v>
                </c:pt>
                <c:pt idx="26">
                  <c:v>7668.24254167</c:v>
                </c:pt>
                <c:pt idx="27">
                  <c:v>13063.3497759</c:v>
                </c:pt>
                <c:pt idx="28">
                  <c:v>11724.7053722</c:v>
                </c:pt>
                <c:pt idx="29">
                  <c:v>16607.911086</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12.7220833333</c:v>
                </c:pt>
                <c:pt idx="1">
                  <c:v>19.2158333333</c:v>
                </c:pt>
                <c:pt idx="2">
                  <c:v>22.4087916667</c:v>
                </c:pt>
                <c:pt idx="3">
                  <c:v>27.9893666667</c:v>
                </c:pt>
                <c:pt idx="4">
                  <c:v>268.150388889</c:v>
                </c:pt>
                <c:pt idx="5">
                  <c:v>265.533642857</c:v>
                </c:pt>
                <c:pt idx="6">
                  <c:v>669.083979167</c:v>
                </c:pt>
                <c:pt idx="7">
                  <c:v>1847.14448148</c:v>
                </c:pt>
                <c:pt idx="8">
                  <c:v>2792.84888333</c:v>
                </c:pt>
                <c:pt idx="9">
                  <c:v>3665.44410606</c:v>
                </c:pt>
                <c:pt idx="10">
                  <c:v>3868.60502778</c:v>
                </c:pt>
                <c:pt idx="11">
                  <c:v>3821.68826923</c:v>
                </c:pt>
                <c:pt idx="12">
                  <c:v>4032.05267857</c:v>
                </c:pt>
                <c:pt idx="13">
                  <c:v>6419.2215</c:v>
                </c:pt>
                <c:pt idx="14">
                  <c:v>6714.2443125</c:v>
                </c:pt>
                <c:pt idx="15">
                  <c:v>5284.37207843</c:v>
                </c:pt>
                <c:pt idx="16">
                  <c:v>6756.07801852</c:v>
                </c:pt>
                <c:pt idx="17">
                  <c:v>10047.5866491</c:v>
                </c:pt>
                <c:pt idx="18">
                  <c:v>11791.2794333</c:v>
                </c:pt>
                <c:pt idx="19">
                  <c:v>8012.69489683</c:v>
                </c:pt>
                <c:pt idx="20">
                  <c:v>10134.7659924</c:v>
                </c:pt>
                <c:pt idx="21">
                  <c:v>12787.3618116</c:v>
                </c:pt>
                <c:pt idx="22">
                  <c:v>12380.9650833</c:v>
                </c:pt>
                <c:pt idx="23">
                  <c:v>11119.8350533</c:v>
                </c:pt>
                <c:pt idx="24">
                  <c:v>10719.1103462</c:v>
                </c:pt>
                <c:pt idx="25">
                  <c:v>15859.3941667</c:v>
                </c:pt>
                <c:pt idx="26">
                  <c:v>15030.992381</c:v>
                </c:pt>
                <c:pt idx="27">
                  <c:v>14730.2496322</c:v>
                </c:pt>
                <c:pt idx="28">
                  <c:v>18723.1745278</c:v>
                </c:pt>
                <c:pt idx="29">
                  <c:v>12759.907957</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6.5235</c:v>
                </c:pt>
                <c:pt idx="1">
                  <c:v>12.4311666667</c:v>
                </c:pt>
                <c:pt idx="2">
                  <c:v>20.0567083333</c:v>
                </c:pt>
                <c:pt idx="3">
                  <c:v>23.2849333333</c:v>
                </c:pt>
                <c:pt idx="4">
                  <c:v>19.8793611111</c:v>
                </c:pt>
                <c:pt idx="5">
                  <c:v>67.413952381</c:v>
                </c:pt>
                <c:pt idx="6">
                  <c:v>2357.067875</c:v>
                </c:pt>
                <c:pt idx="7">
                  <c:v>2151.82148148</c:v>
                </c:pt>
                <c:pt idx="8">
                  <c:v>1776.55416667</c:v>
                </c:pt>
                <c:pt idx="9">
                  <c:v>3013.13143939</c:v>
                </c:pt>
                <c:pt idx="10">
                  <c:v>3463.12594444</c:v>
                </c:pt>
                <c:pt idx="11">
                  <c:v>4249.93994872</c:v>
                </c:pt>
                <c:pt idx="12">
                  <c:v>5789.30932143</c:v>
                </c:pt>
                <c:pt idx="13">
                  <c:v>5937.40028889</c:v>
                </c:pt>
                <c:pt idx="14">
                  <c:v>7533.99004167</c:v>
                </c:pt>
                <c:pt idx="15">
                  <c:v>7603.44988235</c:v>
                </c:pt>
                <c:pt idx="16">
                  <c:v>6501.49462037</c:v>
                </c:pt>
                <c:pt idx="17">
                  <c:v>6828.58265789</c:v>
                </c:pt>
                <c:pt idx="18">
                  <c:v>14925.3540333</c:v>
                </c:pt>
                <c:pt idx="19">
                  <c:v>8378.87034127</c:v>
                </c:pt>
                <c:pt idx="20">
                  <c:v>9927.07631061</c:v>
                </c:pt>
                <c:pt idx="21">
                  <c:v>10245.8844493</c:v>
                </c:pt>
                <c:pt idx="22">
                  <c:v>12653.7419653</c:v>
                </c:pt>
                <c:pt idx="23">
                  <c:v>9651.20353333</c:v>
                </c:pt>
                <c:pt idx="24">
                  <c:v>11582.5941474</c:v>
                </c:pt>
                <c:pt idx="25">
                  <c:v>13513.3521728</c:v>
                </c:pt>
                <c:pt idx="26">
                  <c:v>16225.4659286</c:v>
                </c:pt>
                <c:pt idx="27">
                  <c:v>21247.1767069</c:v>
                </c:pt>
                <c:pt idx="28">
                  <c:v>18665.77175</c:v>
                </c:pt>
                <c:pt idx="29">
                  <c:v>21068.9283441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Alert send completion</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5.991375</c:v>
                </c:pt>
                <c:pt idx="1">
                  <c:v>6.99516666667</c:v>
                </c:pt>
                <c:pt idx="2">
                  <c:v>5.3891875</c:v>
                </c:pt>
                <c:pt idx="3">
                  <c:v>5.161</c:v>
                </c:pt>
                <c:pt idx="4">
                  <c:v>6.25633333333</c:v>
                </c:pt>
                <c:pt idx="5">
                  <c:v>8.03610714286</c:v>
                </c:pt>
                <c:pt idx="6">
                  <c:v>9.5213125</c:v>
                </c:pt>
                <c:pt idx="7">
                  <c:v>8.09191666667</c:v>
                </c:pt>
                <c:pt idx="8">
                  <c:v>9.155025</c:v>
                </c:pt>
                <c:pt idx="9">
                  <c:v>9.43693181818</c:v>
                </c:pt>
                <c:pt idx="10">
                  <c:v>14.7768125</c:v>
                </c:pt>
                <c:pt idx="11">
                  <c:v>12.7860576923</c:v>
                </c:pt>
                <c:pt idx="12">
                  <c:v>9.94603571429</c:v>
                </c:pt>
                <c:pt idx="13">
                  <c:v>17.30595</c:v>
                </c:pt>
                <c:pt idx="14">
                  <c:v>11.82240625</c:v>
                </c:pt>
                <c:pt idx="15">
                  <c:v>12.1043235294</c:v>
                </c:pt>
                <c:pt idx="16">
                  <c:v>11.6303333333</c:v>
                </c:pt>
                <c:pt idx="17">
                  <c:v>17.0787894737</c:v>
                </c:pt>
                <c:pt idx="18">
                  <c:v>18.1749875</c:v>
                </c:pt>
                <c:pt idx="19">
                  <c:v>12.7014166667</c:v>
                </c:pt>
                <c:pt idx="20">
                  <c:v>16.6863295455</c:v>
                </c:pt>
                <c:pt idx="21">
                  <c:v>22.1488260869</c:v>
                </c:pt>
                <c:pt idx="22">
                  <c:v>23.7714895833</c:v>
                </c:pt>
                <c:pt idx="23">
                  <c:v>21.45511</c:v>
                </c:pt>
                <c:pt idx="24">
                  <c:v>19.6118461538</c:v>
                </c:pt>
                <c:pt idx="25">
                  <c:v>44.4332037037</c:v>
                </c:pt>
                <c:pt idx="26">
                  <c:v>26.8401875</c:v>
                </c:pt>
                <c:pt idx="27">
                  <c:v>27.7182586207</c:v>
                </c:pt>
                <c:pt idx="28">
                  <c:v>16.13745</c:v>
                </c:pt>
                <c:pt idx="29">
                  <c:v>27.483016129</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5.940125</c:v>
                </c:pt>
                <c:pt idx="1">
                  <c:v>5.75525</c:v>
                </c:pt>
                <c:pt idx="2">
                  <c:v>6.3165</c:v>
                </c:pt>
                <c:pt idx="3">
                  <c:v>5.21645</c:v>
                </c:pt>
                <c:pt idx="4">
                  <c:v>7.2715</c:v>
                </c:pt>
                <c:pt idx="5">
                  <c:v>9.65860714286</c:v>
                </c:pt>
                <c:pt idx="6">
                  <c:v>9.07753125</c:v>
                </c:pt>
                <c:pt idx="7">
                  <c:v>10.4529166667</c:v>
                </c:pt>
                <c:pt idx="8">
                  <c:v>15.8983</c:v>
                </c:pt>
                <c:pt idx="9">
                  <c:v>9.31445454545</c:v>
                </c:pt>
                <c:pt idx="10">
                  <c:v>10.4631666667</c:v>
                </c:pt>
                <c:pt idx="11">
                  <c:v>14.4944423077</c:v>
                </c:pt>
                <c:pt idx="12">
                  <c:v>11.9660357143</c:v>
                </c:pt>
                <c:pt idx="13">
                  <c:v>14.5145666667</c:v>
                </c:pt>
                <c:pt idx="14">
                  <c:v>21.994421875</c:v>
                </c:pt>
                <c:pt idx="15">
                  <c:v>11.3470147059</c:v>
                </c:pt>
                <c:pt idx="16">
                  <c:v>107.338375</c:v>
                </c:pt>
                <c:pt idx="17">
                  <c:v>38.7061842105</c:v>
                </c:pt>
                <c:pt idx="18">
                  <c:v>15.5124</c:v>
                </c:pt>
                <c:pt idx="19">
                  <c:v>16.7185952381</c:v>
                </c:pt>
                <c:pt idx="20">
                  <c:v>16.7834886364</c:v>
                </c:pt>
                <c:pt idx="21">
                  <c:v>30.0669565217</c:v>
                </c:pt>
                <c:pt idx="22">
                  <c:v>18.5303229167</c:v>
                </c:pt>
                <c:pt idx="23">
                  <c:v>19.31031</c:v>
                </c:pt>
                <c:pt idx="24">
                  <c:v>13.2051442308</c:v>
                </c:pt>
                <c:pt idx="25">
                  <c:v>35.6836018518</c:v>
                </c:pt>
                <c:pt idx="26">
                  <c:v>85.7638482143</c:v>
                </c:pt>
                <c:pt idx="27">
                  <c:v>28.4231637931</c:v>
                </c:pt>
                <c:pt idx="28">
                  <c:v>18.9341333333</c:v>
                </c:pt>
                <c:pt idx="29">
                  <c:v>26.2222741935</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5.432375</c:v>
                </c:pt>
                <c:pt idx="1">
                  <c:v>4.12775000001</c:v>
                </c:pt>
                <c:pt idx="2">
                  <c:v>6.2180625</c:v>
                </c:pt>
                <c:pt idx="3">
                  <c:v>5.59955</c:v>
                </c:pt>
                <c:pt idx="4">
                  <c:v>5.26833333333</c:v>
                </c:pt>
                <c:pt idx="5">
                  <c:v>10.8968928571</c:v>
                </c:pt>
                <c:pt idx="6">
                  <c:v>11.4409375</c:v>
                </c:pt>
                <c:pt idx="7">
                  <c:v>9.07930555556</c:v>
                </c:pt>
                <c:pt idx="8">
                  <c:v>8.8878</c:v>
                </c:pt>
                <c:pt idx="9">
                  <c:v>10.3732727273</c:v>
                </c:pt>
                <c:pt idx="10">
                  <c:v>10.5876875</c:v>
                </c:pt>
                <c:pt idx="11">
                  <c:v>10.9928653846</c:v>
                </c:pt>
                <c:pt idx="12">
                  <c:v>14.4471785714</c:v>
                </c:pt>
                <c:pt idx="13">
                  <c:v>11.3109666667</c:v>
                </c:pt>
                <c:pt idx="14">
                  <c:v>11.597953125</c:v>
                </c:pt>
                <c:pt idx="15">
                  <c:v>14.6792794118</c:v>
                </c:pt>
                <c:pt idx="16">
                  <c:v>14.4836527778</c:v>
                </c:pt>
                <c:pt idx="17">
                  <c:v>11.6958157895</c:v>
                </c:pt>
                <c:pt idx="18">
                  <c:v>19.6988</c:v>
                </c:pt>
                <c:pt idx="19">
                  <c:v>13.7508214286</c:v>
                </c:pt>
                <c:pt idx="20">
                  <c:v>13.2190113637</c:v>
                </c:pt>
                <c:pt idx="21">
                  <c:v>16.5898260869</c:v>
                </c:pt>
                <c:pt idx="22">
                  <c:v>13.3713333333</c:v>
                </c:pt>
                <c:pt idx="23">
                  <c:v>15.77255</c:v>
                </c:pt>
                <c:pt idx="24">
                  <c:v>15.5986538461</c:v>
                </c:pt>
                <c:pt idx="25">
                  <c:v>21.0840555556</c:v>
                </c:pt>
                <c:pt idx="26">
                  <c:v>26.2061160714</c:v>
                </c:pt>
                <c:pt idx="27">
                  <c:v>37.6134913793</c:v>
                </c:pt>
                <c:pt idx="28">
                  <c:v>24.6332833333</c:v>
                </c:pt>
                <c:pt idx="29">
                  <c:v>613.477524194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Redirect receive completion</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21.852875</c:v>
                </c:pt>
                <c:pt idx="1">
                  <c:v>42.7244166667</c:v>
                </c:pt>
                <c:pt idx="2">
                  <c:v>270.050125</c:v>
                </c:pt>
                <c:pt idx="3">
                  <c:v>204.90675</c:v>
                </c:pt>
                <c:pt idx="4">
                  <c:v>541.508791667</c:v>
                </c:pt>
                <c:pt idx="5">
                  <c:v>823.886928571</c:v>
                </c:pt>
                <c:pt idx="6">
                  <c:v>3426.98690625</c:v>
                </c:pt>
                <c:pt idx="7">
                  <c:v>2858.39483333</c:v>
                </c:pt>
                <c:pt idx="8">
                  <c:v>8164.462925</c:v>
                </c:pt>
                <c:pt idx="9">
                  <c:v>3349.65409091</c:v>
                </c:pt>
                <c:pt idx="10">
                  <c:v>5435.56947917</c:v>
                </c:pt>
                <c:pt idx="11">
                  <c:v>33064.5372308</c:v>
                </c:pt>
                <c:pt idx="12">
                  <c:v>12306.5039464</c:v>
                </c:pt>
                <c:pt idx="13">
                  <c:v>26671.9654333</c:v>
                </c:pt>
                <c:pt idx="14">
                  <c:v>24959.549875</c:v>
                </c:pt>
                <c:pt idx="15">
                  <c:v>31897.2255882</c:v>
                </c:pt>
                <c:pt idx="16">
                  <c:v>24699.3845833</c:v>
                </c:pt>
                <c:pt idx="17">
                  <c:v>58009.0741053</c:v>
                </c:pt>
                <c:pt idx="18">
                  <c:v>70386.678775</c:v>
                </c:pt>
                <c:pt idx="19">
                  <c:v>32546.3171548</c:v>
                </c:pt>
                <c:pt idx="20">
                  <c:v>61998.1036364</c:v>
                </c:pt>
                <c:pt idx="21">
                  <c:v>85624.1524348</c:v>
                </c:pt>
                <c:pt idx="22">
                  <c:v>87947.8869687</c:v>
                </c:pt>
                <c:pt idx="23">
                  <c:v>60944.69052</c:v>
                </c:pt>
                <c:pt idx="24">
                  <c:v>81034.4975288</c:v>
                </c:pt>
                <c:pt idx="25">
                  <c:v>132622.538528</c:v>
                </c:pt>
                <c:pt idx="26">
                  <c:v>93105.9741071</c:v>
                </c:pt>
                <c:pt idx="27">
                  <c:v>92908.0289655</c:v>
                </c:pt>
                <c:pt idx="28">
                  <c:v>116131.857942</c:v>
                </c:pt>
                <c:pt idx="29">
                  <c:v>188238.619032</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26.10825</c:v>
                </c:pt>
                <c:pt idx="1">
                  <c:v>25.16125</c:v>
                </c:pt>
                <c:pt idx="2">
                  <c:v>1018.796375</c:v>
                </c:pt>
                <c:pt idx="3">
                  <c:v>284.687</c:v>
                </c:pt>
                <c:pt idx="4">
                  <c:v>385.417791667</c:v>
                </c:pt>
                <c:pt idx="5">
                  <c:v>1665.89360714</c:v>
                </c:pt>
                <c:pt idx="6">
                  <c:v>6508.214125</c:v>
                </c:pt>
                <c:pt idx="7">
                  <c:v>11588.6141944</c:v>
                </c:pt>
                <c:pt idx="8">
                  <c:v>15365.60255</c:v>
                </c:pt>
                <c:pt idx="9">
                  <c:v>6514.46731818</c:v>
                </c:pt>
                <c:pt idx="10">
                  <c:v>16034.0691875</c:v>
                </c:pt>
                <c:pt idx="11">
                  <c:v>20797.9084423</c:v>
                </c:pt>
                <c:pt idx="12">
                  <c:v>18003.2720893</c:v>
                </c:pt>
                <c:pt idx="13">
                  <c:v>34172.8169333</c:v>
                </c:pt>
                <c:pt idx="14">
                  <c:v>31475.0041406</c:v>
                </c:pt>
                <c:pt idx="15">
                  <c:v>24888.1653235</c:v>
                </c:pt>
                <c:pt idx="16">
                  <c:v>32415.2235</c:v>
                </c:pt>
                <c:pt idx="17">
                  <c:v>34676.6996974</c:v>
                </c:pt>
                <c:pt idx="18">
                  <c:v>88774.2539875</c:v>
                </c:pt>
                <c:pt idx="19">
                  <c:v>60190.7622262</c:v>
                </c:pt>
                <c:pt idx="20">
                  <c:v>51885.7877159</c:v>
                </c:pt>
                <c:pt idx="21">
                  <c:v>57116.8761522</c:v>
                </c:pt>
                <c:pt idx="22">
                  <c:v>47463.1219687</c:v>
                </c:pt>
                <c:pt idx="23">
                  <c:v>62892.32186</c:v>
                </c:pt>
                <c:pt idx="24">
                  <c:v>49715.1703846</c:v>
                </c:pt>
                <c:pt idx="25">
                  <c:v>83845.5164722</c:v>
                </c:pt>
                <c:pt idx="26">
                  <c:v>67040.6991786</c:v>
                </c:pt>
                <c:pt idx="27">
                  <c:v>84214.9564914</c:v>
                </c:pt>
                <c:pt idx="28">
                  <c:v>136389.0687</c:v>
                </c:pt>
                <c:pt idx="29">
                  <c:v>73708.1865806</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26.428125</c:v>
                </c:pt>
                <c:pt idx="1">
                  <c:v>21.8653333333</c:v>
                </c:pt>
                <c:pt idx="2">
                  <c:v>278.571125</c:v>
                </c:pt>
                <c:pt idx="3">
                  <c:v>361.7001</c:v>
                </c:pt>
                <c:pt idx="4">
                  <c:v>255.484083333</c:v>
                </c:pt>
                <c:pt idx="5">
                  <c:v>687.059464286</c:v>
                </c:pt>
                <c:pt idx="6">
                  <c:v>11256.8787188</c:v>
                </c:pt>
                <c:pt idx="7">
                  <c:v>6596.06880556</c:v>
                </c:pt>
                <c:pt idx="8">
                  <c:v>9502.946875</c:v>
                </c:pt>
                <c:pt idx="9">
                  <c:v>15314.2799545</c:v>
                </c:pt>
                <c:pt idx="10">
                  <c:v>20139.4043542</c:v>
                </c:pt>
                <c:pt idx="11">
                  <c:v>18364.8159231</c:v>
                </c:pt>
                <c:pt idx="12">
                  <c:v>12812.5721071</c:v>
                </c:pt>
                <c:pt idx="13">
                  <c:v>25977.1774333</c:v>
                </c:pt>
                <c:pt idx="14">
                  <c:v>28532.441</c:v>
                </c:pt>
                <c:pt idx="15">
                  <c:v>30279.0992794</c:v>
                </c:pt>
                <c:pt idx="16">
                  <c:v>36432.2622361</c:v>
                </c:pt>
                <c:pt idx="17">
                  <c:v>22511.6511053</c:v>
                </c:pt>
                <c:pt idx="18">
                  <c:v>95458.6280125</c:v>
                </c:pt>
                <c:pt idx="19">
                  <c:v>45130.8757143</c:v>
                </c:pt>
                <c:pt idx="20">
                  <c:v>33757.3753409</c:v>
                </c:pt>
                <c:pt idx="21">
                  <c:v>61802.0914022</c:v>
                </c:pt>
                <c:pt idx="22">
                  <c:v>57326.1675729</c:v>
                </c:pt>
                <c:pt idx="23">
                  <c:v>34809.31308</c:v>
                </c:pt>
                <c:pt idx="24">
                  <c:v>42208.2265192</c:v>
                </c:pt>
                <c:pt idx="25">
                  <c:v>54787.5734259</c:v>
                </c:pt>
                <c:pt idx="26">
                  <c:v>90396.1724464</c:v>
                </c:pt>
                <c:pt idx="27">
                  <c:v>84606.5398879</c:v>
                </c:pt>
                <c:pt idx="28">
                  <c:v>101553.589608</c:v>
                </c:pt>
                <c:pt idx="29">
                  <c:v>115694.903847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Control broadcast</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123.3725</c:v>
                </c:pt>
                <c:pt idx="1">
                  <c:v>439.156928571</c:v>
                </c:pt>
                <c:pt idx="2">
                  <c:v>1746.53908929</c:v>
                </c:pt>
                <c:pt idx="3">
                  <c:v>1183.09163492</c:v>
                </c:pt>
                <c:pt idx="4">
                  <c:v>567.070057143</c:v>
                </c:pt>
                <c:pt idx="5">
                  <c:v>3514.53044048</c:v>
                </c:pt>
                <c:pt idx="6">
                  <c:v>4421.31695918</c:v>
                </c:pt>
                <c:pt idx="7">
                  <c:v>1557.0733619</c:v>
                </c:pt>
                <c:pt idx="8">
                  <c:v>4958.54001786</c:v>
                </c:pt>
                <c:pt idx="9">
                  <c:v>4817.51692857</c:v>
                </c:pt>
                <c:pt idx="10">
                  <c:v>12922.4488071</c:v>
                </c:pt>
                <c:pt idx="11">
                  <c:v>10939.6096735</c:v>
                </c:pt>
                <c:pt idx="12">
                  <c:v>6834.53835714</c:v>
                </c:pt>
                <c:pt idx="13">
                  <c:v>9246.30963095</c:v>
                </c:pt>
                <c:pt idx="14">
                  <c:v>7834.61834857</c:v>
                </c:pt>
                <c:pt idx="15">
                  <c:v>13497.0425604</c:v>
                </c:pt>
                <c:pt idx="16">
                  <c:v>14460.1890159</c:v>
                </c:pt>
                <c:pt idx="17">
                  <c:v>20188.3783673</c:v>
                </c:pt>
                <c:pt idx="18">
                  <c:v>22454.5035048</c:v>
                </c:pt>
                <c:pt idx="19">
                  <c:v>16795.7233437</c:v>
                </c:pt>
                <c:pt idx="20">
                  <c:v>29356.342316</c:v>
                </c:pt>
                <c:pt idx="21">
                  <c:v>29350.6707563</c:v>
                </c:pt>
                <c:pt idx="22">
                  <c:v>32392.0102776</c:v>
                </c:pt>
                <c:pt idx="23">
                  <c:v>39566.960369</c:v>
                </c:pt>
                <c:pt idx="24">
                  <c:v>37191.3612527</c:v>
                </c:pt>
                <c:pt idx="25">
                  <c:v>43771.2055393</c:v>
                </c:pt>
                <c:pt idx="26">
                  <c:v>63658.7263946</c:v>
                </c:pt>
                <c:pt idx="27">
                  <c:v>39277.5677338</c:v>
                </c:pt>
                <c:pt idx="28">
                  <c:v>40280.3220921</c:v>
                </c:pt>
                <c:pt idx="29">
                  <c:v>48485.2014435</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34.3699285714</c:v>
                </c:pt>
                <c:pt idx="1">
                  <c:v>95.6456666667</c:v>
                </c:pt>
                <c:pt idx="2">
                  <c:v>80.6672857143</c:v>
                </c:pt>
                <c:pt idx="3">
                  <c:v>1576.81687302</c:v>
                </c:pt>
                <c:pt idx="4">
                  <c:v>1022.32185714</c:v>
                </c:pt>
                <c:pt idx="5">
                  <c:v>3272.882</c:v>
                </c:pt>
                <c:pt idx="6">
                  <c:v>8608.924</c:v>
                </c:pt>
                <c:pt idx="7">
                  <c:v>3401.71993333</c:v>
                </c:pt>
                <c:pt idx="8">
                  <c:v>5568.65953571</c:v>
                </c:pt>
                <c:pt idx="9">
                  <c:v>6054.98188095</c:v>
                </c:pt>
                <c:pt idx="10">
                  <c:v>6575.6059</c:v>
                </c:pt>
                <c:pt idx="11">
                  <c:v>6470.97519728</c:v>
                </c:pt>
                <c:pt idx="12">
                  <c:v>7929.54231818</c:v>
                </c:pt>
                <c:pt idx="13">
                  <c:v>15323.7695357</c:v>
                </c:pt>
                <c:pt idx="14">
                  <c:v>28562.6661657</c:v>
                </c:pt>
                <c:pt idx="15">
                  <c:v>14231.1537473</c:v>
                </c:pt>
                <c:pt idx="16">
                  <c:v>16988.7532751</c:v>
                </c:pt>
                <c:pt idx="17">
                  <c:v>21829.2848214</c:v>
                </c:pt>
                <c:pt idx="18">
                  <c:v>12501.3849333</c:v>
                </c:pt>
                <c:pt idx="19">
                  <c:v>29436.1337232</c:v>
                </c:pt>
                <c:pt idx="20">
                  <c:v>24600.6817879</c:v>
                </c:pt>
                <c:pt idx="21">
                  <c:v>45650.4375084</c:v>
                </c:pt>
                <c:pt idx="22">
                  <c:v>39722.0121184</c:v>
                </c:pt>
                <c:pt idx="23">
                  <c:v>35378.5108254</c:v>
                </c:pt>
                <c:pt idx="24">
                  <c:v>28486.0844872</c:v>
                </c:pt>
                <c:pt idx="25">
                  <c:v>30120.1185179</c:v>
                </c:pt>
                <c:pt idx="26">
                  <c:v>60193.9677177</c:v>
                </c:pt>
                <c:pt idx="27">
                  <c:v>48044.0485422</c:v>
                </c:pt>
                <c:pt idx="28">
                  <c:v>64253.3449968</c:v>
                </c:pt>
                <c:pt idx="29">
                  <c:v>45466.6279494</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26.8004642857</c:v>
                </c:pt>
                <c:pt idx="1">
                  <c:v>292.701619048</c:v>
                </c:pt>
                <c:pt idx="2">
                  <c:v>1361.429625</c:v>
                </c:pt>
                <c:pt idx="3">
                  <c:v>557.773507937</c:v>
                </c:pt>
                <c:pt idx="4">
                  <c:v>1176.09797143</c:v>
                </c:pt>
                <c:pt idx="5">
                  <c:v>3174.24286905</c:v>
                </c:pt>
                <c:pt idx="6">
                  <c:v>5600.40210204</c:v>
                </c:pt>
                <c:pt idx="7">
                  <c:v>2336.84574286</c:v>
                </c:pt>
                <c:pt idx="8">
                  <c:v>5672.11330357</c:v>
                </c:pt>
                <c:pt idx="9">
                  <c:v>6581.64859524</c:v>
                </c:pt>
                <c:pt idx="10">
                  <c:v>8836.01563571</c:v>
                </c:pt>
                <c:pt idx="11">
                  <c:v>9318.70588435</c:v>
                </c:pt>
                <c:pt idx="12">
                  <c:v>15396.6943961</c:v>
                </c:pt>
                <c:pt idx="13">
                  <c:v>11240.1361964</c:v>
                </c:pt>
                <c:pt idx="14">
                  <c:v>17213.9483543</c:v>
                </c:pt>
                <c:pt idx="15">
                  <c:v>17557.327478</c:v>
                </c:pt>
                <c:pt idx="16">
                  <c:v>8051.82681481</c:v>
                </c:pt>
                <c:pt idx="17">
                  <c:v>27951.6235459</c:v>
                </c:pt>
                <c:pt idx="18">
                  <c:v>7919.51845238</c:v>
                </c:pt>
                <c:pt idx="19">
                  <c:v>20089.1136295</c:v>
                </c:pt>
                <c:pt idx="20">
                  <c:v>39730.1478788</c:v>
                </c:pt>
                <c:pt idx="21">
                  <c:v>29484.0667311</c:v>
                </c:pt>
                <c:pt idx="22">
                  <c:v>40616.1715959</c:v>
                </c:pt>
                <c:pt idx="23">
                  <c:v>33516.1800397</c:v>
                </c:pt>
                <c:pt idx="24">
                  <c:v>34150.6219231</c:v>
                </c:pt>
                <c:pt idx="25">
                  <c:v>45360.6479857</c:v>
                </c:pt>
                <c:pt idx="26">
                  <c:v>59589.2119116</c:v>
                </c:pt>
                <c:pt idx="27">
                  <c:v>55452.6268766</c:v>
                </c:pt>
                <c:pt idx="28">
                  <c:v>48136.4158286</c:v>
                </c:pt>
                <c:pt idx="29">
                  <c:v>45586.9218542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Alert-flag gather</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13.4825833333</c:v>
                </c:pt>
                <c:pt idx="1">
                  <c:v>419.006111111</c:v>
                </c:pt>
                <c:pt idx="2">
                  <c:v>720.169958333</c:v>
                </c:pt>
                <c:pt idx="3">
                  <c:v>187.808333333</c:v>
                </c:pt>
                <c:pt idx="4">
                  <c:v>987.031583333</c:v>
                </c:pt>
                <c:pt idx="5">
                  <c:v>1188.41075</c:v>
                </c:pt>
                <c:pt idx="6">
                  <c:v>4073.30267857</c:v>
                </c:pt>
                <c:pt idx="7">
                  <c:v>3604.82302222</c:v>
                </c:pt>
                <c:pt idx="8">
                  <c:v>2312.76282292</c:v>
                </c:pt>
                <c:pt idx="9">
                  <c:v>2784.08997222</c:v>
                </c:pt>
                <c:pt idx="10">
                  <c:v>5864.852225</c:v>
                </c:pt>
                <c:pt idx="11">
                  <c:v>6162.67001587</c:v>
                </c:pt>
                <c:pt idx="12">
                  <c:v>3925.15011364</c:v>
                </c:pt>
                <c:pt idx="13">
                  <c:v>7219.84479861</c:v>
                </c:pt>
                <c:pt idx="14">
                  <c:v>5153.90234</c:v>
                </c:pt>
                <c:pt idx="15">
                  <c:v>6809.41401923</c:v>
                </c:pt>
                <c:pt idx="16">
                  <c:v>7611.89511728</c:v>
                </c:pt>
                <c:pt idx="17">
                  <c:v>10333.2312917</c:v>
                </c:pt>
                <c:pt idx="18">
                  <c:v>13002.7807889</c:v>
                </c:pt>
                <c:pt idx="19">
                  <c:v>13112.8657812</c:v>
                </c:pt>
                <c:pt idx="20">
                  <c:v>11755.6166818</c:v>
                </c:pt>
                <c:pt idx="21">
                  <c:v>14031.5825735</c:v>
                </c:pt>
                <c:pt idx="22">
                  <c:v>10219.5956905</c:v>
                </c:pt>
                <c:pt idx="23">
                  <c:v>12077.8108565</c:v>
                </c:pt>
                <c:pt idx="24">
                  <c:v>13880.9569444</c:v>
                </c:pt>
                <c:pt idx="25">
                  <c:v>16246.0083542</c:v>
                </c:pt>
                <c:pt idx="26">
                  <c:v>21873.1017024</c:v>
                </c:pt>
                <c:pt idx="27">
                  <c:v>16732.9979924</c:v>
                </c:pt>
                <c:pt idx="28">
                  <c:v>29224.1714407</c:v>
                </c:pt>
                <c:pt idx="29">
                  <c:v>21501.3595313</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12.37275</c:v>
                </c:pt>
                <c:pt idx="1">
                  <c:v>23.6181666667</c:v>
                </c:pt>
                <c:pt idx="2">
                  <c:v>480.479604167</c:v>
                </c:pt>
                <c:pt idx="3">
                  <c:v>1325.42812963</c:v>
                </c:pt>
                <c:pt idx="4">
                  <c:v>1305.23181667</c:v>
                </c:pt>
                <c:pt idx="5">
                  <c:v>1243.90816667</c:v>
                </c:pt>
                <c:pt idx="6">
                  <c:v>2667.72058333</c:v>
                </c:pt>
                <c:pt idx="7">
                  <c:v>4087.08108889</c:v>
                </c:pt>
                <c:pt idx="8">
                  <c:v>2357.94153125</c:v>
                </c:pt>
                <c:pt idx="9">
                  <c:v>6208.391</c:v>
                </c:pt>
                <c:pt idx="10">
                  <c:v>3104.24178333</c:v>
                </c:pt>
                <c:pt idx="11">
                  <c:v>4125.12365079</c:v>
                </c:pt>
                <c:pt idx="12">
                  <c:v>4439.37321212</c:v>
                </c:pt>
                <c:pt idx="13">
                  <c:v>7463.52336806</c:v>
                </c:pt>
                <c:pt idx="14">
                  <c:v>9415.97313333</c:v>
                </c:pt>
                <c:pt idx="15">
                  <c:v>5113.06438462</c:v>
                </c:pt>
                <c:pt idx="16">
                  <c:v>10430.9339753</c:v>
                </c:pt>
                <c:pt idx="17">
                  <c:v>13561.7697024</c:v>
                </c:pt>
                <c:pt idx="18">
                  <c:v>7452.93681667</c:v>
                </c:pt>
                <c:pt idx="19">
                  <c:v>10896.7636875</c:v>
                </c:pt>
                <c:pt idx="20">
                  <c:v>8503.68062121</c:v>
                </c:pt>
                <c:pt idx="21">
                  <c:v>10159.9690735</c:v>
                </c:pt>
                <c:pt idx="22">
                  <c:v>14354.5367429</c:v>
                </c:pt>
                <c:pt idx="23">
                  <c:v>7797.03949537</c:v>
                </c:pt>
                <c:pt idx="24">
                  <c:v>13282.9188632</c:v>
                </c:pt>
                <c:pt idx="25">
                  <c:v>13165.6597042</c:v>
                </c:pt>
                <c:pt idx="26">
                  <c:v>19904.4809206</c:v>
                </c:pt>
                <c:pt idx="27">
                  <c:v>17321.6289129</c:v>
                </c:pt>
                <c:pt idx="28">
                  <c:v>22545.5042296</c:v>
                </c:pt>
                <c:pt idx="29">
                  <c:v>18741.5802431</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10.426875</c:v>
                </c:pt>
                <c:pt idx="1">
                  <c:v>89.2660277778</c:v>
                </c:pt>
                <c:pt idx="2">
                  <c:v>1199.17314583</c:v>
                </c:pt>
                <c:pt idx="3">
                  <c:v>678.0605</c:v>
                </c:pt>
                <c:pt idx="4">
                  <c:v>1686.87036667</c:v>
                </c:pt>
                <c:pt idx="5">
                  <c:v>1707.62972222</c:v>
                </c:pt>
                <c:pt idx="6">
                  <c:v>4220.14252381</c:v>
                </c:pt>
                <c:pt idx="7">
                  <c:v>3033.25993333</c:v>
                </c:pt>
                <c:pt idx="8">
                  <c:v>4289.54145833</c:v>
                </c:pt>
                <c:pt idx="9">
                  <c:v>3206.48519444</c:v>
                </c:pt>
                <c:pt idx="10">
                  <c:v>5782.83890833</c:v>
                </c:pt>
                <c:pt idx="11">
                  <c:v>6977.7164127</c:v>
                </c:pt>
                <c:pt idx="12">
                  <c:v>6792.22399242</c:v>
                </c:pt>
                <c:pt idx="13">
                  <c:v>6049.68147222</c:v>
                </c:pt>
                <c:pt idx="14">
                  <c:v>5971.4014</c:v>
                </c:pt>
                <c:pt idx="15">
                  <c:v>8491.63612821</c:v>
                </c:pt>
                <c:pt idx="16">
                  <c:v>7660.66825309</c:v>
                </c:pt>
                <c:pt idx="17">
                  <c:v>10789.7125833</c:v>
                </c:pt>
                <c:pt idx="18">
                  <c:v>8452.87575556</c:v>
                </c:pt>
                <c:pt idx="19">
                  <c:v>7326.27464583</c:v>
                </c:pt>
                <c:pt idx="20">
                  <c:v>14469.0433232</c:v>
                </c:pt>
                <c:pt idx="21">
                  <c:v>8499.71455392</c:v>
                </c:pt>
                <c:pt idx="22">
                  <c:v>13833.7730524</c:v>
                </c:pt>
                <c:pt idx="23">
                  <c:v>9282.40662963</c:v>
                </c:pt>
                <c:pt idx="24">
                  <c:v>12460.6701966</c:v>
                </c:pt>
                <c:pt idx="25">
                  <c:v>12026.2602875</c:v>
                </c:pt>
                <c:pt idx="26">
                  <c:v>14698.8401349</c:v>
                </c:pt>
                <c:pt idx="27">
                  <c:v>14568.7683902</c:v>
                </c:pt>
                <c:pt idx="28">
                  <c:v>17448.565863</c:v>
                </c:pt>
                <c:pt idx="29">
                  <c:v>18722.019066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Shutdown ACK</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27.05875</c:v>
                </c:pt>
                <c:pt idx="1">
                  <c:v>53.6823333333</c:v>
                </c:pt>
                <c:pt idx="2">
                  <c:v>40.202</c:v>
                </c:pt>
                <c:pt idx="3">
                  <c:v>40.1281111111</c:v>
                </c:pt>
                <c:pt idx="4">
                  <c:v>25.0847</c:v>
                </c:pt>
                <c:pt idx="5">
                  <c:v>23.5984166667</c:v>
                </c:pt>
                <c:pt idx="6">
                  <c:v>51.1082142857</c:v>
                </c:pt>
                <c:pt idx="7">
                  <c:v>53.1936666667</c:v>
                </c:pt>
                <c:pt idx="8">
                  <c:v>40.6888125</c:v>
                </c:pt>
                <c:pt idx="9">
                  <c:v>42.867</c:v>
                </c:pt>
                <c:pt idx="10">
                  <c:v>66.14475</c:v>
                </c:pt>
                <c:pt idx="11">
                  <c:v>37.0203809524</c:v>
                </c:pt>
                <c:pt idx="12">
                  <c:v>45.0401818182</c:v>
                </c:pt>
                <c:pt idx="13">
                  <c:v>38.690875</c:v>
                </c:pt>
                <c:pt idx="14">
                  <c:v>35.82984</c:v>
                </c:pt>
                <c:pt idx="15">
                  <c:v>57.4100769231</c:v>
                </c:pt>
                <c:pt idx="16">
                  <c:v>42.1139259259</c:v>
                </c:pt>
                <c:pt idx="17">
                  <c:v>48.4147142857</c:v>
                </c:pt>
                <c:pt idx="18">
                  <c:v>62.8951333333</c:v>
                </c:pt>
                <c:pt idx="19">
                  <c:v>48.886</c:v>
                </c:pt>
                <c:pt idx="20">
                  <c:v>417.700666667</c:v>
                </c:pt>
                <c:pt idx="21">
                  <c:v>66.8076176471</c:v>
                </c:pt>
                <c:pt idx="22">
                  <c:v>57.3258285715</c:v>
                </c:pt>
                <c:pt idx="23">
                  <c:v>43.0398611111</c:v>
                </c:pt>
                <c:pt idx="24">
                  <c:v>33.9641282052</c:v>
                </c:pt>
                <c:pt idx="25">
                  <c:v>185.363625</c:v>
                </c:pt>
                <c:pt idx="26">
                  <c:v>75.6225714286</c:v>
                </c:pt>
                <c:pt idx="27">
                  <c:v>237.170272727</c:v>
                </c:pt>
                <c:pt idx="28">
                  <c:v>127.737222222</c:v>
                </c:pt>
                <c:pt idx="29">
                  <c:v>59.4520833333</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18.762</c:v>
                </c:pt>
                <c:pt idx="1">
                  <c:v>21.3383333333</c:v>
                </c:pt>
                <c:pt idx="2">
                  <c:v>37.140625</c:v>
                </c:pt>
                <c:pt idx="3">
                  <c:v>40.0926666667</c:v>
                </c:pt>
                <c:pt idx="4">
                  <c:v>46.3203</c:v>
                </c:pt>
                <c:pt idx="5">
                  <c:v>28.61425</c:v>
                </c:pt>
                <c:pt idx="6">
                  <c:v>57.5509285715</c:v>
                </c:pt>
                <c:pt idx="7">
                  <c:v>52.0703333333</c:v>
                </c:pt>
                <c:pt idx="8">
                  <c:v>37.315125</c:v>
                </c:pt>
                <c:pt idx="9">
                  <c:v>47.9523333333</c:v>
                </c:pt>
                <c:pt idx="10">
                  <c:v>29.3624</c:v>
                </c:pt>
                <c:pt idx="11">
                  <c:v>56.5022380952</c:v>
                </c:pt>
                <c:pt idx="12">
                  <c:v>35.4681818182</c:v>
                </c:pt>
                <c:pt idx="13">
                  <c:v>193.614416667</c:v>
                </c:pt>
                <c:pt idx="14">
                  <c:v>54.16136</c:v>
                </c:pt>
                <c:pt idx="15">
                  <c:v>69.4788846153</c:v>
                </c:pt>
                <c:pt idx="16">
                  <c:v>114.868518518</c:v>
                </c:pt>
                <c:pt idx="17">
                  <c:v>134.828214286</c:v>
                </c:pt>
                <c:pt idx="18">
                  <c:v>85.7626666667</c:v>
                </c:pt>
                <c:pt idx="19">
                  <c:v>61.0879375</c:v>
                </c:pt>
                <c:pt idx="20">
                  <c:v>55.2633030303</c:v>
                </c:pt>
                <c:pt idx="21">
                  <c:v>95.7477352941</c:v>
                </c:pt>
                <c:pt idx="22">
                  <c:v>120.589171429</c:v>
                </c:pt>
                <c:pt idx="23">
                  <c:v>404.1905</c:v>
                </c:pt>
                <c:pt idx="24">
                  <c:v>85.2751282052</c:v>
                </c:pt>
                <c:pt idx="25">
                  <c:v>47.4040750001</c:v>
                </c:pt>
                <c:pt idx="26">
                  <c:v>44.7149285714</c:v>
                </c:pt>
                <c:pt idx="27">
                  <c:v>66.5683636364</c:v>
                </c:pt>
                <c:pt idx="28">
                  <c:v>78.2264222222</c:v>
                </c:pt>
                <c:pt idx="29">
                  <c:v>65.4877291667</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19.531</c:v>
                </c:pt>
                <c:pt idx="1">
                  <c:v>54.277</c:v>
                </c:pt>
                <c:pt idx="2">
                  <c:v>32.605875</c:v>
                </c:pt>
                <c:pt idx="3">
                  <c:v>445.430666667</c:v>
                </c:pt>
                <c:pt idx="4">
                  <c:v>43.4078</c:v>
                </c:pt>
                <c:pt idx="5">
                  <c:v>38.7508333333</c:v>
                </c:pt>
                <c:pt idx="6">
                  <c:v>42.7481428571</c:v>
                </c:pt>
                <c:pt idx="7">
                  <c:v>37.1893333333</c:v>
                </c:pt>
                <c:pt idx="8">
                  <c:v>79.1475625</c:v>
                </c:pt>
                <c:pt idx="9">
                  <c:v>30.2612777778</c:v>
                </c:pt>
                <c:pt idx="10">
                  <c:v>50.08295</c:v>
                </c:pt>
                <c:pt idx="11">
                  <c:v>60.7873333333</c:v>
                </c:pt>
                <c:pt idx="12">
                  <c:v>50.4422727273</c:v>
                </c:pt>
                <c:pt idx="13">
                  <c:v>614.419</c:v>
                </c:pt>
                <c:pt idx="14">
                  <c:v>114.9826</c:v>
                </c:pt>
                <c:pt idx="15">
                  <c:v>47.2610769231</c:v>
                </c:pt>
                <c:pt idx="16">
                  <c:v>52.4804074074</c:v>
                </c:pt>
                <c:pt idx="17">
                  <c:v>361.015035714</c:v>
                </c:pt>
                <c:pt idx="18">
                  <c:v>33.8660333333</c:v>
                </c:pt>
                <c:pt idx="19">
                  <c:v>27.59240625</c:v>
                </c:pt>
                <c:pt idx="20">
                  <c:v>66.2304545455</c:v>
                </c:pt>
                <c:pt idx="21">
                  <c:v>41.4940294118</c:v>
                </c:pt>
                <c:pt idx="22">
                  <c:v>112.976514286</c:v>
                </c:pt>
                <c:pt idx="23">
                  <c:v>39.4000555556</c:v>
                </c:pt>
                <c:pt idx="24">
                  <c:v>55.5496923077</c:v>
                </c:pt>
                <c:pt idx="25">
                  <c:v>161.16225</c:v>
                </c:pt>
                <c:pt idx="26">
                  <c:v>53.3875476191</c:v>
                </c:pt>
                <c:pt idx="27">
                  <c:v>62.3152727272</c:v>
                </c:pt>
                <c:pt idx="28">
                  <c:v>49.211</c:v>
                </c:pt>
                <c:pt idx="29">
                  <c:v>430.687916667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Control broadcast</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31.0450714286</c:v>
                </c:pt>
                <c:pt idx="1">
                  <c:v>35.5843809524</c:v>
                </c:pt>
                <c:pt idx="2">
                  <c:v>31.1763214286</c:v>
                </c:pt>
                <c:pt idx="3">
                  <c:v>33.1855142857</c:v>
                </c:pt>
                <c:pt idx="4">
                  <c:v>47.147452381</c:v>
                </c:pt>
                <c:pt idx="5">
                  <c:v>156.216102041</c:v>
                </c:pt>
                <c:pt idx="6">
                  <c:v>135.474375</c:v>
                </c:pt>
                <c:pt idx="7">
                  <c:v>1738.71139683</c:v>
                </c:pt>
                <c:pt idx="8">
                  <c:v>1646.22864286</c:v>
                </c:pt>
                <c:pt idx="9">
                  <c:v>2035.33187013</c:v>
                </c:pt>
                <c:pt idx="10">
                  <c:v>2252.8985119</c:v>
                </c:pt>
                <c:pt idx="11">
                  <c:v>7943.19859341</c:v>
                </c:pt>
                <c:pt idx="12">
                  <c:v>5820.84907143</c:v>
                </c:pt>
                <c:pt idx="13">
                  <c:v>9080.81414286</c:v>
                </c:pt>
                <c:pt idx="14">
                  <c:v>5371.19860714</c:v>
                </c:pt>
                <c:pt idx="15">
                  <c:v>6456.07237815</c:v>
                </c:pt>
                <c:pt idx="16">
                  <c:v>5661.77120635</c:v>
                </c:pt>
                <c:pt idx="17">
                  <c:v>16331.1743383</c:v>
                </c:pt>
                <c:pt idx="18">
                  <c:v>14199.1754286</c:v>
                </c:pt>
                <c:pt idx="19">
                  <c:v>12796.6617619</c:v>
                </c:pt>
                <c:pt idx="20">
                  <c:v>13957.6741364</c:v>
                </c:pt>
                <c:pt idx="21">
                  <c:v>16167.1361056</c:v>
                </c:pt>
                <c:pt idx="22">
                  <c:v>15026.443244</c:v>
                </c:pt>
                <c:pt idx="23">
                  <c:v>13867.9442571</c:v>
                </c:pt>
                <c:pt idx="24">
                  <c:v>10568.6856868</c:v>
                </c:pt>
                <c:pt idx="25">
                  <c:v>18664.3524444</c:v>
                </c:pt>
                <c:pt idx="26">
                  <c:v>13564.6698163</c:v>
                </c:pt>
                <c:pt idx="27">
                  <c:v>20582.5136059</c:v>
                </c:pt>
                <c:pt idx="28">
                  <c:v>23770.9596238</c:v>
                </c:pt>
                <c:pt idx="29">
                  <c:v>28378.5342811</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31.6887142857</c:v>
                </c:pt>
                <c:pt idx="1">
                  <c:v>23.044047619</c:v>
                </c:pt>
                <c:pt idx="2">
                  <c:v>42.002</c:v>
                </c:pt>
                <c:pt idx="3">
                  <c:v>43.3397428571</c:v>
                </c:pt>
                <c:pt idx="4">
                  <c:v>196.783690476</c:v>
                </c:pt>
                <c:pt idx="5">
                  <c:v>675.860591837</c:v>
                </c:pt>
                <c:pt idx="6">
                  <c:v>270.203839286</c:v>
                </c:pt>
                <c:pt idx="7">
                  <c:v>630.906079365</c:v>
                </c:pt>
                <c:pt idx="8">
                  <c:v>509.320442857</c:v>
                </c:pt>
                <c:pt idx="9">
                  <c:v>1706.45083117</c:v>
                </c:pt>
                <c:pt idx="10">
                  <c:v>2341.41554762</c:v>
                </c:pt>
                <c:pt idx="11">
                  <c:v>6625.94826374</c:v>
                </c:pt>
                <c:pt idx="12">
                  <c:v>5672.52573469</c:v>
                </c:pt>
                <c:pt idx="13">
                  <c:v>2926.65273333</c:v>
                </c:pt>
                <c:pt idx="14">
                  <c:v>7250.8315625</c:v>
                </c:pt>
                <c:pt idx="15">
                  <c:v>6956.42606723</c:v>
                </c:pt>
                <c:pt idx="16">
                  <c:v>9838.92227778</c:v>
                </c:pt>
                <c:pt idx="17">
                  <c:v>7824.31666165</c:v>
                </c:pt>
                <c:pt idx="18">
                  <c:v>15357.0124571</c:v>
                </c:pt>
                <c:pt idx="19">
                  <c:v>11585.2323129</c:v>
                </c:pt>
                <c:pt idx="20">
                  <c:v>8463.22997403</c:v>
                </c:pt>
                <c:pt idx="21">
                  <c:v>14344.5275031</c:v>
                </c:pt>
                <c:pt idx="22">
                  <c:v>10527.7759583</c:v>
                </c:pt>
                <c:pt idx="23">
                  <c:v>20948.7716857</c:v>
                </c:pt>
                <c:pt idx="24">
                  <c:v>19248.625956</c:v>
                </c:pt>
                <c:pt idx="25">
                  <c:v>8876.12466667</c:v>
                </c:pt>
                <c:pt idx="26">
                  <c:v>25236.3814439</c:v>
                </c:pt>
                <c:pt idx="27">
                  <c:v>15472.9979606</c:v>
                </c:pt>
                <c:pt idx="28">
                  <c:v>25757.4924667</c:v>
                </c:pt>
                <c:pt idx="29">
                  <c:v>23482.2134608</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21.3305</c:v>
                </c:pt>
                <c:pt idx="1">
                  <c:v>19.44</c:v>
                </c:pt>
                <c:pt idx="2">
                  <c:v>38.4509642857</c:v>
                </c:pt>
                <c:pt idx="3">
                  <c:v>45.642</c:v>
                </c:pt>
                <c:pt idx="4">
                  <c:v>38.7029285714</c:v>
                </c:pt>
                <c:pt idx="5">
                  <c:v>57.9922040816</c:v>
                </c:pt>
                <c:pt idx="6">
                  <c:v>2780.77932143</c:v>
                </c:pt>
                <c:pt idx="7">
                  <c:v>2227.95580952</c:v>
                </c:pt>
                <c:pt idx="8">
                  <c:v>1409.89141429</c:v>
                </c:pt>
                <c:pt idx="9">
                  <c:v>3156.47311688</c:v>
                </c:pt>
                <c:pt idx="10">
                  <c:v>3754.20390476</c:v>
                </c:pt>
                <c:pt idx="11">
                  <c:v>4141.38951648</c:v>
                </c:pt>
                <c:pt idx="12">
                  <c:v>2733.91034694</c:v>
                </c:pt>
                <c:pt idx="13">
                  <c:v>9291.23893333</c:v>
                </c:pt>
                <c:pt idx="14">
                  <c:v>5034.71500893</c:v>
                </c:pt>
                <c:pt idx="15">
                  <c:v>4932.00078151</c:v>
                </c:pt>
                <c:pt idx="16">
                  <c:v>6867.0773254</c:v>
                </c:pt>
                <c:pt idx="17">
                  <c:v>6814.3354812</c:v>
                </c:pt>
                <c:pt idx="18">
                  <c:v>23838.6041071</c:v>
                </c:pt>
                <c:pt idx="19">
                  <c:v>24015.0403878</c:v>
                </c:pt>
                <c:pt idx="20">
                  <c:v>12685.7242532</c:v>
                </c:pt>
                <c:pt idx="21">
                  <c:v>13582.9932174</c:v>
                </c:pt>
                <c:pt idx="22">
                  <c:v>9336.20520833</c:v>
                </c:pt>
                <c:pt idx="23">
                  <c:v>11000.9002857</c:v>
                </c:pt>
                <c:pt idx="24">
                  <c:v>18842.9806813</c:v>
                </c:pt>
                <c:pt idx="25">
                  <c:v>15953.774418</c:v>
                </c:pt>
                <c:pt idx="26">
                  <c:v>27836.4452296</c:v>
                </c:pt>
                <c:pt idx="27">
                  <c:v>45461.4392365</c:v>
                </c:pt>
                <c:pt idx="28">
                  <c:v>22769.3661952</c:v>
                </c:pt>
                <c:pt idx="29">
                  <c:v>26639.8983963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Alert-flag gather</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7.34475</c:v>
                </c:pt>
                <c:pt idx="1">
                  <c:v>13.9341111111</c:v>
                </c:pt>
                <c:pt idx="2">
                  <c:v>12.0812083333</c:v>
                </c:pt>
                <c:pt idx="3">
                  <c:v>12.5154666667</c:v>
                </c:pt>
                <c:pt idx="4">
                  <c:v>47.4721111111</c:v>
                </c:pt>
                <c:pt idx="5">
                  <c:v>19.336</c:v>
                </c:pt>
                <c:pt idx="6">
                  <c:v>324.887208333</c:v>
                </c:pt>
                <c:pt idx="7">
                  <c:v>544.787703704</c:v>
                </c:pt>
                <c:pt idx="8">
                  <c:v>516.361333333</c:v>
                </c:pt>
                <c:pt idx="9">
                  <c:v>559.443848485</c:v>
                </c:pt>
                <c:pt idx="10">
                  <c:v>1185.64576389</c:v>
                </c:pt>
                <c:pt idx="11">
                  <c:v>4298.3094359</c:v>
                </c:pt>
                <c:pt idx="12">
                  <c:v>1861.13446429</c:v>
                </c:pt>
                <c:pt idx="13">
                  <c:v>3503.92873333</c:v>
                </c:pt>
                <c:pt idx="14">
                  <c:v>4225.52372917</c:v>
                </c:pt>
                <c:pt idx="15">
                  <c:v>3315.01289216</c:v>
                </c:pt>
                <c:pt idx="16">
                  <c:v>4680.62781481</c:v>
                </c:pt>
                <c:pt idx="17">
                  <c:v>5859.15662281</c:v>
                </c:pt>
                <c:pt idx="18">
                  <c:v>7842.47361667</c:v>
                </c:pt>
                <c:pt idx="19">
                  <c:v>5163.28954762</c:v>
                </c:pt>
                <c:pt idx="20">
                  <c:v>9312.67859091</c:v>
                </c:pt>
                <c:pt idx="21">
                  <c:v>9424.5269058</c:v>
                </c:pt>
                <c:pt idx="22">
                  <c:v>9542.12661806</c:v>
                </c:pt>
                <c:pt idx="23">
                  <c:v>8374.52688667</c:v>
                </c:pt>
                <c:pt idx="24">
                  <c:v>9008.08838462</c:v>
                </c:pt>
                <c:pt idx="25">
                  <c:v>13711.3719691</c:v>
                </c:pt>
                <c:pt idx="26">
                  <c:v>10204.9394881</c:v>
                </c:pt>
                <c:pt idx="27">
                  <c:v>15478.9714828</c:v>
                </c:pt>
                <c:pt idx="28">
                  <c:v>14376.1219722</c:v>
                </c:pt>
                <c:pt idx="29">
                  <c:v>19581.6191398</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6.86025</c:v>
                </c:pt>
                <c:pt idx="1">
                  <c:v>7.15438888889</c:v>
                </c:pt>
                <c:pt idx="2">
                  <c:v>17.4324166667</c:v>
                </c:pt>
                <c:pt idx="3">
                  <c:v>9.08333333333</c:v>
                </c:pt>
                <c:pt idx="4">
                  <c:v>20.9939444444</c:v>
                </c:pt>
                <c:pt idx="5">
                  <c:v>51.7310714286</c:v>
                </c:pt>
                <c:pt idx="6">
                  <c:v>350.784916667</c:v>
                </c:pt>
                <c:pt idx="7">
                  <c:v>1233.83446296</c:v>
                </c:pt>
                <c:pt idx="8">
                  <c:v>1085.53755</c:v>
                </c:pt>
                <c:pt idx="9">
                  <c:v>1160.69968182</c:v>
                </c:pt>
                <c:pt idx="10">
                  <c:v>1350.65206944</c:v>
                </c:pt>
                <c:pt idx="11">
                  <c:v>1959.08361538</c:v>
                </c:pt>
                <c:pt idx="12">
                  <c:v>2849.97136905</c:v>
                </c:pt>
                <c:pt idx="13">
                  <c:v>4427.54051111</c:v>
                </c:pt>
                <c:pt idx="14">
                  <c:v>2954.46475</c:v>
                </c:pt>
                <c:pt idx="15">
                  <c:v>3396.07136275</c:v>
                </c:pt>
                <c:pt idx="16">
                  <c:v>3755.90271296</c:v>
                </c:pt>
                <c:pt idx="17">
                  <c:v>7780.81831579</c:v>
                </c:pt>
                <c:pt idx="18">
                  <c:v>5412.70495833</c:v>
                </c:pt>
                <c:pt idx="19">
                  <c:v>4547.67546032</c:v>
                </c:pt>
                <c:pt idx="20">
                  <c:v>6071.49149242</c:v>
                </c:pt>
                <c:pt idx="21">
                  <c:v>9390.89386957</c:v>
                </c:pt>
                <c:pt idx="22">
                  <c:v>7692.02341667</c:v>
                </c:pt>
                <c:pt idx="23">
                  <c:v>8436.85368667</c:v>
                </c:pt>
                <c:pt idx="24">
                  <c:v>5793.06952564</c:v>
                </c:pt>
                <c:pt idx="25">
                  <c:v>12245.3602963</c:v>
                </c:pt>
                <c:pt idx="26">
                  <c:v>9937.24549405</c:v>
                </c:pt>
                <c:pt idx="27">
                  <c:v>8017.16828161</c:v>
                </c:pt>
                <c:pt idx="28">
                  <c:v>11528.0699167</c:v>
                </c:pt>
                <c:pt idx="29">
                  <c:v>11438.1538495</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3.87716666667</c:v>
                </c:pt>
                <c:pt idx="1">
                  <c:v>6.71988888891</c:v>
                </c:pt>
                <c:pt idx="2">
                  <c:v>12.279625</c:v>
                </c:pt>
                <c:pt idx="3">
                  <c:v>11.4613333333</c:v>
                </c:pt>
                <c:pt idx="4">
                  <c:v>12.2445277778</c:v>
                </c:pt>
                <c:pt idx="5">
                  <c:v>35.0510714286</c:v>
                </c:pt>
                <c:pt idx="6">
                  <c:v>940.614458333</c:v>
                </c:pt>
                <c:pt idx="7">
                  <c:v>278.39712963</c:v>
                </c:pt>
                <c:pt idx="8">
                  <c:v>801.764266667</c:v>
                </c:pt>
                <c:pt idx="9">
                  <c:v>1270.30436364</c:v>
                </c:pt>
                <c:pt idx="10">
                  <c:v>1327.50309722</c:v>
                </c:pt>
                <c:pt idx="11">
                  <c:v>1981.22262821</c:v>
                </c:pt>
                <c:pt idx="12">
                  <c:v>2021.62429762</c:v>
                </c:pt>
                <c:pt idx="13">
                  <c:v>4698.74652222</c:v>
                </c:pt>
                <c:pt idx="14">
                  <c:v>4939.16583333</c:v>
                </c:pt>
                <c:pt idx="15">
                  <c:v>3649.58309804</c:v>
                </c:pt>
                <c:pt idx="16">
                  <c:v>3985.85648148</c:v>
                </c:pt>
                <c:pt idx="17">
                  <c:v>4073.14092105</c:v>
                </c:pt>
                <c:pt idx="18">
                  <c:v>9537.68983333</c:v>
                </c:pt>
                <c:pt idx="19">
                  <c:v>4926.07369841</c:v>
                </c:pt>
                <c:pt idx="20">
                  <c:v>6370.62284848</c:v>
                </c:pt>
                <c:pt idx="21">
                  <c:v>6602.24355797</c:v>
                </c:pt>
                <c:pt idx="22">
                  <c:v>8819.8275625</c:v>
                </c:pt>
                <c:pt idx="23">
                  <c:v>6878.68402</c:v>
                </c:pt>
                <c:pt idx="24">
                  <c:v>9877.47575</c:v>
                </c:pt>
                <c:pt idx="25">
                  <c:v>9251.36687037</c:v>
                </c:pt>
                <c:pt idx="26">
                  <c:v>12613.3967857</c:v>
                </c:pt>
                <c:pt idx="27">
                  <c:v>16310.5448506</c:v>
                </c:pt>
                <c:pt idx="28">
                  <c:v>12421.8139333</c:v>
                </c:pt>
                <c:pt idx="29">
                  <c:v>17341.7409462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Shutdown ACK</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29.444</c:v>
                </c:pt>
                <c:pt idx="1">
                  <c:v>20.4406666667</c:v>
                </c:pt>
                <c:pt idx="2">
                  <c:v>24.77375</c:v>
                </c:pt>
                <c:pt idx="3">
                  <c:v>19.9424</c:v>
                </c:pt>
                <c:pt idx="4">
                  <c:v>33.4856666667</c:v>
                </c:pt>
                <c:pt idx="5">
                  <c:v>42.4592857143</c:v>
                </c:pt>
                <c:pt idx="6">
                  <c:v>37.163</c:v>
                </c:pt>
                <c:pt idx="7">
                  <c:v>26.0582222222</c:v>
                </c:pt>
                <c:pt idx="8">
                  <c:v>38.5542</c:v>
                </c:pt>
                <c:pt idx="9">
                  <c:v>50.6963636364</c:v>
                </c:pt>
                <c:pt idx="10">
                  <c:v>30.95875</c:v>
                </c:pt>
                <c:pt idx="11">
                  <c:v>50.0986923077</c:v>
                </c:pt>
                <c:pt idx="12">
                  <c:v>37.7368571429</c:v>
                </c:pt>
                <c:pt idx="13">
                  <c:v>67.0324</c:v>
                </c:pt>
                <c:pt idx="14">
                  <c:v>39.249375</c:v>
                </c:pt>
                <c:pt idx="15">
                  <c:v>42.5551764706</c:v>
                </c:pt>
                <c:pt idx="16">
                  <c:v>67.7302222222</c:v>
                </c:pt>
                <c:pt idx="17">
                  <c:v>62.2702105263</c:v>
                </c:pt>
                <c:pt idx="18">
                  <c:v>59.0423</c:v>
                </c:pt>
                <c:pt idx="19">
                  <c:v>36.8219047619</c:v>
                </c:pt>
                <c:pt idx="20">
                  <c:v>44.0258181818</c:v>
                </c:pt>
                <c:pt idx="21">
                  <c:v>59.5962173913</c:v>
                </c:pt>
                <c:pt idx="22">
                  <c:v>52.0170833333</c:v>
                </c:pt>
                <c:pt idx="23">
                  <c:v>113.65112</c:v>
                </c:pt>
                <c:pt idx="24">
                  <c:v>53.1003461539</c:v>
                </c:pt>
                <c:pt idx="25">
                  <c:v>59.2767037037</c:v>
                </c:pt>
                <c:pt idx="26">
                  <c:v>92.1348571429</c:v>
                </c:pt>
                <c:pt idx="27">
                  <c:v>70.5562068966</c:v>
                </c:pt>
                <c:pt idx="28">
                  <c:v>51.9000666667</c:v>
                </c:pt>
                <c:pt idx="29">
                  <c:v>77.222</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36.171</c:v>
                </c:pt>
                <c:pt idx="1">
                  <c:v>18.6736666667</c:v>
                </c:pt>
                <c:pt idx="2">
                  <c:v>14.852</c:v>
                </c:pt>
                <c:pt idx="3">
                  <c:v>18.8198</c:v>
                </c:pt>
                <c:pt idx="4">
                  <c:v>22.5358333333</c:v>
                </c:pt>
                <c:pt idx="5">
                  <c:v>21.1848571429</c:v>
                </c:pt>
                <c:pt idx="6">
                  <c:v>27.0595</c:v>
                </c:pt>
                <c:pt idx="7">
                  <c:v>45.1265555556</c:v>
                </c:pt>
                <c:pt idx="8">
                  <c:v>36.1616</c:v>
                </c:pt>
                <c:pt idx="9">
                  <c:v>29.5651818182</c:v>
                </c:pt>
                <c:pt idx="10">
                  <c:v>33.1958333333</c:v>
                </c:pt>
                <c:pt idx="11">
                  <c:v>51.0743076923</c:v>
                </c:pt>
                <c:pt idx="12">
                  <c:v>32.5680714286</c:v>
                </c:pt>
                <c:pt idx="13">
                  <c:v>81.2729333333</c:v>
                </c:pt>
                <c:pt idx="14">
                  <c:v>42.296</c:v>
                </c:pt>
                <c:pt idx="15">
                  <c:v>47.6196470588</c:v>
                </c:pt>
                <c:pt idx="16">
                  <c:v>55.1615555556</c:v>
                </c:pt>
                <c:pt idx="17">
                  <c:v>78.7831052632</c:v>
                </c:pt>
                <c:pt idx="18">
                  <c:v>108.10385</c:v>
                </c:pt>
                <c:pt idx="19">
                  <c:v>52.4486190476</c:v>
                </c:pt>
                <c:pt idx="20">
                  <c:v>43.6182727273</c:v>
                </c:pt>
                <c:pt idx="21">
                  <c:v>67.9997391305</c:v>
                </c:pt>
                <c:pt idx="22">
                  <c:v>52.1740416667</c:v>
                </c:pt>
                <c:pt idx="23">
                  <c:v>93.438</c:v>
                </c:pt>
                <c:pt idx="24">
                  <c:v>64.5146923077</c:v>
                </c:pt>
                <c:pt idx="25">
                  <c:v>71.5998148149</c:v>
                </c:pt>
                <c:pt idx="26">
                  <c:v>161.293535714</c:v>
                </c:pt>
                <c:pt idx="27">
                  <c:v>61.5801724138</c:v>
                </c:pt>
                <c:pt idx="28">
                  <c:v>79.3981666666</c:v>
                </c:pt>
                <c:pt idx="29">
                  <c:v>106.589258064</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18.2025</c:v>
                </c:pt>
                <c:pt idx="1">
                  <c:v>27.278</c:v>
                </c:pt>
                <c:pt idx="2">
                  <c:v>18.238</c:v>
                </c:pt>
                <c:pt idx="3">
                  <c:v>14.4288</c:v>
                </c:pt>
                <c:pt idx="4">
                  <c:v>14.6711666667</c:v>
                </c:pt>
                <c:pt idx="5">
                  <c:v>29.2957142857</c:v>
                </c:pt>
                <c:pt idx="6">
                  <c:v>39.36475</c:v>
                </c:pt>
                <c:pt idx="7">
                  <c:v>45.2973333333</c:v>
                </c:pt>
                <c:pt idx="8">
                  <c:v>25.8303</c:v>
                </c:pt>
                <c:pt idx="9">
                  <c:v>31.6659090909</c:v>
                </c:pt>
                <c:pt idx="10">
                  <c:v>51.1159166667</c:v>
                </c:pt>
                <c:pt idx="11">
                  <c:v>41.369</c:v>
                </c:pt>
                <c:pt idx="12">
                  <c:v>29.8877857143</c:v>
                </c:pt>
                <c:pt idx="13">
                  <c:v>60.7214666667</c:v>
                </c:pt>
                <c:pt idx="14">
                  <c:v>31.2813125</c:v>
                </c:pt>
                <c:pt idx="15">
                  <c:v>142.524411765</c:v>
                </c:pt>
                <c:pt idx="16">
                  <c:v>42.1618333333</c:v>
                </c:pt>
                <c:pt idx="17">
                  <c:v>36.0334210527</c:v>
                </c:pt>
                <c:pt idx="18">
                  <c:v>64.64175</c:v>
                </c:pt>
                <c:pt idx="19">
                  <c:v>56.9154285714</c:v>
                </c:pt>
                <c:pt idx="20">
                  <c:v>29.4230909091</c:v>
                </c:pt>
                <c:pt idx="21">
                  <c:v>48.5442608696</c:v>
                </c:pt>
                <c:pt idx="22">
                  <c:v>76.0949583333</c:v>
                </c:pt>
                <c:pt idx="23">
                  <c:v>38.31576</c:v>
                </c:pt>
                <c:pt idx="24">
                  <c:v>56.6535384615</c:v>
                </c:pt>
                <c:pt idx="25">
                  <c:v>66.883</c:v>
                </c:pt>
                <c:pt idx="26">
                  <c:v>47.3184642857</c:v>
                </c:pt>
                <c:pt idx="27">
                  <c:v>130.61937931</c:v>
                </c:pt>
                <c:pt idx="28">
                  <c:v>103.122933333</c:v>
                </c:pt>
                <c:pt idx="29">
                  <c:v>89.9275483872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Round barrier</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538.657</c:v>
                </c:pt>
                <c:pt idx="1">
                  <c:v>3873.87783333</c:v>
                </c:pt>
                <c:pt idx="2">
                  <c:v>5587.57739583</c:v>
                </c:pt>
                <c:pt idx="3">
                  <c:v>3284.0482037</c:v>
                </c:pt>
                <c:pt idx="4">
                  <c:v>3934.93673333</c:v>
                </c:pt>
                <c:pt idx="5">
                  <c:v>6521.73975</c:v>
                </c:pt>
                <c:pt idx="6">
                  <c:v>19004.595381</c:v>
                </c:pt>
                <c:pt idx="7">
                  <c:v>15852.5211333</c:v>
                </c:pt>
                <c:pt idx="8">
                  <c:v>12642.0568333</c:v>
                </c:pt>
                <c:pt idx="9">
                  <c:v>14590.3064815</c:v>
                </c:pt>
                <c:pt idx="10">
                  <c:v>36872.0604833</c:v>
                </c:pt>
                <c:pt idx="11">
                  <c:v>34807.2511587</c:v>
                </c:pt>
                <c:pt idx="12">
                  <c:v>23575.4796818</c:v>
                </c:pt>
                <c:pt idx="13">
                  <c:v>35570.6323542</c:v>
                </c:pt>
                <c:pt idx="14">
                  <c:v>28556.59716</c:v>
                </c:pt>
                <c:pt idx="15">
                  <c:v>40387.3941154</c:v>
                </c:pt>
                <c:pt idx="16">
                  <c:v>53618.2250988</c:v>
                </c:pt>
                <c:pt idx="17">
                  <c:v>52551.8629286</c:v>
                </c:pt>
                <c:pt idx="18">
                  <c:v>59420.6401056</c:v>
                </c:pt>
                <c:pt idx="19">
                  <c:v>68250.5356354</c:v>
                </c:pt>
                <c:pt idx="20">
                  <c:v>58684.533904</c:v>
                </c:pt>
                <c:pt idx="21">
                  <c:v>69835.2555539</c:v>
                </c:pt>
                <c:pt idx="22">
                  <c:v>64959.1564333</c:v>
                </c:pt>
                <c:pt idx="23">
                  <c:v>79252.3812269</c:v>
                </c:pt>
                <c:pt idx="24">
                  <c:v>77898.5425769</c:v>
                </c:pt>
                <c:pt idx="25">
                  <c:v>99056.3331208</c:v>
                </c:pt>
                <c:pt idx="26">
                  <c:v>127445.896909</c:v>
                </c:pt>
                <c:pt idx="27">
                  <c:v>106786.490383</c:v>
                </c:pt>
                <c:pt idx="28">
                  <c:v>146368.834774</c:v>
                </c:pt>
                <c:pt idx="29">
                  <c:v>139706.228056</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79.46175</c:v>
                </c:pt>
                <c:pt idx="1">
                  <c:v>1088.04411111</c:v>
                </c:pt>
                <c:pt idx="2">
                  <c:v>2515.72914583</c:v>
                </c:pt>
                <c:pt idx="3">
                  <c:v>7139.77235185</c:v>
                </c:pt>
                <c:pt idx="4">
                  <c:v>5462.11428333</c:v>
                </c:pt>
                <c:pt idx="5">
                  <c:v>9199.97731944</c:v>
                </c:pt>
                <c:pt idx="6">
                  <c:v>25236.5972262</c:v>
                </c:pt>
                <c:pt idx="7">
                  <c:v>17223.4539667</c:v>
                </c:pt>
                <c:pt idx="8">
                  <c:v>14897.4011562</c:v>
                </c:pt>
                <c:pt idx="9">
                  <c:v>34340.37125</c:v>
                </c:pt>
                <c:pt idx="10">
                  <c:v>21321.6633</c:v>
                </c:pt>
                <c:pt idx="11">
                  <c:v>22047.6270238</c:v>
                </c:pt>
                <c:pt idx="12">
                  <c:v>25406.3150303</c:v>
                </c:pt>
                <c:pt idx="13">
                  <c:v>50932.4822431</c:v>
                </c:pt>
                <c:pt idx="14">
                  <c:v>57353.2451533</c:v>
                </c:pt>
                <c:pt idx="15">
                  <c:v>37136.6342692</c:v>
                </c:pt>
                <c:pt idx="16">
                  <c:v>61567.1427037</c:v>
                </c:pt>
                <c:pt idx="17">
                  <c:v>81380.0989643</c:v>
                </c:pt>
                <c:pt idx="18">
                  <c:v>52712.3995167</c:v>
                </c:pt>
                <c:pt idx="19">
                  <c:v>68413.9778385</c:v>
                </c:pt>
                <c:pt idx="20">
                  <c:v>46950.7900909</c:v>
                </c:pt>
                <c:pt idx="21">
                  <c:v>65201.7827108</c:v>
                </c:pt>
                <c:pt idx="22">
                  <c:v>80508.1754381</c:v>
                </c:pt>
                <c:pt idx="23">
                  <c:v>61052.0531204</c:v>
                </c:pt>
                <c:pt idx="24">
                  <c:v>73567.4206239</c:v>
                </c:pt>
                <c:pt idx="25">
                  <c:v>77149.5427375</c:v>
                </c:pt>
                <c:pt idx="26">
                  <c:v>130481.801202</c:v>
                </c:pt>
                <c:pt idx="27">
                  <c:v>93362.3293864</c:v>
                </c:pt>
                <c:pt idx="28">
                  <c:v>138715.356063</c:v>
                </c:pt>
                <c:pt idx="29">
                  <c:v>125950.372354</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62.5195416667</c:v>
                </c:pt>
                <c:pt idx="1">
                  <c:v>2388.03205556</c:v>
                </c:pt>
                <c:pt idx="2">
                  <c:v>7686.05352083</c:v>
                </c:pt>
                <c:pt idx="3">
                  <c:v>4314.61457407</c:v>
                </c:pt>
                <c:pt idx="4">
                  <c:v>8533.1337</c:v>
                </c:pt>
                <c:pt idx="5">
                  <c:v>11848.5939861</c:v>
                </c:pt>
                <c:pt idx="6">
                  <c:v>18962.7725357</c:v>
                </c:pt>
                <c:pt idx="7">
                  <c:v>12432.8274444</c:v>
                </c:pt>
                <c:pt idx="8">
                  <c:v>20013.112375</c:v>
                </c:pt>
                <c:pt idx="9">
                  <c:v>26286.9508704</c:v>
                </c:pt>
                <c:pt idx="10">
                  <c:v>31422.74275</c:v>
                </c:pt>
                <c:pt idx="11">
                  <c:v>46554.0177698</c:v>
                </c:pt>
                <c:pt idx="12">
                  <c:v>40138.1717576</c:v>
                </c:pt>
                <c:pt idx="13">
                  <c:v>40269.5072986</c:v>
                </c:pt>
                <c:pt idx="14">
                  <c:v>32825.2393</c:v>
                </c:pt>
                <c:pt idx="15">
                  <c:v>54014.7554744</c:v>
                </c:pt>
                <c:pt idx="16">
                  <c:v>45948.6621481</c:v>
                </c:pt>
                <c:pt idx="17">
                  <c:v>71687.4626071</c:v>
                </c:pt>
                <c:pt idx="18">
                  <c:v>45837.0432778</c:v>
                </c:pt>
                <c:pt idx="19">
                  <c:v>40173.913026</c:v>
                </c:pt>
                <c:pt idx="20">
                  <c:v>71534.668697</c:v>
                </c:pt>
                <c:pt idx="21">
                  <c:v>47757.5747843</c:v>
                </c:pt>
                <c:pt idx="22">
                  <c:v>104307.127781</c:v>
                </c:pt>
                <c:pt idx="23">
                  <c:v>61321.667787</c:v>
                </c:pt>
                <c:pt idx="24">
                  <c:v>82995.9427137</c:v>
                </c:pt>
                <c:pt idx="25">
                  <c:v>77813.0482375</c:v>
                </c:pt>
                <c:pt idx="26">
                  <c:v>108661.99877</c:v>
                </c:pt>
                <c:pt idx="27">
                  <c:v>112016.900686</c:v>
                </c:pt>
                <c:pt idx="28">
                  <c:v>96311.9965889</c:v>
                </c:pt>
                <c:pt idx="29">
                  <c:v>121340.182517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Round barrier</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32.6446666667</c:v>
                </c:pt>
                <c:pt idx="1">
                  <c:v>86.1741111111</c:v>
                </c:pt>
                <c:pt idx="2">
                  <c:v>49.6910416667</c:v>
                </c:pt>
                <c:pt idx="3">
                  <c:v>84.3376</c:v>
                </c:pt>
                <c:pt idx="4">
                  <c:v>1220.84444444</c:v>
                </c:pt>
                <c:pt idx="5">
                  <c:v>490.241666667</c:v>
                </c:pt>
                <c:pt idx="6">
                  <c:v>3262.8260625</c:v>
                </c:pt>
                <c:pt idx="7">
                  <c:v>4787.31944444</c:v>
                </c:pt>
                <c:pt idx="8">
                  <c:v>5353.9172</c:v>
                </c:pt>
                <c:pt idx="9">
                  <c:v>6319.98148485</c:v>
                </c:pt>
                <c:pt idx="10">
                  <c:v>9327.09856944</c:v>
                </c:pt>
                <c:pt idx="11">
                  <c:v>25129.9206667</c:v>
                </c:pt>
                <c:pt idx="12">
                  <c:v>15949.2476786</c:v>
                </c:pt>
                <c:pt idx="13">
                  <c:v>19236.4569</c:v>
                </c:pt>
                <c:pt idx="14">
                  <c:v>23866.7248646</c:v>
                </c:pt>
                <c:pt idx="15">
                  <c:v>21275.8464608</c:v>
                </c:pt>
                <c:pt idx="16">
                  <c:v>21311.3777037</c:v>
                </c:pt>
                <c:pt idx="17">
                  <c:v>40874.7964035</c:v>
                </c:pt>
                <c:pt idx="18">
                  <c:v>64362.92075</c:v>
                </c:pt>
                <c:pt idx="19">
                  <c:v>40880.7575159</c:v>
                </c:pt>
                <c:pt idx="20">
                  <c:v>60545.8878636</c:v>
                </c:pt>
                <c:pt idx="21">
                  <c:v>51952.8563913</c:v>
                </c:pt>
                <c:pt idx="22">
                  <c:v>50367.9139444</c:v>
                </c:pt>
                <c:pt idx="23">
                  <c:v>56569.5807867</c:v>
                </c:pt>
                <c:pt idx="24">
                  <c:v>63669.2692115</c:v>
                </c:pt>
                <c:pt idx="25">
                  <c:v>80096.9250988</c:v>
                </c:pt>
                <c:pt idx="26">
                  <c:v>66488.5571905</c:v>
                </c:pt>
                <c:pt idx="27">
                  <c:v>113343.289121</c:v>
                </c:pt>
                <c:pt idx="28">
                  <c:v>99119.3862389</c:v>
                </c:pt>
                <c:pt idx="29">
                  <c:v>133581.124183</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58.6364166667</c:v>
                </c:pt>
                <c:pt idx="1">
                  <c:v>47.7167777778</c:v>
                </c:pt>
                <c:pt idx="2">
                  <c:v>167.193416667</c:v>
                </c:pt>
                <c:pt idx="3">
                  <c:v>129.5615</c:v>
                </c:pt>
                <c:pt idx="4">
                  <c:v>898.168111111</c:v>
                </c:pt>
                <c:pt idx="5">
                  <c:v>1971.5072619</c:v>
                </c:pt>
                <c:pt idx="6">
                  <c:v>2817.595</c:v>
                </c:pt>
                <c:pt idx="7">
                  <c:v>5227.19840741</c:v>
                </c:pt>
                <c:pt idx="8">
                  <c:v>7714.9989</c:v>
                </c:pt>
                <c:pt idx="9">
                  <c:v>7784.54389394</c:v>
                </c:pt>
                <c:pt idx="10">
                  <c:v>10534.0806667</c:v>
                </c:pt>
                <c:pt idx="11">
                  <c:v>19340.8339231</c:v>
                </c:pt>
                <c:pt idx="12">
                  <c:v>18719.5306667</c:v>
                </c:pt>
                <c:pt idx="13">
                  <c:v>17825.7226111</c:v>
                </c:pt>
                <c:pt idx="14">
                  <c:v>29636.9893437</c:v>
                </c:pt>
                <c:pt idx="15">
                  <c:v>23306.3302451</c:v>
                </c:pt>
                <c:pt idx="16">
                  <c:v>32645.6511852</c:v>
                </c:pt>
                <c:pt idx="17">
                  <c:v>39486.1368421</c:v>
                </c:pt>
                <c:pt idx="18">
                  <c:v>53569.7132</c:v>
                </c:pt>
                <c:pt idx="19">
                  <c:v>38687.0499603</c:v>
                </c:pt>
                <c:pt idx="20">
                  <c:v>50299.371803</c:v>
                </c:pt>
                <c:pt idx="21">
                  <c:v>71337.1085797</c:v>
                </c:pt>
                <c:pt idx="22">
                  <c:v>62084.9114583</c:v>
                </c:pt>
                <c:pt idx="23">
                  <c:v>49559.6620733</c:v>
                </c:pt>
                <c:pt idx="24">
                  <c:v>56449.6779551</c:v>
                </c:pt>
                <c:pt idx="25">
                  <c:v>84602.6119383</c:v>
                </c:pt>
                <c:pt idx="26">
                  <c:v>79970.940369</c:v>
                </c:pt>
                <c:pt idx="27">
                  <c:v>69168.7668046</c:v>
                </c:pt>
                <c:pt idx="28">
                  <c:v>96381.0221056</c:v>
                </c:pt>
                <c:pt idx="29">
                  <c:v>72176.2539032</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33.4640833333</c:v>
                </c:pt>
                <c:pt idx="1">
                  <c:v>54.3164444444</c:v>
                </c:pt>
                <c:pt idx="2">
                  <c:v>118.540333333</c:v>
                </c:pt>
                <c:pt idx="3">
                  <c:v>132.321633333</c:v>
                </c:pt>
                <c:pt idx="4">
                  <c:v>183.155222222</c:v>
                </c:pt>
                <c:pt idx="5">
                  <c:v>217.489166667</c:v>
                </c:pt>
                <c:pt idx="6">
                  <c:v>9593.63191667</c:v>
                </c:pt>
                <c:pt idx="7">
                  <c:v>11153.214963</c:v>
                </c:pt>
                <c:pt idx="8">
                  <c:v>5205.41118333</c:v>
                </c:pt>
                <c:pt idx="9">
                  <c:v>11509.5528333</c:v>
                </c:pt>
                <c:pt idx="10">
                  <c:v>11984.6115278</c:v>
                </c:pt>
                <c:pt idx="11">
                  <c:v>13704.2889359</c:v>
                </c:pt>
                <c:pt idx="12">
                  <c:v>17498.7838571</c:v>
                </c:pt>
                <c:pt idx="13">
                  <c:v>26733.1582444</c:v>
                </c:pt>
                <c:pt idx="14">
                  <c:v>27094.0230208</c:v>
                </c:pt>
                <c:pt idx="15">
                  <c:v>25340.7710588</c:v>
                </c:pt>
                <c:pt idx="16">
                  <c:v>25280.6197407</c:v>
                </c:pt>
                <c:pt idx="17">
                  <c:v>26098.8890351</c:v>
                </c:pt>
                <c:pt idx="18">
                  <c:v>60652.5784583</c:v>
                </c:pt>
                <c:pt idx="19">
                  <c:v>42090.5731984</c:v>
                </c:pt>
                <c:pt idx="20">
                  <c:v>46723.2262121</c:v>
                </c:pt>
                <c:pt idx="21">
                  <c:v>47793.3155145</c:v>
                </c:pt>
                <c:pt idx="22">
                  <c:v>57008.5762431</c:v>
                </c:pt>
                <c:pt idx="23">
                  <c:v>41878.8168</c:v>
                </c:pt>
                <c:pt idx="24">
                  <c:v>65082.8817692</c:v>
                </c:pt>
                <c:pt idx="25">
                  <c:v>59388.562963</c:v>
                </c:pt>
                <c:pt idx="26">
                  <c:v>94030.1797024</c:v>
                </c:pt>
                <c:pt idx="27">
                  <c:v>134036.609592</c:v>
                </c:pt>
                <c:pt idx="28">
                  <c:v>85435.5434833</c:v>
                </c:pt>
                <c:pt idx="29">
                  <c:v>106255.385887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Alert-response round trip</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247.8024375</c:v>
                </c:pt>
                <c:pt idx="1">
                  <c:v>1616.93608333</c:v>
                </c:pt>
                <c:pt idx="2">
                  <c:v>3014.18690625</c:v>
                </c:pt>
                <c:pt idx="3">
                  <c:v>1490.2365</c:v>
                </c:pt>
                <c:pt idx="4">
                  <c:v>3832.685025</c:v>
                </c:pt>
                <c:pt idx="5">
                  <c:v>7321.16529167</c:v>
                </c:pt>
                <c:pt idx="6">
                  <c:v>11410.9476071</c:v>
                </c:pt>
                <c:pt idx="7">
                  <c:v>14924.3279167</c:v>
                </c:pt>
                <c:pt idx="8">
                  <c:v>14931.3316719</c:v>
                </c:pt>
                <c:pt idx="9">
                  <c:v>19483.2951111</c:v>
                </c:pt>
                <c:pt idx="10">
                  <c:v>28830.79515</c:v>
                </c:pt>
                <c:pt idx="11">
                  <c:v>32831.1300714</c:v>
                </c:pt>
                <c:pt idx="12">
                  <c:v>21981.7716818</c:v>
                </c:pt>
                <c:pt idx="13">
                  <c:v>29536.5072917</c:v>
                </c:pt>
                <c:pt idx="14">
                  <c:v>27342.10496</c:v>
                </c:pt>
                <c:pt idx="15">
                  <c:v>44268.3447404</c:v>
                </c:pt>
                <c:pt idx="16">
                  <c:v>39009.4260093</c:v>
                </c:pt>
                <c:pt idx="17">
                  <c:v>63262.8666161</c:v>
                </c:pt>
                <c:pt idx="18">
                  <c:v>67634.5840333</c:v>
                </c:pt>
                <c:pt idx="19">
                  <c:v>80030.7546797</c:v>
                </c:pt>
                <c:pt idx="20">
                  <c:v>91810.7655758</c:v>
                </c:pt>
                <c:pt idx="21">
                  <c:v>74769.8176691</c:v>
                </c:pt>
                <c:pt idx="22">
                  <c:v>54064.6114571</c:v>
                </c:pt>
                <c:pt idx="23">
                  <c:v>72840.1136944</c:v>
                </c:pt>
                <c:pt idx="24">
                  <c:v>74101.3723269</c:v>
                </c:pt>
                <c:pt idx="25">
                  <c:v>110652.241194</c:v>
                </c:pt>
                <c:pt idx="26">
                  <c:v>123227.726131</c:v>
                </c:pt>
                <c:pt idx="27">
                  <c:v>110764.980392</c:v>
                </c:pt>
                <c:pt idx="28">
                  <c:v>160249.987972</c:v>
                </c:pt>
                <c:pt idx="29">
                  <c:v>135030.163068</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204.9946875</c:v>
                </c:pt>
                <c:pt idx="1">
                  <c:v>392.374416667</c:v>
                </c:pt>
                <c:pt idx="2">
                  <c:v>2726.804375</c:v>
                </c:pt>
                <c:pt idx="3">
                  <c:v>6223.3485</c:v>
                </c:pt>
                <c:pt idx="4">
                  <c:v>7807.549175</c:v>
                </c:pt>
                <c:pt idx="5">
                  <c:v>8763.46445833</c:v>
                </c:pt>
                <c:pt idx="6">
                  <c:v>17708.5998571</c:v>
                </c:pt>
                <c:pt idx="7">
                  <c:v>17620.1036833</c:v>
                </c:pt>
                <c:pt idx="8">
                  <c:v>11353.9084687</c:v>
                </c:pt>
                <c:pt idx="9">
                  <c:v>36753.8503889</c:v>
                </c:pt>
                <c:pt idx="10">
                  <c:v>19821.8381125</c:v>
                </c:pt>
                <c:pt idx="11">
                  <c:v>22698.7147262</c:v>
                </c:pt>
                <c:pt idx="12">
                  <c:v>25688.4083409</c:v>
                </c:pt>
                <c:pt idx="13">
                  <c:v>58645.4097188</c:v>
                </c:pt>
                <c:pt idx="14">
                  <c:v>50838.38987</c:v>
                </c:pt>
                <c:pt idx="15">
                  <c:v>35538.3250192</c:v>
                </c:pt>
                <c:pt idx="16">
                  <c:v>58632.333287</c:v>
                </c:pt>
                <c:pt idx="17">
                  <c:v>83485.8923393</c:v>
                </c:pt>
                <c:pt idx="18">
                  <c:v>37436.7303833</c:v>
                </c:pt>
                <c:pt idx="19">
                  <c:v>49317.7302578</c:v>
                </c:pt>
                <c:pt idx="20">
                  <c:v>38020.5259773</c:v>
                </c:pt>
                <c:pt idx="21">
                  <c:v>74370.0048824</c:v>
                </c:pt>
                <c:pt idx="22">
                  <c:v>82907.3377214</c:v>
                </c:pt>
                <c:pt idx="23">
                  <c:v>42562.8958611</c:v>
                </c:pt>
                <c:pt idx="24">
                  <c:v>38324.9053397</c:v>
                </c:pt>
                <c:pt idx="25">
                  <c:v>65237.0305813</c:v>
                </c:pt>
                <c:pt idx="26">
                  <c:v>142644.481946</c:v>
                </c:pt>
                <c:pt idx="27">
                  <c:v>102081.952983</c:v>
                </c:pt>
                <c:pt idx="28">
                  <c:v>113050.838522</c:v>
                </c:pt>
                <c:pt idx="29">
                  <c:v>71079.7142812</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256.1493125</c:v>
                </c:pt>
                <c:pt idx="1">
                  <c:v>686.184541667</c:v>
                </c:pt>
                <c:pt idx="2">
                  <c:v>5884.19940625</c:v>
                </c:pt>
                <c:pt idx="3">
                  <c:v>4346.91430556</c:v>
                </c:pt>
                <c:pt idx="4">
                  <c:v>6253.396375</c:v>
                </c:pt>
                <c:pt idx="5">
                  <c:v>9162.2981875</c:v>
                </c:pt>
                <c:pt idx="6">
                  <c:v>18924.87975</c:v>
                </c:pt>
                <c:pt idx="7">
                  <c:v>15033.5369</c:v>
                </c:pt>
                <c:pt idx="8">
                  <c:v>27741.9175469</c:v>
                </c:pt>
                <c:pt idx="9">
                  <c:v>22630.873125</c:v>
                </c:pt>
                <c:pt idx="10">
                  <c:v>41674.447</c:v>
                </c:pt>
                <c:pt idx="11">
                  <c:v>39583.2057857</c:v>
                </c:pt>
                <c:pt idx="12">
                  <c:v>33536.6637727</c:v>
                </c:pt>
                <c:pt idx="13">
                  <c:v>32427.5334896</c:v>
                </c:pt>
                <c:pt idx="14">
                  <c:v>27898.3737</c:v>
                </c:pt>
                <c:pt idx="15">
                  <c:v>50368.8051154</c:v>
                </c:pt>
                <c:pt idx="16">
                  <c:v>38745.8665741</c:v>
                </c:pt>
                <c:pt idx="17">
                  <c:v>53550.9930982</c:v>
                </c:pt>
                <c:pt idx="18">
                  <c:v>32100.28915</c:v>
                </c:pt>
                <c:pt idx="19">
                  <c:v>43438.8579453</c:v>
                </c:pt>
                <c:pt idx="20">
                  <c:v>64906.9848712</c:v>
                </c:pt>
                <c:pt idx="21">
                  <c:v>40391.7795294</c:v>
                </c:pt>
                <c:pt idx="22">
                  <c:v>79402.7921786</c:v>
                </c:pt>
                <c:pt idx="23">
                  <c:v>53875.0380625</c:v>
                </c:pt>
                <c:pt idx="24">
                  <c:v>60025.9934231</c:v>
                </c:pt>
                <c:pt idx="25">
                  <c:v>59458.7967188</c:v>
                </c:pt>
                <c:pt idx="26">
                  <c:v>76863.4391012</c:v>
                </c:pt>
                <c:pt idx="27">
                  <c:v>79424.8132784</c:v>
                </c:pt>
                <c:pt idx="28">
                  <c:v>89468.2648889</c:v>
                </c:pt>
                <c:pt idx="29">
                  <c:v>115419.552094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Alert-response round trip</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27.9925</c:v>
                </c:pt>
                <c:pt idx="1">
                  <c:v>51.3823333333</c:v>
                </c:pt>
                <c:pt idx="2">
                  <c:v>283.22475</c:v>
                </c:pt>
                <c:pt idx="3">
                  <c:v>213.02645</c:v>
                </c:pt>
                <c:pt idx="4">
                  <c:v>547.943791667</c:v>
                </c:pt>
                <c:pt idx="5">
                  <c:v>832.161714286</c:v>
                </c:pt>
                <c:pt idx="6">
                  <c:v>3436.95334375</c:v>
                </c:pt>
                <c:pt idx="7">
                  <c:v>2866.26108333</c:v>
                </c:pt>
                <c:pt idx="8">
                  <c:v>8174.082925</c:v>
                </c:pt>
                <c:pt idx="9">
                  <c:v>3368.87904545</c:v>
                </c:pt>
                <c:pt idx="10">
                  <c:v>5445.7135</c:v>
                </c:pt>
                <c:pt idx="11">
                  <c:v>33185.7375577</c:v>
                </c:pt>
                <c:pt idx="12">
                  <c:v>12316.8817143</c:v>
                </c:pt>
                <c:pt idx="13">
                  <c:v>26739.7758333</c:v>
                </c:pt>
                <c:pt idx="14">
                  <c:v>24972.0722969</c:v>
                </c:pt>
                <c:pt idx="15">
                  <c:v>31914.6085294</c:v>
                </c:pt>
                <c:pt idx="16">
                  <c:v>24711.4687083</c:v>
                </c:pt>
                <c:pt idx="17">
                  <c:v>58025.5456184</c:v>
                </c:pt>
                <c:pt idx="18">
                  <c:v>70402.7881375</c:v>
                </c:pt>
                <c:pt idx="19">
                  <c:v>32559.6031429</c:v>
                </c:pt>
                <c:pt idx="20">
                  <c:v>62063.2597159</c:v>
                </c:pt>
                <c:pt idx="21">
                  <c:v>85646.8386957</c:v>
                </c:pt>
                <c:pt idx="22">
                  <c:v>87975.6189688</c:v>
                </c:pt>
                <c:pt idx="23">
                  <c:v>60966.89655</c:v>
                </c:pt>
                <c:pt idx="24">
                  <c:v>81056.7456538</c:v>
                </c:pt>
                <c:pt idx="25">
                  <c:v>132642.241204</c:v>
                </c:pt>
                <c:pt idx="26">
                  <c:v>93133.3795893</c:v>
                </c:pt>
                <c:pt idx="27">
                  <c:v>92936.4987414</c:v>
                </c:pt>
                <c:pt idx="28">
                  <c:v>116148.494475</c:v>
                </c:pt>
                <c:pt idx="29">
                  <c:v>188258.910516</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32.9365</c:v>
                </c:pt>
                <c:pt idx="1">
                  <c:v>31.0205</c:v>
                </c:pt>
                <c:pt idx="2">
                  <c:v>1025.3988125</c:v>
                </c:pt>
                <c:pt idx="3">
                  <c:v>290.0381</c:v>
                </c:pt>
                <c:pt idx="4">
                  <c:v>395.104833333</c:v>
                </c:pt>
                <c:pt idx="5">
                  <c:v>1674.20085714</c:v>
                </c:pt>
                <c:pt idx="6">
                  <c:v>6517.63065625</c:v>
                </c:pt>
                <c:pt idx="7">
                  <c:v>11604.8731944</c:v>
                </c:pt>
                <c:pt idx="8">
                  <c:v>15386.77675</c:v>
                </c:pt>
                <c:pt idx="9">
                  <c:v>6524.27454545</c:v>
                </c:pt>
                <c:pt idx="10">
                  <c:v>16059.5972917</c:v>
                </c:pt>
                <c:pt idx="11">
                  <c:v>20813.9618462</c:v>
                </c:pt>
                <c:pt idx="12">
                  <c:v>18017.5549821</c:v>
                </c:pt>
                <c:pt idx="13">
                  <c:v>34184.89535</c:v>
                </c:pt>
                <c:pt idx="14">
                  <c:v>31497.54225</c:v>
                </c:pt>
                <c:pt idx="15">
                  <c:v>24899.3149559</c:v>
                </c:pt>
                <c:pt idx="16">
                  <c:v>32844.1502361</c:v>
                </c:pt>
                <c:pt idx="17">
                  <c:v>34715.9626316</c:v>
                </c:pt>
                <c:pt idx="18">
                  <c:v>88796.6979125</c:v>
                </c:pt>
                <c:pt idx="19">
                  <c:v>60204.4804762</c:v>
                </c:pt>
                <c:pt idx="20">
                  <c:v>51933.2560795</c:v>
                </c:pt>
                <c:pt idx="21">
                  <c:v>57147.7429348</c:v>
                </c:pt>
                <c:pt idx="22">
                  <c:v>47479.0185</c:v>
                </c:pt>
                <c:pt idx="23">
                  <c:v>62914.07835</c:v>
                </c:pt>
                <c:pt idx="24">
                  <c:v>49728.8923365</c:v>
                </c:pt>
                <c:pt idx="25">
                  <c:v>83877.5476204</c:v>
                </c:pt>
                <c:pt idx="26">
                  <c:v>67079.1330804</c:v>
                </c:pt>
                <c:pt idx="27">
                  <c:v>84243.9159138</c:v>
                </c:pt>
                <c:pt idx="28">
                  <c:v>136492.879508</c:v>
                </c:pt>
                <c:pt idx="29">
                  <c:v>73759.1443306</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31.956875</c:v>
                </c:pt>
                <c:pt idx="1">
                  <c:v>26.0958333333</c:v>
                </c:pt>
                <c:pt idx="2">
                  <c:v>284.9965</c:v>
                </c:pt>
                <c:pt idx="3">
                  <c:v>369.418</c:v>
                </c:pt>
                <c:pt idx="4">
                  <c:v>260.259791667</c:v>
                </c:pt>
                <c:pt idx="5">
                  <c:v>693.730214286</c:v>
                </c:pt>
                <c:pt idx="6">
                  <c:v>11268.9070938</c:v>
                </c:pt>
                <c:pt idx="7">
                  <c:v>6606.19980556</c:v>
                </c:pt>
                <c:pt idx="8">
                  <c:v>9512.292125</c:v>
                </c:pt>
                <c:pt idx="9">
                  <c:v>15325.2439545</c:v>
                </c:pt>
                <c:pt idx="10">
                  <c:v>20150.4593125</c:v>
                </c:pt>
                <c:pt idx="11">
                  <c:v>18376.3585385</c:v>
                </c:pt>
                <c:pt idx="12">
                  <c:v>12827.5021786</c:v>
                </c:pt>
                <c:pt idx="13">
                  <c:v>25988.6061167</c:v>
                </c:pt>
                <c:pt idx="14">
                  <c:v>28548.1253906</c:v>
                </c:pt>
                <c:pt idx="15">
                  <c:v>30294.3441765</c:v>
                </c:pt>
                <c:pt idx="16">
                  <c:v>36450.8259861</c:v>
                </c:pt>
                <c:pt idx="17">
                  <c:v>22523.1513553</c:v>
                </c:pt>
                <c:pt idx="18">
                  <c:v>95478.9281</c:v>
                </c:pt>
                <c:pt idx="19">
                  <c:v>45145.1627143</c:v>
                </c:pt>
                <c:pt idx="20">
                  <c:v>33771.1471023</c:v>
                </c:pt>
                <c:pt idx="21">
                  <c:v>61818.3346739</c:v>
                </c:pt>
                <c:pt idx="22">
                  <c:v>57340.0789583</c:v>
                </c:pt>
                <c:pt idx="23">
                  <c:v>34827.36879</c:v>
                </c:pt>
                <c:pt idx="24">
                  <c:v>42224.21275</c:v>
                </c:pt>
                <c:pt idx="25">
                  <c:v>54810.31775</c:v>
                </c:pt>
                <c:pt idx="26">
                  <c:v>90419.4579464</c:v>
                </c:pt>
                <c:pt idx="27">
                  <c:v>84645.4470948</c:v>
                </c:pt>
                <c:pt idx="28">
                  <c:v>101770.841558</c:v>
                </c:pt>
                <c:pt idx="29">
                  <c:v>115744.196476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Neighbour query phase</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1007.15408333</c:v>
                </c:pt>
                <c:pt idx="1">
                  <c:v>4141.02813889</c:v>
                </c:pt>
                <c:pt idx="2">
                  <c:v>6713.10008333</c:v>
                </c:pt>
                <c:pt idx="3">
                  <c:v>5944.75201852</c:v>
                </c:pt>
                <c:pt idx="4">
                  <c:v>9553.295</c:v>
                </c:pt>
                <c:pt idx="5">
                  <c:v>11876.8353889</c:v>
                </c:pt>
                <c:pt idx="6">
                  <c:v>19446.285</c:v>
                </c:pt>
                <c:pt idx="7">
                  <c:v>16318.1802222</c:v>
                </c:pt>
                <c:pt idx="8">
                  <c:v>14783.2811875</c:v>
                </c:pt>
                <c:pt idx="9">
                  <c:v>21511.1625741</c:v>
                </c:pt>
                <c:pt idx="10">
                  <c:v>45923.784475</c:v>
                </c:pt>
                <c:pt idx="11">
                  <c:v>34106.4675794</c:v>
                </c:pt>
                <c:pt idx="12">
                  <c:v>34124.9196439</c:v>
                </c:pt>
                <c:pt idx="13">
                  <c:v>45574.6915069</c:v>
                </c:pt>
                <c:pt idx="14">
                  <c:v>32893.9389133</c:v>
                </c:pt>
                <c:pt idx="15">
                  <c:v>43738.6859615</c:v>
                </c:pt>
                <c:pt idx="16">
                  <c:v>62831.5466543</c:v>
                </c:pt>
                <c:pt idx="17">
                  <c:v>74888.8962381</c:v>
                </c:pt>
                <c:pt idx="18">
                  <c:v>54571.7005389</c:v>
                </c:pt>
                <c:pt idx="19">
                  <c:v>77371.5669375</c:v>
                </c:pt>
                <c:pt idx="20">
                  <c:v>77903.5708081</c:v>
                </c:pt>
                <c:pt idx="21">
                  <c:v>92033.8282843</c:v>
                </c:pt>
                <c:pt idx="22">
                  <c:v>70832.586481</c:v>
                </c:pt>
                <c:pt idx="23">
                  <c:v>90849.9475972</c:v>
                </c:pt>
                <c:pt idx="24">
                  <c:v>103857.979244</c:v>
                </c:pt>
                <c:pt idx="25">
                  <c:v>105282.546021</c:v>
                </c:pt>
                <c:pt idx="26">
                  <c:v>148615.431087</c:v>
                </c:pt>
                <c:pt idx="27">
                  <c:v>111113.564932</c:v>
                </c:pt>
                <c:pt idx="28">
                  <c:v>160750.356844</c:v>
                </c:pt>
                <c:pt idx="29">
                  <c:v>130777.432378</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33.880875</c:v>
                </c:pt>
                <c:pt idx="1">
                  <c:v>340.11025</c:v>
                </c:pt>
                <c:pt idx="2">
                  <c:v>2014.5748125</c:v>
                </c:pt>
                <c:pt idx="3">
                  <c:v>6101.98137037</c:v>
                </c:pt>
                <c:pt idx="4">
                  <c:v>5021.90701667</c:v>
                </c:pt>
                <c:pt idx="5">
                  <c:v>6471.13898611</c:v>
                </c:pt>
                <c:pt idx="6">
                  <c:v>15886.1135952</c:v>
                </c:pt>
                <c:pt idx="7">
                  <c:v>11629.3765333</c:v>
                </c:pt>
                <c:pt idx="8">
                  <c:v>8977.48953125</c:v>
                </c:pt>
                <c:pt idx="9">
                  <c:v>17777.3434444</c:v>
                </c:pt>
                <c:pt idx="10">
                  <c:v>9846.46009167</c:v>
                </c:pt>
                <c:pt idx="11">
                  <c:v>10123.0042143</c:v>
                </c:pt>
                <c:pt idx="12">
                  <c:v>12090.2598333</c:v>
                </c:pt>
                <c:pt idx="13">
                  <c:v>26229.8504375</c:v>
                </c:pt>
                <c:pt idx="14">
                  <c:v>26956.8255333</c:v>
                </c:pt>
                <c:pt idx="15">
                  <c:v>15682.4831026</c:v>
                </c:pt>
                <c:pt idx="16">
                  <c:v>31704.8984753</c:v>
                </c:pt>
                <c:pt idx="17">
                  <c:v>35078.6997619</c:v>
                </c:pt>
                <c:pt idx="18">
                  <c:v>22510.7339167</c:v>
                </c:pt>
                <c:pt idx="19">
                  <c:v>28790.4485521</c:v>
                </c:pt>
                <c:pt idx="20">
                  <c:v>23351.7172222</c:v>
                </c:pt>
                <c:pt idx="21">
                  <c:v>29667.1773627</c:v>
                </c:pt>
                <c:pt idx="22">
                  <c:v>36717.6490762</c:v>
                </c:pt>
                <c:pt idx="23">
                  <c:v>29267.555162</c:v>
                </c:pt>
                <c:pt idx="24">
                  <c:v>40715.5968932</c:v>
                </c:pt>
                <c:pt idx="25">
                  <c:v>39539.9421417</c:v>
                </c:pt>
                <c:pt idx="26">
                  <c:v>50834.1837976</c:v>
                </c:pt>
                <c:pt idx="27">
                  <c:v>42546.9565227</c:v>
                </c:pt>
                <c:pt idx="28">
                  <c:v>48045.4990741</c:v>
                </c:pt>
                <c:pt idx="29">
                  <c:v>58704.8375556</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37.7877083333</c:v>
                </c:pt>
                <c:pt idx="1">
                  <c:v>619.802583333</c:v>
                </c:pt>
                <c:pt idx="2">
                  <c:v>3312.20958333</c:v>
                </c:pt>
                <c:pt idx="3">
                  <c:v>3313.50603704</c:v>
                </c:pt>
                <c:pt idx="4">
                  <c:v>4759.48871667</c:v>
                </c:pt>
                <c:pt idx="5">
                  <c:v>8964.62833333</c:v>
                </c:pt>
                <c:pt idx="6">
                  <c:v>14619.2820476</c:v>
                </c:pt>
                <c:pt idx="7">
                  <c:v>10459.7067778</c:v>
                </c:pt>
                <c:pt idx="8">
                  <c:v>12062.3647188</c:v>
                </c:pt>
                <c:pt idx="9">
                  <c:v>14491.7837963</c:v>
                </c:pt>
                <c:pt idx="10">
                  <c:v>17511.6936083</c:v>
                </c:pt>
                <c:pt idx="11">
                  <c:v>19947.740127</c:v>
                </c:pt>
                <c:pt idx="12">
                  <c:v>22830.4498864</c:v>
                </c:pt>
                <c:pt idx="13">
                  <c:v>19688.5497986</c:v>
                </c:pt>
                <c:pt idx="14">
                  <c:v>14603.68004</c:v>
                </c:pt>
                <c:pt idx="15">
                  <c:v>25586.1485</c:v>
                </c:pt>
                <c:pt idx="16">
                  <c:v>22166.1515</c:v>
                </c:pt>
                <c:pt idx="17">
                  <c:v>27920.7278214</c:v>
                </c:pt>
                <c:pt idx="18">
                  <c:v>17790.2725722</c:v>
                </c:pt>
                <c:pt idx="19">
                  <c:v>19876.5870156</c:v>
                </c:pt>
                <c:pt idx="20">
                  <c:v>38239.4750455</c:v>
                </c:pt>
                <c:pt idx="21">
                  <c:v>20280.293951</c:v>
                </c:pt>
                <c:pt idx="22">
                  <c:v>43676.3127476</c:v>
                </c:pt>
                <c:pt idx="23">
                  <c:v>27528.2505417</c:v>
                </c:pt>
                <c:pt idx="24">
                  <c:v>37125.4879615</c:v>
                </c:pt>
                <c:pt idx="25">
                  <c:v>43049.7977042</c:v>
                </c:pt>
                <c:pt idx="26">
                  <c:v>59212.5163492</c:v>
                </c:pt>
                <c:pt idx="27">
                  <c:v>52089.9619583</c:v>
                </c:pt>
                <c:pt idx="28">
                  <c:v>52526.5796</c:v>
                </c:pt>
                <c:pt idx="29">
                  <c:v>57093.9375764</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244.248875</c:v>
                </c:pt>
                <c:pt idx="1">
                  <c:v>1597.58558333</c:v>
                </c:pt>
                <c:pt idx="2">
                  <c:v>4331.44364583</c:v>
                </c:pt>
                <c:pt idx="3">
                  <c:v>5604.29692593</c:v>
                </c:pt>
                <c:pt idx="4">
                  <c:v>5810.75811667</c:v>
                </c:pt>
                <c:pt idx="5">
                  <c:v>9423.75327778</c:v>
                </c:pt>
                <c:pt idx="6">
                  <c:v>11835.5754643</c:v>
                </c:pt>
                <c:pt idx="7">
                  <c:v>15059.792</c:v>
                </c:pt>
                <c:pt idx="8">
                  <c:v>13845.2039792</c:v>
                </c:pt>
                <c:pt idx="9">
                  <c:v>17176.8338889</c:v>
                </c:pt>
                <c:pt idx="10">
                  <c:v>36640.7355833</c:v>
                </c:pt>
                <c:pt idx="11">
                  <c:v>27825.7760714</c:v>
                </c:pt>
                <c:pt idx="12">
                  <c:v>23442.9540682</c:v>
                </c:pt>
                <c:pt idx="13">
                  <c:v>30094.8439097</c:v>
                </c:pt>
                <c:pt idx="14">
                  <c:v>25270.5413867</c:v>
                </c:pt>
                <c:pt idx="15">
                  <c:v>32808.1287949</c:v>
                </c:pt>
                <c:pt idx="16">
                  <c:v>62498.1113642</c:v>
                </c:pt>
                <c:pt idx="17">
                  <c:v>43267.098131</c:v>
                </c:pt>
                <c:pt idx="18">
                  <c:v>45036.4886556</c:v>
                </c:pt>
                <c:pt idx="19">
                  <c:v>55018.6254167</c:v>
                </c:pt>
                <c:pt idx="20">
                  <c:v>56751.4139646</c:v>
                </c:pt>
                <c:pt idx="21">
                  <c:v>48787.085951</c:v>
                </c:pt>
                <c:pt idx="22">
                  <c:v>51699.3865524</c:v>
                </c:pt>
                <c:pt idx="23">
                  <c:v>85173.4794907</c:v>
                </c:pt>
                <c:pt idx="24">
                  <c:v>64689.121265</c:v>
                </c:pt>
                <c:pt idx="25">
                  <c:v>58071.24435</c:v>
                </c:pt>
                <c:pt idx="26">
                  <c:v>122206.683599</c:v>
                </c:pt>
                <c:pt idx="27">
                  <c:v>104874.894773</c:v>
                </c:pt>
                <c:pt idx="28">
                  <c:v>73765.3230259</c:v>
                </c:pt>
                <c:pt idx="29">
                  <c:v>111232.207497</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1663.04616667</c:v>
                </c:pt>
                <c:pt idx="1">
                  <c:v>4599.778</c:v>
                </c:pt>
                <c:pt idx="2">
                  <c:v>13384.3358542</c:v>
                </c:pt>
                <c:pt idx="3">
                  <c:v>9403.52251852</c:v>
                </c:pt>
                <c:pt idx="4">
                  <c:v>11504.0641</c:v>
                </c:pt>
                <c:pt idx="5">
                  <c:v>21571.9075694</c:v>
                </c:pt>
                <c:pt idx="6">
                  <c:v>21411.5609643</c:v>
                </c:pt>
                <c:pt idx="7">
                  <c:v>21847.1148333</c:v>
                </c:pt>
                <c:pt idx="8">
                  <c:v>25940.2729479</c:v>
                </c:pt>
                <c:pt idx="9">
                  <c:v>22774.6448796</c:v>
                </c:pt>
                <c:pt idx="10">
                  <c:v>53597.8704</c:v>
                </c:pt>
                <c:pt idx="11">
                  <c:v>34974.921746</c:v>
                </c:pt>
                <c:pt idx="12">
                  <c:v>46796.3261439</c:v>
                </c:pt>
                <c:pt idx="13">
                  <c:v>59309.9273056</c:v>
                </c:pt>
                <c:pt idx="14">
                  <c:v>67596.0286133</c:v>
                </c:pt>
                <c:pt idx="15">
                  <c:v>48750.0623846</c:v>
                </c:pt>
                <c:pt idx="16">
                  <c:v>81840.3754444</c:v>
                </c:pt>
                <c:pt idx="17">
                  <c:v>93652.3928214</c:v>
                </c:pt>
                <c:pt idx="18">
                  <c:v>88469.1183667</c:v>
                </c:pt>
                <c:pt idx="19">
                  <c:v>80790.0400885</c:v>
                </c:pt>
                <c:pt idx="20">
                  <c:v>112373.490515</c:v>
                </c:pt>
                <c:pt idx="21">
                  <c:v>93829.2375294</c:v>
                </c:pt>
                <c:pt idx="22">
                  <c:v>92215.9238667</c:v>
                </c:pt>
                <c:pt idx="23">
                  <c:v>96940.8104028</c:v>
                </c:pt>
                <c:pt idx="24">
                  <c:v>135822.019154</c:v>
                </c:pt>
                <c:pt idx="25">
                  <c:v>115213.734821</c:v>
                </c:pt>
                <c:pt idx="26">
                  <c:v>160570.378262</c:v>
                </c:pt>
                <c:pt idx="27">
                  <c:v>118652.419875</c:v>
                </c:pt>
                <c:pt idx="28">
                  <c:v>171376.670111</c:v>
                </c:pt>
                <c:pt idx="29">
                  <c:v>143889.408299</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27.0994166667</c:v>
                </c:pt>
                <c:pt idx="1">
                  <c:v>48.7045833333</c:v>
                </c:pt>
                <c:pt idx="2">
                  <c:v>1102.820375</c:v>
                </c:pt>
                <c:pt idx="3">
                  <c:v>3270.31898148</c:v>
                </c:pt>
                <c:pt idx="4">
                  <c:v>4371.15243333</c:v>
                </c:pt>
                <c:pt idx="5">
                  <c:v>5283.62929167</c:v>
                </c:pt>
                <c:pt idx="6">
                  <c:v>5618.80563095</c:v>
                </c:pt>
                <c:pt idx="7">
                  <c:v>8819.12482222</c:v>
                </c:pt>
                <c:pt idx="8">
                  <c:v>8972.36095833</c:v>
                </c:pt>
                <c:pt idx="9">
                  <c:v>10515.2151389</c:v>
                </c:pt>
                <c:pt idx="10">
                  <c:v>9752.38208333</c:v>
                </c:pt>
                <c:pt idx="11">
                  <c:v>10016.4882302</c:v>
                </c:pt>
                <c:pt idx="12">
                  <c:v>10774.7553258</c:v>
                </c:pt>
                <c:pt idx="13">
                  <c:v>22362.061375</c:v>
                </c:pt>
                <c:pt idx="14">
                  <c:v>24274.23264</c:v>
                </c:pt>
                <c:pt idx="15">
                  <c:v>14333.0319103</c:v>
                </c:pt>
                <c:pt idx="16">
                  <c:v>15249.584784</c:v>
                </c:pt>
                <c:pt idx="17">
                  <c:v>15532.2585119</c:v>
                </c:pt>
                <c:pt idx="18">
                  <c:v>16098.735</c:v>
                </c:pt>
                <c:pt idx="19">
                  <c:v>24834.9098437</c:v>
                </c:pt>
                <c:pt idx="20">
                  <c:v>18451.0254848</c:v>
                </c:pt>
                <c:pt idx="21">
                  <c:v>26415.190049</c:v>
                </c:pt>
                <c:pt idx="22">
                  <c:v>31847.2725714</c:v>
                </c:pt>
                <c:pt idx="23">
                  <c:v>21279.2106991</c:v>
                </c:pt>
                <c:pt idx="24">
                  <c:v>26585.7914786</c:v>
                </c:pt>
                <c:pt idx="25">
                  <c:v>33419.91105</c:v>
                </c:pt>
                <c:pt idx="26">
                  <c:v>30704.9045119</c:v>
                </c:pt>
                <c:pt idx="27">
                  <c:v>29714.5005606</c:v>
                </c:pt>
                <c:pt idx="28">
                  <c:v>36811.3216481</c:v>
                </c:pt>
                <c:pt idx="29">
                  <c:v>33872.0875833</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44.1055416667</c:v>
                </c:pt>
                <c:pt idx="1">
                  <c:v>1097.42683333</c:v>
                </c:pt>
                <c:pt idx="2">
                  <c:v>4546.7355</c:v>
                </c:pt>
                <c:pt idx="3">
                  <c:v>8187.32587037</c:v>
                </c:pt>
                <c:pt idx="4">
                  <c:v>9177.83645</c:v>
                </c:pt>
                <c:pt idx="5">
                  <c:v>13884.3658194</c:v>
                </c:pt>
                <c:pt idx="6">
                  <c:v>18778.6595595</c:v>
                </c:pt>
                <c:pt idx="7">
                  <c:v>16297.9721</c:v>
                </c:pt>
                <c:pt idx="8">
                  <c:v>13494.1787708</c:v>
                </c:pt>
                <c:pt idx="9">
                  <c:v>18187.1180648</c:v>
                </c:pt>
                <c:pt idx="10">
                  <c:v>12323.0700417</c:v>
                </c:pt>
                <c:pt idx="11">
                  <c:v>12474.3808571</c:v>
                </c:pt>
                <c:pt idx="12">
                  <c:v>23540.4137576</c:v>
                </c:pt>
                <c:pt idx="13">
                  <c:v>27220.0429097</c:v>
                </c:pt>
                <c:pt idx="14">
                  <c:v>27040.3492133</c:v>
                </c:pt>
                <c:pt idx="15">
                  <c:v>18724.19625</c:v>
                </c:pt>
                <c:pt idx="16">
                  <c:v>35054.0712716</c:v>
                </c:pt>
                <c:pt idx="17">
                  <c:v>37525.6184881</c:v>
                </c:pt>
                <c:pt idx="18">
                  <c:v>26900.1662278</c:v>
                </c:pt>
                <c:pt idx="19">
                  <c:v>46253.347151</c:v>
                </c:pt>
                <c:pt idx="20">
                  <c:v>43851.7264394</c:v>
                </c:pt>
                <c:pt idx="21">
                  <c:v>39338.7074902</c:v>
                </c:pt>
                <c:pt idx="22">
                  <c:v>47124.7665857</c:v>
                </c:pt>
                <c:pt idx="23">
                  <c:v>45350.6168148</c:v>
                </c:pt>
                <c:pt idx="24">
                  <c:v>62797.8471496</c:v>
                </c:pt>
                <c:pt idx="25">
                  <c:v>58765.1248375</c:v>
                </c:pt>
                <c:pt idx="26">
                  <c:v>60544.0089643</c:v>
                </c:pt>
                <c:pt idx="27">
                  <c:v>52767.7466136</c:v>
                </c:pt>
                <c:pt idx="28">
                  <c:v>64890.3385852</c:v>
                </c:pt>
                <c:pt idx="29">
                  <c:v>61570.6762604</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27.755625</c:v>
                </c:pt>
                <c:pt idx="1">
                  <c:v>112.780888889</c:v>
                </c:pt>
                <c:pt idx="2">
                  <c:v>3177.675625</c:v>
                </c:pt>
                <c:pt idx="3">
                  <c:v>2626.3202037</c:v>
                </c:pt>
                <c:pt idx="4">
                  <c:v>4547.75683333</c:v>
                </c:pt>
                <c:pt idx="5">
                  <c:v>6179.53944444</c:v>
                </c:pt>
                <c:pt idx="6">
                  <c:v>10139.7780476</c:v>
                </c:pt>
                <c:pt idx="7">
                  <c:v>6869.57588889</c:v>
                </c:pt>
                <c:pt idx="8">
                  <c:v>9226.11303125</c:v>
                </c:pt>
                <c:pt idx="9">
                  <c:v>10306.577713</c:v>
                </c:pt>
                <c:pt idx="10">
                  <c:v>17145.60995</c:v>
                </c:pt>
                <c:pt idx="11">
                  <c:v>12400.563881</c:v>
                </c:pt>
                <c:pt idx="12">
                  <c:v>22529.4775606</c:v>
                </c:pt>
                <c:pt idx="13">
                  <c:v>14189.917125</c:v>
                </c:pt>
                <c:pt idx="14">
                  <c:v>13385.8160333</c:v>
                </c:pt>
                <c:pt idx="15">
                  <c:v>22428.7759936</c:v>
                </c:pt>
                <c:pt idx="16">
                  <c:v>15004.198284</c:v>
                </c:pt>
                <c:pt idx="17">
                  <c:v>14497.9658988</c:v>
                </c:pt>
                <c:pt idx="18">
                  <c:v>17514.0001778</c:v>
                </c:pt>
                <c:pt idx="19">
                  <c:v>16372.6944687</c:v>
                </c:pt>
                <c:pt idx="20">
                  <c:v>37496.2336313</c:v>
                </c:pt>
                <c:pt idx="21">
                  <c:v>19900.3928922</c:v>
                </c:pt>
                <c:pt idx="22">
                  <c:v>22958.9856571</c:v>
                </c:pt>
                <c:pt idx="23">
                  <c:v>21460.724713</c:v>
                </c:pt>
                <c:pt idx="24">
                  <c:v>30985.3106282</c:v>
                </c:pt>
                <c:pt idx="25">
                  <c:v>25852.0995375</c:v>
                </c:pt>
                <c:pt idx="26">
                  <c:v>38424.9186111</c:v>
                </c:pt>
                <c:pt idx="27">
                  <c:v>42605.3058371</c:v>
                </c:pt>
                <c:pt idx="28">
                  <c:v>35565.1330444</c:v>
                </c:pt>
                <c:pt idx="29">
                  <c:v>52424.7926146</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57.9783333333</c:v>
                </c:pt>
                <c:pt idx="1">
                  <c:v>1352.39180556</c:v>
                </c:pt>
                <c:pt idx="2">
                  <c:v>6769.9140625</c:v>
                </c:pt>
                <c:pt idx="3">
                  <c:v>8439.32403704</c:v>
                </c:pt>
                <c:pt idx="4">
                  <c:v>6837.9602</c:v>
                </c:pt>
                <c:pt idx="5">
                  <c:v>11616.6548056</c:v>
                </c:pt>
                <c:pt idx="6">
                  <c:v>15621.1810595</c:v>
                </c:pt>
                <c:pt idx="7">
                  <c:v>12399.6632111</c:v>
                </c:pt>
                <c:pt idx="8">
                  <c:v>14179.5559375</c:v>
                </c:pt>
                <c:pt idx="9">
                  <c:v>17202.4443611</c:v>
                </c:pt>
                <c:pt idx="10">
                  <c:v>19180.56095</c:v>
                </c:pt>
                <c:pt idx="11">
                  <c:v>22563.3053968</c:v>
                </c:pt>
                <c:pt idx="12">
                  <c:v>23320.7214318</c:v>
                </c:pt>
                <c:pt idx="13">
                  <c:v>20711.0633194</c:v>
                </c:pt>
                <c:pt idx="14">
                  <c:v>36343.8989933</c:v>
                </c:pt>
                <c:pt idx="15">
                  <c:v>27943.3154167</c:v>
                </c:pt>
                <c:pt idx="16">
                  <c:v>27511.5534506</c:v>
                </c:pt>
                <c:pt idx="17">
                  <c:v>36087.2027321</c:v>
                </c:pt>
                <c:pt idx="18">
                  <c:v>24593.3723611</c:v>
                </c:pt>
                <c:pt idx="19">
                  <c:v>28708.4466406</c:v>
                </c:pt>
                <c:pt idx="20">
                  <c:v>53231.446298</c:v>
                </c:pt>
                <c:pt idx="21">
                  <c:v>36896.3016176</c:v>
                </c:pt>
                <c:pt idx="22">
                  <c:v>43876.3083286</c:v>
                </c:pt>
                <c:pt idx="23">
                  <c:v>30128.3707546</c:v>
                </c:pt>
                <c:pt idx="24">
                  <c:v>55603.7797051</c:v>
                </c:pt>
                <c:pt idx="25">
                  <c:v>58223.81285</c:v>
                </c:pt>
                <c:pt idx="26">
                  <c:v>64171.2459643</c:v>
                </c:pt>
                <c:pt idx="27">
                  <c:v>68013.5098598</c:v>
                </c:pt>
                <c:pt idx="28">
                  <c:v>58410.5544185</c:v>
                </c:pt>
                <c:pt idx="29">
                  <c:v>60245.3829375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Neighbour query phase</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13.4401666667</c:v>
                </c:pt>
                <c:pt idx="1">
                  <c:v>33.6604444444</c:v>
                </c:pt>
                <c:pt idx="2">
                  <c:v>33.5163333333</c:v>
                </c:pt>
                <c:pt idx="3">
                  <c:v>50.5356</c:v>
                </c:pt>
                <c:pt idx="4">
                  <c:v>76.9089166667</c:v>
                </c:pt>
                <c:pt idx="5">
                  <c:v>52.1059761905</c:v>
                </c:pt>
                <c:pt idx="6">
                  <c:v>3410.93210417</c:v>
                </c:pt>
                <c:pt idx="7">
                  <c:v>5450.31672222</c:v>
                </c:pt>
                <c:pt idx="8">
                  <c:v>7813.45378333</c:v>
                </c:pt>
                <c:pt idx="9">
                  <c:v>9948.97751515</c:v>
                </c:pt>
                <c:pt idx="10">
                  <c:v>18251.0119167</c:v>
                </c:pt>
                <c:pt idx="11">
                  <c:v>34493.7263333</c:v>
                </c:pt>
                <c:pt idx="12">
                  <c:v>17029.1795357</c:v>
                </c:pt>
                <c:pt idx="13">
                  <c:v>37378.4455</c:v>
                </c:pt>
                <c:pt idx="14">
                  <c:v>25751.1005521</c:v>
                </c:pt>
                <c:pt idx="15">
                  <c:v>40275.3161471</c:v>
                </c:pt>
                <c:pt idx="16">
                  <c:v>31997.5084352</c:v>
                </c:pt>
                <c:pt idx="17">
                  <c:v>55471.8292719</c:v>
                </c:pt>
                <c:pt idx="18">
                  <c:v>72021.8471667</c:v>
                </c:pt>
                <c:pt idx="19">
                  <c:v>45763.5057143</c:v>
                </c:pt>
                <c:pt idx="20">
                  <c:v>72382.0679242</c:v>
                </c:pt>
                <c:pt idx="21">
                  <c:v>79398.3933333</c:v>
                </c:pt>
                <c:pt idx="22">
                  <c:v>66492.6842569</c:v>
                </c:pt>
                <c:pt idx="23">
                  <c:v>74457.8267733</c:v>
                </c:pt>
                <c:pt idx="24">
                  <c:v>85251.8637179</c:v>
                </c:pt>
                <c:pt idx="25">
                  <c:v>120701.117593</c:v>
                </c:pt>
                <c:pt idx="26">
                  <c:v>98100.4468095</c:v>
                </c:pt>
                <c:pt idx="27">
                  <c:v>147155.510103</c:v>
                </c:pt>
                <c:pt idx="28">
                  <c:v>131161.111267</c:v>
                </c:pt>
                <c:pt idx="29">
                  <c:v>154967.413629</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17.0021666667</c:v>
                </c:pt>
                <c:pt idx="1">
                  <c:v>20.8336111111</c:v>
                </c:pt>
                <c:pt idx="2">
                  <c:v>41.5925</c:v>
                </c:pt>
                <c:pt idx="3">
                  <c:v>31.4890666667</c:v>
                </c:pt>
                <c:pt idx="4">
                  <c:v>335.111972222</c:v>
                </c:pt>
                <c:pt idx="5">
                  <c:v>631.968333333</c:v>
                </c:pt>
                <c:pt idx="6">
                  <c:v>1958.5588125</c:v>
                </c:pt>
                <c:pt idx="7">
                  <c:v>3418.80262963</c:v>
                </c:pt>
                <c:pt idx="8">
                  <c:v>4163.35341667</c:v>
                </c:pt>
                <c:pt idx="9">
                  <c:v>5316.51787879</c:v>
                </c:pt>
                <c:pt idx="10">
                  <c:v>8116.64590278</c:v>
                </c:pt>
                <c:pt idx="11">
                  <c:v>7961.2685641</c:v>
                </c:pt>
                <c:pt idx="12">
                  <c:v>7865.90505952</c:v>
                </c:pt>
                <c:pt idx="13">
                  <c:v>10960.4805889</c:v>
                </c:pt>
                <c:pt idx="14">
                  <c:v>13136.0188021</c:v>
                </c:pt>
                <c:pt idx="15">
                  <c:v>8615.65257843</c:v>
                </c:pt>
                <c:pt idx="16">
                  <c:v>10867.7660741</c:v>
                </c:pt>
                <c:pt idx="17">
                  <c:v>17866.9537281</c:v>
                </c:pt>
                <c:pt idx="18">
                  <c:v>18005.367375</c:v>
                </c:pt>
                <c:pt idx="19">
                  <c:v>17488.005754</c:v>
                </c:pt>
                <c:pt idx="20">
                  <c:v>18079.9282121</c:v>
                </c:pt>
                <c:pt idx="21">
                  <c:v>21626.6658913</c:v>
                </c:pt>
                <c:pt idx="22">
                  <c:v>20639.2578889</c:v>
                </c:pt>
                <c:pt idx="23">
                  <c:v>16530.0249333</c:v>
                </c:pt>
                <c:pt idx="24">
                  <c:v>18618.4914872</c:v>
                </c:pt>
                <c:pt idx="25">
                  <c:v>27171.2053025</c:v>
                </c:pt>
                <c:pt idx="26">
                  <c:v>24550.2644226</c:v>
                </c:pt>
                <c:pt idx="27">
                  <c:v>24728.6347356</c:v>
                </c:pt>
                <c:pt idx="28">
                  <c:v>30300.47915</c:v>
                </c:pt>
                <c:pt idx="29">
                  <c:v>22732.7738333</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10.43225</c:v>
                </c:pt>
                <c:pt idx="1">
                  <c:v>15.6711666667</c:v>
                </c:pt>
                <c:pt idx="2">
                  <c:v>27.7237083333</c:v>
                </c:pt>
                <c:pt idx="3">
                  <c:v>81.1534333333</c:v>
                </c:pt>
                <c:pt idx="4">
                  <c:v>32.8118888889</c:v>
                </c:pt>
                <c:pt idx="5">
                  <c:v>88.6221190476</c:v>
                </c:pt>
                <c:pt idx="6">
                  <c:v>5422.59089583</c:v>
                </c:pt>
                <c:pt idx="7">
                  <c:v>3366.72790741</c:v>
                </c:pt>
                <c:pt idx="8">
                  <c:v>4778.26553333</c:v>
                </c:pt>
                <c:pt idx="9">
                  <c:v>7226.84031818</c:v>
                </c:pt>
                <c:pt idx="10">
                  <c:v>8607.62708333</c:v>
                </c:pt>
                <c:pt idx="11">
                  <c:v>7438.53439744</c:v>
                </c:pt>
                <c:pt idx="12">
                  <c:v>11626.2089405</c:v>
                </c:pt>
                <c:pt idx="13">
                  <c:v>13066.558</c:v>
                </c:pt>
                <c:pt idx="14">
                  <c:v>14057.3565</c:v>
                </c:pt>
                <c:pt idx="15">
                  <c:v>14344.1177941</c:v>
                </c:pt>
                <c:pt idx="16">
                  <c:v>12793.5372778</c:v>
                </c:pt>
                <c:pt idx="17">
                  <c:v>13336.4016316</c:v>
                </c:pt>
                <c:pt idx="18">
                  <c:v>26522.8799833</c:v>
                </c:pt>
                <c:pt idx="19">
                  <c:v>15745.6810714</c:v>
                </c:pt>
                <c:pt idx="20">
                  <c:v>14809.1927803</c:v>
                </c:pt>
                <c:pt idx="21">
                  <c:v>18125.8961667</c:v>
                </c:pt>
                <c:pt idx="22">
                  <c:v>21580.6086528</c:v>
                </c:pt>
                <c:pt idx="23">
                  <c:v>15952.56058</c:v>
                </c:pt>
                <c:pt idx="24">
                  <c:v>16891.6032308</c:v>
                </c:pt>
                <c:pt idx="25">
                  <c:v>24263.4241173</c:v>
                </c:pt>
                <c:pt idx="26">
                  <c:v>24664.0230833</c:v>
                </c:pt>
                <c:pt idx="27">
                  <c:v>36198.036408</c:v>
                </c:pt>
                <c:pt idx="28">
                  <c:v>28466.8113611</c:v>
                </c:pt>
                <c:pt idx="29">
                  <c:v>41318.6215161</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10.8119166667</c:v>
                </c:pt>
                <c:pt idx="1">
                  <c:v>28.8361666667</c:v>
                </c:pt>
                <c:pt idx="2">
                  <c:v>16.0464166667</c:v>
                </c:pt>
                <c:pt idx="3">
                  <c:v>29.0177</c:v>
                </c:pt>
                <c:pt idx="4">
                  <c:v>56.7063055556</c:v>
                </c:pt>
                <c:pt idx="5">
                  <c:v>47.255547619</c:v>
                </c:pt>
                <c:pt idx="6">
                  <c:v>1770.14329167</c:v>
                </c:pt>
                <c:pt idx="7">
                  <c:v>4894.38935185</c:v>
                </c:pt>
                <c:pt idx="8">
                  <c:v>7167.0168</c:v>
                </c:pt>
                <c:pt idx="9">
                  <c:v>8164.40257576</c:v>
                </c:pt>
                <c:pt idx="10">
                  <c:v>7993.1095</c:v>
                </c:pt>
                <c:pt idx="11">
                  <c:v>20981.7743205</c:v>
                </c:pt>
                <c:pt idx="12">
                  <c:v>16540.9064167</c:v>
                </c:pt>
                <c:pt idx="13">
                  <c:v>15695.0337889</c:v>
                </c:pt>
                <c:pt idx="14">
                  <c:v>18367.9399167</c:v>
                </c:pt>
                <c:pt idx="15">
                  <c:v>26729.7859216</c:v>
                </c:pt>
                <c:pt idx="16">
                  <c:v>23277.0610833</c:v>
                </c:pt>
                <c:pt idx="17">
                  <c:v>36097.2647807</c:v>
                </c:pt>
                <c:pt idx="18">
                  <c:v>56160.6246167</c:v>
                </c:pt>
                <c:pt idx="19">
                  <c:v>32340.6590317</c:v>
                </c:pt>
                <c:pt idx="20">
                  <c:v>63227.4725152</c:v>
                </c:pt>
                <c:pt idx="21">
                  <c:v>66609.8441014</c:v>
                </c:pt>
                <c:pt idx="22">
                  <c:v>66345.7412708</c:v>
                </c:pt>
                <c:pt idx="23">
                  <c:v>55073.1134667</c:v>
                </c:pt>
                <c:pt idx="24">
                  <c:v>45421.2282308</c:v>
                </c:pt>
                <c:pt idx="25">
                  <c:v>107094.87316</c:v>
                </c:pt>
                <c:pt idx="26">
                  <c:v>82618.1187619</c:v>
                </c:pt>
                <c:pt idx="27">
                  <c:v>100327.680552</c:v>
                </c:pt>
                <c:pt idx="28">
                  <c:v>126814.039317</c:v>
                </c:pt>
                <c:pt idx="29">
                  <c:v>116031.058839</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16.6944166667</c:v>
                </c:pt>
                <c:pt idx="1">
                  <c:v>55.9455</c:v>
                </c:pt>
                <c:pt idx="2">
                  <c:v>392.3625</c:v>
                </c:pt>
                <c:pt idx="3">
                  <c:v>51.4904</c:v>
                </c:pt>
                <c:pt idx="4">
                  <c:v>3054.08255556</c:v>
                </c:pt>
                <c:pt idx="5">
                  <c:v>6946.83897619</c:v>
                </c:pt>
                <c:pt idx="6">
                  <c:v>8712.182125</c:v>
                </c:pt>
                <c:pt idx="7">
                  <c:v>7101.85505556</c:v>
                </c:pt>
                <c:pt idx="8">
                  <c:v>10781.0151833</c:v>
                </c:pt>
                <c:pt idx="9">
                  <c:v>11071.7594394</c:v>
                </c:pt>
                <c:pt idx="10">
                  <c:v>25287.5335139</c:v>
                </c:pt>
                <c:pt idx="11">
                  <c:v>37595.8264615</c:v>
                </c:pt>
                <c:pt idx="12">
                  <c:v>27444.1090476</c:v>
                </c:pt>
                <c:pt idx="13">
                  <c:v>44467.6305222</c:v>
                </c:pt>
                <c:pt idx="14">
                  <c:v>49721.9113229</c:v>
                </c:pt>
                <c:pt idx="15">
                  <c:v>45640.1348627</c:v>
                </c:pt>
                <c:pt idx="16">
                  <c:v>33067.2071944</c:v>
                </c:pt>
                <c:pt idx="17">
                  <c:v>67599.4583772</c:v>
                </c:pt>
                <c:pt idx="18">
                  <c:v>79210.51605</c:v>
                </c:pt>
                <c:pt idx="19">
                  <c:v>109012.063643</c:v>
                </c:pt>
                <c:pt idx="20">
                  <c:v>80310.3015682</c:v>
                </c:pt>
                <c:pt idx="21">
                  <c:v>93145.1745072</c:v>
                </c:pt>
                <c:pt idx="22">
                  <c:v>91314.6186528</c:v>
                </c:pt>
                <c:pt idx="23">
                  <c:v>102590.70276</c:v>
                </c:pt>
                <c:pt idx="24">
                  <c:v>85768.0920962</c:v>
                </c:pt>
                <c:pt idx="25">
                  <c:v>165822.961148</c:v>
                </c:pt>
                <c:pt idx="26">
                  <c:v>179793.349768</c:v>
                </c:pt>
                <c:pt idx="27">
                  <c:v>152825.519971</c:v>
                </c:pt>
                <c:pt idx="28">
                  <c:v>178728.571922</c:v>
                </c:pt>
                <c:pt idx="29">
                  <c:v>181603.13943</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7.627</c:v>
                </c:pt>
                <c:pt idx="1">
                  <c:v>20.2442222222</c:v>
                </c:pt>
                <c:pt idx="2">
                  <c:v>23.2025833333</c:v>
                </c:pt>
                <c:pt idx="3">
                  <c:v>17.5402666667</c:v>
                </c:pt>
                <c:pt idx="4">
                  <c:v>24.9274166667</c:v>
                </c:pt>
                <c:pt idx="5">
                  <c:v>213.577904762</c:v>
                </c:pt>
                <c:pt idx="6">
                  <c:v>1322.15975</c:v>
                </c:pt>
                <c:pt idx="7">
                  <c:v>2299.15485185</c:v>
                </c:pt>
                <c:pt idx="8">
                  <c:v>3195.18543333</c:v>
                </c:pt>
                <c:pt idx="9">
                  <c:v>3780.77778788</c:v>
                </c:pt>
                <c:pt idx="10">
                  <c:v>4518.83676389</c:v>
                </c:pt>
                <c:pt idx="11">
                  <c:v>7902.42108974</c:v>
                </c:pt>
                <c:pt idx="12">
                  <c:v>6707.52154762</c:v>
                </c:pt>
                <c:pt idx="13">
                  <c:v>6630.28984444</c:v>
                </c:pt>
                <c:pt idx="14">
                  <c:v>9026.79180208</c:v>
                </c:pt>
                <c:pt idx="15">
                  <c:v>6865.22864706</c:v>
                </c:pt>
                <c:pt idx="16">
                  <c:v>9918.58468519</c:v>
                </c:pt>
                <c:pt idx="17">
                  <c:v>17243.8540088</c:v>
                </c:pt>
                <c:pt idx="18">
                  <c:v>16194.1002833</c:v>
                </c:pt>
                <c:pt idx="19">
                  <c:v>13273.3771984</c:v>
                </c:pt>
                <c:pt idx="20">
                  <c:v>15804.242947</c:v>
                </c:pt>
                <c:pt idx="21">
                  <c:v>15954.5031377</c:v>
                </c:pt>
                <c:pt idx="22">
                  <c:v>10813.3284028</c:v>
                </c:pt>
                <c:pt idx="23">
                  <c:v>15844.6464533</c:v>
                </c:pt>
                <c:pt idx="24">
                  <c:v>11476.0637436</c:v>
                </c:pt>
                <c:pt idx="25">
                  <c:v>25642.8536543</c:v>
                </c:pt>
                <c:pt idx="26">
                  <c:v>17518.6460893</c:v>
                </c:pt>
                <c:pt idx="27">
                  <c:v>22433.8562931</c:v>
                </c:pt>
                <c:pt idx="28">
                  <c:v>22703.7857056</c:v>
                </c:pt>
                <c:pt idx="29">
                  <c:v>21548.9014355</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19.854</c:v>
                </c:pt>
                <c:pt idx="1">
                  <c:v>24.7293888889</c:v>
                </c:pt>
                <c:pt idx="2">
                  <c:v>550.947333333</c:v>
                </c:pt>
                <c:pt idx="3">
                  <c:v>95.3596333333</c:v>
                </c:pt>
                <c:pt idx="4">
                  <c:v>701.82525</c:v>
                </c:pt>
                <c:pt idx="5">
                  <c:v>1291.38730952</c:v>
                </c:pt>
                <c:pt idx="6">
                  <c:v>4724.3628125</c:v>
                </c:pt>
                <c:pt idx="7">
                  <c:v>4896.50777778</c:v>
                </c:pt>
                <c:pt idx="8">
                  <c:v>4955.4351</c:v>
                </c:pt>
                <c:pt idx="9">
                  <c:v>7972.09025758</c:v>
                </c:pt>
                <c:pt idx="10">
                  <c:v>14623.1587917</c:v>
                </c:pt>
                <c:pt idx="11">
                  <c:v>11511.9916923</c:v>
                </c:pt>
                <c:pt idx="12">
                  <c:v>13922.818381</c:v>
                </c:pt>
                <c:pt idx="13">
                  <c:v>11415.3236778</c:v>
                </c:pt>
                <c:pt idx="14">
                  <c:v>14636.6717292</c:v>
                </c:pt>
                <c:pt idx="15">
                  <c:v>13697.4849804</c:v>
                </c:pt>
                <c:pt idx="16">
                  <c:v>14813.5468889</c:v>
                </c:pt>
                <c:pt idx="17">
                  <c:v>18517.4110877</c:v>
                </c:pt>
                <c:pt idx="18">
                  <c:v>27371.2467667</c:v>
                </c:pt>
                <c:pt idx="19">
                  <c:v>22942.8900476</c:v>
                </c:pt>
                <c:pt idx="20">
                  <c:v>19960.6596894</c:v>
                </c:pt>
                <c:pt idx="21">
                  <c:v>25570.8023551</c:v>
                </c:pt>
                <c:pt idx="22">
                  <c:v>27667.1219792</c:v>
                </c:pt>
                <c:pt idx="23">
                  <c:v>23032.99716</c:v>
                </c:pt>
                <c:pt idx="24">
                  <c:v>26325.3495321</c:v>
                </c:pt>
                <c:pt idx="25">
                  <c:v>29604.1906111</c:v>
                </c:pt>
                <c:pt idx="26">
                  <c:v>29504.2214107</c:v>
                </c:pt>
                <c:pt idx="27">
                  <c:v>25161.7642299</c:v>
                </c:pt>
                <c:pt idx="28">
                  <c:v>34702.5766611</c:v>
                </c:pt>
                <c:pt idx="29">
                  <c:v>26683.7148172</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8.656</c:v>
                </c:pt>
                <c:pt idx="1">
                  <c:v>10.2666111111</c:v>
                </c:pt>
                <c:pt idx="2">
                  <c:v>20.66025</c:v>
                </c:pt>
                <c:pt idx="3">
                  <c:v>19.5592666667</c:v>
                </c:pt>
                <c:pt idx="4">
                  <c:v>27.443</c:v>
                </c:pt>
                <c:pt idx="5">
                  <c:v>36.2215</c:v>
                </c:pt>
                <c:pt idx="6">
                  <c:v>1050.03210417</c:v>
                </c:pt>
                <c:pt idx="7">
                  <c:v>2153.24461111</c:v>
                </c:pt>
                <c:pt idx="8">
                  <c:v>4131.703</c:v>
                </c:pt>
                <c:pt idx="9">
                  <c:v>3657.5715</c:v>
                </c:pt>
                <c:pt idx="10">
                  <c:v>4837.42675</c:v>
                </c:pt>
                <c:pt idx="11">
                  <c:v>6545.30628205</c:v>
                </c:pt>
                <c:pt idx="12">
                  <c:v>5994.46670238</c:v>
                </c:pt>
                <c:pt idx="13">
                  <c:v>7091.61486667</c:v>
                </c:pt>
                <c:pt idx="14">
                  <c:v>8446.11566667</c:v>
                </c:pt>
                <c:pt idx="15">
                  <c:v>6631.12539216</c:v>
                </c:pt>
                <c:pt idx="16">
                  <c:v>7539.38365741</c:v>
                </c:pt>
                <c:pt idx="17">
                  <c:v>8906.52704386</c:v>
                </c:pt>
                <c:pt idx="18">
                  <c:v>26024.260925</c:v>
                </c:pt>
                <c:pt idx="19">
                  <c:v>14943.1887857</c:v>
                </c:pt>
                <c:pt idx="20">
                  <c:v>11346.9029621</c:v>
                </c:pt>
                <c:pt idx="21">
                  <c:v>14250.8223623</c:v>
                </c:pt>
                <c:pt idx="22">
                  <c:v>11493.2965139</c:v>
                </c:pt>
                <c:pt idx="23">
                  <c:v>11943.90134</c:v>
                </c:pt>
                <c:pt idx="24">
                  <c:v>16765.9515705</c:v>
                </c:pt>
                <c:pt idx="25">
                  <c:v>12163.0821543</c:v>
                </c:pt>
                <c:pt idx="26">
                  <c:v>24602.6475774</c:v>
                </c:pt>
                <c:pt idx="27">
                  <c:v>21514.9475632</c:v>
                </c:pt>
                <c:pt idx="28">
                  <c:v>27532.0050389</c:v>
                </c:pt>
                <c:pt idx="29">
                  <c:v>21833.5955</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83.8590833333</c:v>
                </c:pt>
                <c:pt idx="1">
                  <c:v>24.654</c:v>
                </c:pt>
                <c:pt idx="2">
                  <c:v>57.9934166667</c:v>
                </c:pt>
                <c:pt idx="3">
                  <c:v>149.755566667</c:v>
                </c:pt>
                <c:pt idx="4">
                  <c:v>45.4255</c:v>
                </c:pt>
                <c:pt idx="5">
                  <c:v>3139.76004762</c:v>
                </c:pt>
                <c:pt idx="6">
                  <c:v>6277.47679167</c:v>
                </c:pt>
                <c:pt idx="7">
                  <c:v>5408.6072037</c:v>
                </c:pt>
                <c:pt idx="8">
                  <c:v>9602.9946</c:v>
                </c:pt>
                <c:pt idx="9">
                  <c:v>7905.48654545</c:v>
                </c:pt>
                <c:pt idx="10">
                  <c:v>9146.898875</c:v>
                </c:pt>
                <c:pt idx="11">
                  <c:v>12163.0666667</c:v>
                </c:pt>
                <c:pt idx="12">
                  <c:v>14272.347119</c:v>
                </c:pt>
                <c:pt idx="13">
                  <c:v>17028.2348556</c:v>
                </c:pt>
                <c:pt idx="14">
                  <c:v>15728.1058542</c:v>
                </c:pt>
                <c:pt idx="15">
                  <c:v>14344.406598</c:v>
                </c:pt>
                <c:pt idx="16">
                  <c:v>12985.1453333</c:v>
                </c:pt>
                <c:pt idx="17">
                  <c:v>14449.6385702</c:v>
                </c:pt>
                <c:pt idx="18">
                  <c:v>28118.28165</c:v>
                </c:pt>
                <c:pt idx="19">
                  <c:v>16787.5663571</c:v>
                </c:pt>
                <c:pt idx="20">
                  <c:v>20468.4236439</c:v>
                </c:pt>
                <c:pt idx="21">
                  <c:v>21334.5483261</c:v>
                </c:pt>
                <c:pt idx="22">
                  <c:v>25498.4542014</c:v>
                </c:pt>
                <c:pt idx="23">
                  <c:v>21759.1274467</c:v>
                </c:pt>
                <c:pt idx="24">
                  <c:v>29482.8592436</c:v>
                </c:pt>
                <c:pt idx="25">
                  <c:v>25041.9574506</c:v>
                </c:pt>
                <c:pt idx="26">
                  <c:v>41390.5391369</c:v>
                </c:pt>
                <c:pt idx="27">
                  <c:v>37684.272908</c:v>
                </c:pt>
                <c:pt idx="28">
                  <c:v>30533.2397889</c:v>
                </c:pt>
                <c:pt idx="29">
                  <c:v>48080.1631075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Neighbour reply phase</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108.187375</c:v>
                </c:pt>
                <c:pt idx="1">
                  <c:v>1863.26322222</c:v>
                </c:pt>
                <c:pt idx="2">
                  <c:v>1251.560375</c:v>
                </c:pt>
                <c:pt idx="3">
                  <c:v>1301.5682963</c:v>
                </c:pt>
                <c:pt idx="4">
                  <c:v>3145.674</c:v>
                </c:pt>
                <c:pt idx="5">
                  <c:v>3168.80630556</c:v>
                </c:pt>
                <c:pt idx="6">
                  <c:v>7049.29609524</c:v>
                </c:pt>
                <c:pt idx="7">
                  <c:v>7679.38497778</c:v>
                </c:pt>
                <c:pt idx="8">
                  <c:v>5402.45436458</c:v>
                </c:pt>
                <c:pt idx="9">
                  <c:v>6356.37467593</c:v>
                </c:pt>
                <c:pt idx="10">
                  <c:v>14255.8872</c:v>
                </c:pt>
                <c:pt idx="11">
                  <c:v>13766.6262619</c:v>
                </c:pt>
                <c:pt idx="12">
                  <c:v>8387.43458333</c:v>
                </c:pt>
                <c:pt idx="13">
                  <c:v>12028.8784792</c:v>
                </c:pt>
                <c:pt idx="14">
                  <c:v>12484.8647733</c:v>
                </c:pt>
                <c:pt idx="15">
                  <c:v>11165.7740577</c:v>
                </c:pt>
                <c:pt idx="16">
                  <c:v>17575.586821</c:v>
                </c:pt>
                <c:pt idx="17">
                  <c:v>17013.040506</c:v>
                </c:pt>
                <c:pt idx="18">
                  <c:v>22564.4786333</c:v>
                </c:pt>
                <c:pt idx="19">
                  <c:v>17616.1884062</c:v>
                </c:pt>
                <c:pt idx="20">
                  <c:v>23962.3557677</c:v>
                </c:pt>
                <c:pt idx="21">
                  <c:v>23814.8312843</c:v>
                </c:pt>
                <c:pt idx="22">
                  <c:v>25545.6295429</c:v>
                </c:pt>
                <c:pt idx="23">
                  <c:v>29071.647375</c:v>
                </c:pt>
                <c:pt idx="24">
                  <c:v>29037.062453</c:v>
                </c:pt>
                <c:pt idx="25">
                  <c:v>38639.248025</c:v>
                </c:pt>
                <c:pt idx="26">
                  <c:v>46448.1225437</c:v>
                </c:pt>
                <c:pt idx="27">
                  <c:v>30765.1090492</c:v>
                </c:pt>
                <c:pt idx="28">
                  <c:v>47547.7055593</c:v>
                </c:pt>
                <c:pt idx="29">
                  <c:v>39108.8169444</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24.95</c:v>
                </c:pt>
                <c:pt idx="1">
                  <c:v>112.001305556</c:v>
                </c:pt>
                <c:pt idx="2">
                  <c:v>1454.85345833</c:v>
                </c:pt>
                <c:pt idx="3">
                  <c:v>2969.54164815</c:v>
                </c:pt>
                <c:pt idx="4">
                  <c:v>2249.3306</c:v>
                </c:pt>
                <c:pt idx="5">
                  <c:v>2418.98966667</c:v>
                </c:pt>
                <c:pt idx="6">
                  <c:v>8129.06597619</c:v>
                </c:pt>
                <c:pt idx="7">
                  <c:v>6097.40925556</c:v>
                </c:pt>
                <c:pt idx="8">
                  <c:v>4928.5940625</c:v>
                </c:pt>
                <c:pt idx="9">
                  <c:v>8741.15003704</c:v>
                </c:pt>
                <c:pt idx="10">
                  <c:v>5816.65808333</c:v>
                </c:pt>
                <c:pt idx="11">
                  <c:v>5968.9679127</c:v>
                </c:pt>
                <c:pt idx="12">
                  <c:v>6738.19829545</c:v>
                </c:pt>
                <c:pt idx="13">
                  <c:v>14624.0956181</c:v>
                </c:pt>
                <c:pt idx="14">
                  <c:v>14761.97416</c:v>
                </c:pt>
                <c:pt idx="15">
                  <c:v>8779.04641026</c:v>
                </c:pt>
                <c:pt idx="16">
                  <c:v>19436.8722531</c:v>
                </c:pt>
                <c:pt idx="17">
                  <c:v>17012.6722143</c:v>
                </c:pt>
                <c:pt idx="18">
                  <c:v>11993.2649722</c:v>
                </c:pt>
                <c:pt idx="19">
                  <c:v>14677.096599</c:v>
                </c:pt>
                <c:pt idx="20">
                  <c:v>11488.1141919</c:v>
                </c:pt>
                <c:pt idx="21">
                  <c:v>15174.6863922</c:v>
                </c:pt>
                <c:pt idx="22">
                  <c:v>19984.6599095</c:v>
                </c:pt>
                <c:pt idx="23">
                  <c:v>13822.1242315</c:v>
                </c:pt>
                <c:pt idx="24">
                  <c:v>18887.1718675</c:v>
                </c:pt>
                <c:pt idx="25">
                  <c:v>19998.3638708</c:v>
                </c:pt>
                <c:pt idx="26">
                  <c:v>29090.9515794</c:v>
                </c:pt>
                <c:pt idx="27">
                  <c:v>24129.5867083</c:v>
                </c:pt>
                <c:pt idx="28">
                  <c:v>33142.7064926</c:v>
                </c:pt>
                <c:pt idx="29">
                  <c:v>29262.4490208</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30.838625</c:v>
                </c:pt>
                <c:pt idx="1">
                  <c:v>216.374194444</c:v>
                </c:pt>
                <c:pt idx="2">
                  <c:v>2491.89314583</c:v>
                </c:pt>
                <c:pt idx="3">
                  <c:v>1878.63568519</c:v>
                </c:pt>
                <c:pt idx="4">
                  <c:v>2599.39826667</c:v>
                </c:pt>
                <c:pt idx="5">
                  <c:v>4147.49295833</c:v>
                </c:pt>
                <c:pt idx="6">
                  <c:v>7414.90136905</c:v>
                </c:pt>
                <c:pt idx="7">
                  <c:v>6280.09873333</c:v>
                </c:pt>
                <c:pt idx="8">
                  <c:v>7221.40689583</c:v>
                </c:pt>
                <c:pt idx="9">
                  <c:v>8867.83334259</c:v>
                </c:pt>
                <c:pt idx="10">
                  <c:v>9041.42039167</c:v>
                </c:pt>
                <c:pt idx="11">
                  <c:v>12565.5407063</c:v>
                </c:pt>
                <c:pt idx="12">
                  <c:v>12334.2717197</c:v>
                </c:pt>
                <c:pt idx="13">
                  <c:v>11692.7323125</c:v>
                </c:pt>
                <c:pt idx="14">
                  <c:v>9144.76396</c:v>
                </c:pt>
                <c:pt idx="15">
                  <c:v>12067.9285833</c:v>
                </c:pt>
                <c:pt idx="16">
                  <c:v>13259.1759815</c:v>
                </c:pt>
                <c:pt idx="17">
                  <c:v>15960.3117321</c:v>
                </c:pt>
                <c:pt idx="18">
                  <c:v>10283.2435056</c:v>
                </c:pt>
                <c:pt idx="19">
                  <c:v>10905.7110677</c:v>
                </c:pt>
                <c:pt idx="20">
                  <c:v>22502.1502576</c:v>
                </c:pt>
                <c:pt idx="21">
                  <c:v>11225.6745147</c:v>
                </c:pt>
                <c:pt idx="22">
                  <c:v>20955.3031381</c:v>
                </c:pt>
                <c:pt idx="23">
                  <c:v>14616.1581389</c:v>
                </c:pt>
                <c:pt idx="24">
                  <c:v>20055.9004615</c:v>
                </c:pt>
                <c:pt idx="25">
                  <c:v>19255.7265417</c:v>
                </c:pt>
                <c:pt idx="26">
                  <c:v>21711.0912302</c:v>
                </c:pt>
                <c:pt idx="27">
                  <c:v>28205.5056477</c:v>
                </c:pt>
                <c:pt idx="28">
                  <c:v>28319.5011111</c:v>
                </c:pt>
                <c:pt idx="29">
                  <c:v>29637.5715</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87.4615416667</c:v>
                </c:pt>
                <c:pt idx="1">
                  <c:v>1603.47558333</c:v>
                </c:pt>
                <c:pt idx="2">
                  <c:v>1036.07358333</c:v>
                </c:pt>
                <c:pt idx="3">
                  <c:v>1137.6892963</c:v>
                </c:pt>
                <c:pt idx="4">
                  <c:v>2172.48331667</c:v>
                </c:pt>
                <c:pt idx="5">
                  <c:v>2297.597125</c:v>
                </c:pt>
                <c:pt idx="6">
                  <c:v>4879.39275</c:v>
                </c:pt>
                <c:pt idx="7">
                  <c:v>6430.69446667</c:v>
                </c:pt>
                <c:pt idx="8">
                  <c:v>4574.15421875</c:v>
                </c:pt>
                <c:pt idx="9">
                  <c:v>5764.92575926</c:v>
                </c:pt>
                <c:pt idx="10">
                  <c:v>9133.4883</c:v>
                </c:pt>
                <c:pt idx="11">
                  <c:v>13574.0222778</c:v>
                </c:pt>
                <c:pt idx="12">
                  <c:v>7043.13620455</c:v>
                </c:pt>
                <c:pt idx="13">
                  <c:v>10357.916125</c:v>
                </c:pt>
                <c:pt idx="14">
                  <c:v>9629.73808</c:v>
                </c:pt>
                <c:pt idx="15">
                  <c:v>8667.31145513</c:v>
                </c:pt>
                <c:pt idx="16">
                  <c:v>17041.5580247</c:v>
                </c:pt>
                <c:pt idx="17">
                  <c:v>12019.6634345</c:v>
                </c:pt>
                <c:pt idx="18">
                  <c:v>13827.0314333</c:v>
                </c:pt>
                <c:pt idx="19">
                  <c:v>14163.9629427</c:v>
                </c:pt>
                <c:pt idx="20">
                  <c:v>23709.9906364</c:v>
                </c:pt>
                <c:pt idx="21">
                  <c:v>16238.1627892</c:v>
                </c:pt>
                <c:pt idx="22">
                  <c:v>18251.5974857</c:v>
                </c:pt>
                <c:pt idx="23">
                  <c:v>27549.1769769</c:v>
                </c:pt>
                <c:pt idx="24">
                  <c:v>18098.836</c:v>
                </c:pt>
                <c:pt idx="25">
                  <c:v>17862.8572708</c:v>
                </c:pt>
                <c:pt idx="26">
                  <c:v>27647.8828135</c:v>
                </c:pt>
                <c:pt idx="27">
                  <c:v>29485.9890189</c:v>
                </c:pt>
                <c:pt idx="28">
                  <c:v>22493.4249444</c:v>
                </c:pt>
                <c:pt idx="29">
                  <c:v>29282.8155313</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225.798708333</c:v>
                </c:pt>
                <c:pt idx="1">
                  <c:v>4742.73902778</c:v>
                </c:pt>
                <c:pt idx="2">
                  <c:v>4823.89272917</c:v>
                </c:pt>
                <c:pt idx="3">
                  <c:v>1730.26988889</c:v>
                </c:pt>
                <c:pt idx="4">
                  <c:v>4490.80261667</c:v>
                </c:pt>
                <c:pt idx="5">
                  <c:v>4922.95956944</c:v>
                </c:pt>
                <c:pt idx="6">
                  <c:v>9143.45316667</c:v>
                </c:pt>
                <c:pt idx="7">
                  <c:v>10173.9731778</c:v>
                </c:pt>
                <c:pt idx="8">
                  <c:v>6364.08367708</c:v>
                </c:pt>
                <c:pt idx="9">
                  <c:v>8116.54532407</c:v>
                </c:pt>
                <c:pt idx="10">
                  <c:v>15627.664325</c:v>
                </c:pt>
                <c:pt idx="11">
                  <c:v>13921.1749603</c:v>
                </c:pt>
                <c:pt idx="12">
                  <c:v>13184.3274394</c:v>
                </c:pt>
                <c:pt idx="13">
                  <c:v>14138.1649792</c:v>
                </c:pt>
                <c:pt idx="14">
                  <c:v>25892.2173333</c:v>
                </c:pt>
                <c:pt idx="15">
                  <c:v>13745.0132436</c:v>
                </c:pt>
                <c:pt idx="16">
                  <c:v>26370.9399012</c:v>
                </c:pt>
                <c:pt idx="17">
                  <c:v>25076.2056369</c:v>
                </c:pt>
                <c:pt idx="18">
                  <c:v>27889.4894667</c:v>
                </c:pt>
                <c:pt idx="19">
                  <c:v>20653.858401</c:v>
                </c:pt>
                <c:pt idx="20">
                  <c:v>40061.9324394</c:v>
                </c:pt>
                <c:pt idx="21">
                  <c:v>29337.9259363</c:v>
                </c:pt>
                <c:pt idx="22">
                  <c:v>42356.789381</c:v>
                </c:pt>
                <c:pt idx="23">
                  <c:v>30621.6174028</c:v>
                </c:pt>
                <c:pt idx="24">
                  <c:v>31624.1243419</c:v>
                </c:pt>
                <c:pt idx="25">
                  <c:v>39683.9063625</c:v>
                </c:pt>
                <c:pt idx="26">
                  <c:v>47263.3174325</c:v>
                </c:pt>
                <c:pt idx="27">
                  <c:v>36692.298822</c:v>
                </c:pt>
                <c:pt idx="28">
                  <c:v>50350.801463</c:v>
                </c:pt>
                <c:pt idx="29">
                  <c:v>42665.6961146</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22.229125</c:v>
                </c:pt>
                <c:pt idx="1">
                  <c:v>41.8948611111</c:v>
                </c:pt>
                <c:pt idx="2">
                  <c:v>656.584666667</c:v>
                </c:pt>
                <c:pt idx="3">
                  <c:v>2830.59538889</c:v>
                </c:pt>
                <c:pt idx="4">
                  <c:v>2102.46406667</c:v>
                </c:pt>
                <c:pt idx="5">
                  <c:v>2332.19577778</c:v>
                </c:pt>
                <c:pt idx="6">
                  <c:v>3236.92142857</c:v>
                </c:pt>
                <c:pt idx="7">
                  <c:v>5200.86226667</c:v>
                </c:pt>
                <c:pt idx="8">
                  <c:v>4480.65695833</c:v>
                </c:pt>
                <c:pt idx="9">
                  <c:v>5752.59078704</c:v>
                </c:pt>
                <c:pt idx="10">
                  <c:v>5216.12973333</c:v>
                </c:pt>
                <c:pt idx="11">
                  <c:v>5601.10350794</c:v>
                </c:pt>
                <c:pt idx="12">
                  <c:v>6217.88136364</c:v>
                </c:pt>
                <c:pt idx="13">
                  <c:v>12239.0214792</c:v>
                </c:pt>
                <c:pt idx="14">
                  <c:v>14308.0566867</c:v>
                </c:pt>
                <c:pt idx="15">
                  <c:v>8094.08408974</c:v>
                </c:pt>
                <c:pt idx="16">
                  <c:v>10737.704216</c:v>
                </c:pt>
                <c:pt idx="17">
                  <c:v>8333.73380952</c:v>
                </c:pt>
                <c:pt idx="18">
                  <c:v>9308.54583889</c:v>
                </c:pt>
                <c:pt idx="19">
                  <c:v>14374.9335208</c:v>
                </c:pt>
                <c:pt idx="20">
                  <c:v>11415.4938434</c:v>
                </c:pt>
                <c:pt idx="21">
                  <c:v>12358.8842157</c:v>
                </c:pt>
                <c:pt idx="22">
                  <c:v>17574.288181</c:v>
                </c:pt>
                <c:pt idx="23">
                  <c:v>10103.9760046</c:v>
                </c:pt>
                <c:pt idx="24">
                  <c:v>12651.5730726</c:v>
                </c:pt>
                <c:pt idx="25">
                  <c:v>18991.0546667</c:v>
                </c:pt>
                <c:pt idx="26">
                  <c:v>13086.9259444</c:v>
                </c:pt>
                <c:pt idx="27">
                  <c:v>15811.7484432</c:v>
                </c:pt>
                <c:pt idx="28">
                  <c:v>19591.4328778</c:v>
                </c:pt>
                <c:pt idx="29">
                  <c:v>18164.9384896</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26.5728333333</c:v>
                </c:pt>
                <c:pt idx="1">
                  <c:v>280.803638889</c:v>
                </c:pt>
                <c:pt idx="2">
                  <c:v>2605.91745833</c:v>
                </c:pt>
                <c:pt idx="3">
                  <c:v>5789.09822222</c:v>
                </c:pt>
                <c:pt idx="4">
                  <c:v>5306.08508333</c:v>
                </c:pt>
                <c:pt idx="5">
                  <c:v>6654.90080556</c:v>
                </c:pt>
                <c:pt idx="6">
                  <c:v>9099.8330119</c:v>
                </c:pt>
                <c:pt idx="7">
                  <c:v>6474.67738889</c:v>
                </c:pt>
                <c:pt idx="8">
                  <c:v>6810.70296875</c:v>
                </c:pt>
                <c:pt idx="9">
                  <c:v>9088.73059259</c:v>
                </c:pt>
                <c:pt idx="10">
                  <c:v>6352.5508</c:v>
                </c:pt>
                <c:pt idx="11">
                  <c:v>7516.00915079</c:v>
                </c:pt>
                <c:pt idx="12">
                  <c:v>13371.6931591</c:v>
                </c:pt>
                <c:pt idx="13">
                  <c:v>15046.2551944</c:v>
                </c:pt>
                <c:pt idx="14">
                  <c:v>16372.1576933</c:v>
                </c:pt>
                <c:pt idx="15">
                  <c:v>11003.0225064</c:v>
                </c:pt>
                <c:pt idx="16">
                  <c:v>19993.4636235</c:v>
                </c:pt>
                <c:pt idx="17">
                  <c:v>19128.8893571</c:v>
                </c:pt>
                <c:pt idx="18">
                  <c:v>12853.0275222</c:v>
                </c:pt>
                <c:pt idx="19">
                  <c:v>23874.0898333</c:v>
                </c:pt>
                <c:pt idx="20">
                  <c:v>22949.2770758</c:v>
                </c:pt>
                <c:pt idx="21">
                  <c:v>18553.73775</c:v>
                </c:pt>
                <c:pt idx="22">
                  <c:v>25163.9776238</c:v>
                </c:pt>
                <c:pt idx="23">
                  <c:v>19241.7312083</c:v>
                </c:pt>
                <c:pt idx="24">
                  <c:v>30802.1460556</c:v>
                </c:pt>
                <c:pt idx="25">
                  <c:v>29980.9177833</c:v>
                </c:pt>
                <c:pt idx="26">
                  <c:v>36851.7922937</c:v>
                </c:pt>
                <c:pt idx="27">
                  <c:v>28183.3285379</c:v>
                </c:pt>
                <c:pt idx="28">
                  <c:v>34068.7794074</c:v>
                </c:pt>
                <c:pt idx="29">
                  <c:v>31256.7077361</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20.7109583333</c:v>
                </c:pt>
                <c:pt idx="1">
                  <c:v>62.82375</c:v>
                </c:pt>
                <c:pt idx="2">
                  <c:v>2264.986</c:v>
                </c:pt>
                <c:pt idx="3">
                  <c:v>1765.32998148</c:v>
                </c:pt>
                <c:pt idx="4">
                  <c:v>2101.49595</c:v>
                </c:pt>
                <c:pt idx="5">
                  <c:v>2983.00086111</c:v>
                </c:pt>
                <c:pt idx="6">
                  <c:v>4841.27109524</c:v>
                </c:pt>
                <c:pt idx="7">
                  <c:v>4348.57423333</c:v>
                </c:pt>
                <c:pt idx="8">
                  <c:v>5155.11865625</c:v>
                </c:pt>
                <c:pt idx="9">
                  <c:v>4994.75164815</c:v>
                </c:pt>
                <c:pt idx="10">
                  <c:v>8710.09979167</c:v>
                </c:pt>
                <c:pt idx="11">
                  <c:v>8717.52834921</c:v>
                </c:pt>
                <c:pt idx="12">
                  <c:v>11955.1054167</c:v>
                </c:pt>
                <c:pt idx="13">
                  <c:v>7820.25558333</c:v>
                </c:pt>
                <c:pt idx="14">
                  <c:v>7231.50791333</c:v>
                </c:pt>
                <c:pt idx="15">
                  <c:v>11404.4439231</c:v>
                </c:pt>
                <c:pt idx="16">
                  <c:v>9140.98795062</c:v>
                </c:pt>
                <c:pt idx="17">
                  <c:v>10201.917744</c:v>
                </c:pt>
                <c:pt idx="18">
                  <c:v>10063.7122056</c:v>
                </c:pt>
                <c:pt idx="19">
                  <c:v>8208.92234896</c:v>
                </c:pt>
                <c:pt idx="20">
                  <c:v>18098.8259242</c:v>
                </c:pt>
                <c:pt idx="21">
                  <c:v>10866.7487206</c:v>
                </c:pt>
                <c:pt idx="22">
                  <c:v>11352.1782381</c:v>
                </c:pt>
                <c:pt idx="23">
                  <c:v>11097.9312778</c:v>
                </c:pt>
                <c:pt idx="24">
                  <c:v>15363.7166154</c:v>
                </c:pt>
                <c:pt idx="25">
                  <c:v>13680.088875</c:v>
                </c:pt>
                <c:pt idx="26">
                  <c:v>19797.5967024</c:v>
                </c:pt>
                <c:pt idx="27">
                  <c:v>22852.4372311</c:v>
                </c:pt>
                <c:pt idx="28">
                  <c:v>19239.0979222</c:v>
                </c:pt>
                <c:pt idx="29">
                  <c:v>26929.5050174</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32.5025833333</c:v>
                </c:pt>
                <c:pt idx="1">
                  <c:v>934.600888889</c:v>
                </c:pt>
                <c:pt idx="2">
                  <c:v>3827.78822917</c:v>
                </c:pt>
                <c:pt idx="3">
                  <c:v>6088.50377778</c:v>
                </c:pt>
                <c:pt idx="4">
                  <c:v>2638.47208333</c:v>
                </c:pt>
                <c:pt idx="5">
                  <c:v>4559.38086111</c:v>
                </c:pt>
                <c:pt idx="6">
                  <c:v>8069.58444048</c:v>
                </c:pt>
                <c:pt idx="7">
                  <c:v>6740.76891111</c:v>
                </c:pt>
                <c:pt idx="8">
                  <c:v>8758.16002083</c:v>
                </c:pt>
                <c:pt idx="9">
                  <c:v>9488.45485185</c:v>
                </c:pt>
                <c:pt idx="10">
                  <c:v>9571.59325833</c:v>
                </c:pt>
                <c:pt idx="11">
                  <c:v>14531.3509127</c:v>
                </c:pt>
                <c:pt idx="12">
                  <c:v>14919.7101818</c:v>
                </c:pt>
                <c:pt idx="13">
                  <c:v>12355.1946944</c:v>
                </c:pt>
                <c:pt idx="14">
                  <c:v>21529.7508333</c:v>
                </c:pt>
                <c:pt idx="15">
                  <c:v>16199.0748846</c:v>
                </c:pt>
                <c:pt idx="16">
                  <c:v>13475.1713148</c:v>
                </c:pt>
                <c:pt idx="17">
                  <c:v>19037.4582143</c:v>
                </c:pt>
                <c:pt idx="18">
                  <c:v>14822.5602833</c:v>
                </c:pt>
                <c:pt idx="19">
                  <c:v>13128.4961927</c:v>
                </c:pt>
                <c:pt idx="20">
                  <c:v>29158.9260253</c:v>
                </c:pt>
                <c:pt idx="21">
                  <c:v>23073.4876912</c:v>
                </c:pt>
                <c:pt idx="22">
                  <c:v>24117.0092952</c:v>
                </c:pt>
                <c:pt idx="23">
                  <c:v>16353.7324676</c:v>
                </c:pt>
                <c:pt idx="24">
                  <c:v>30073.202</c:v>
                </c:pt>
                <c:pt idx="25">
                  <c:v>24318.9617917</c:v>
                </c:pt>
                <c:pt idx="26">
                  <c:v>25030.723619</c:v>
                </c:pt>
                <c:pt idx="27">
                  <c:v>29672.3557727</c:v>
                </c:pt>
                <c:pt idx="28">
                  <c:v>30144.0934667</c:v>
                </c:pt>
                <c:pt idx="29">
                  <c:v>30569.2124479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Neighbour reply phase</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10.6418333333</c:v>
                </c:pt>
                <c:pt idx="1">
                  <c:v>24.6583888889</c:v>
                </c:pt>
                <c:pt idx="2">
                  <c:v>25.63325</c:v>
                </c:pt>
                <c:pt idx="3">
                  <c:v>25.6643</c:v>
                </c:pt>
                <c:pt idx="4">
                  <c:v>82.6479166667</c:v>
                </c:pt>
                <c:pt idx="5">
                  <c:v>31.2711904762</c:v>
                </c:pt>
                <c:pt idx="6">
                  <c:v>578.315375</c:v>
                </c:pt>
                <c:pt idx="7">
                  <c:v>1383.53866667</c:v>
                </c:pt>
                <c:pt idx="8">
                  <c:v>1084.36201667</c:v>
                </c:pt>
                <c:pt idx="9">
                  <c:v>1173.81239394</c:v>
                </c:pt>
                <c:pt idx="10">
                  <c:v>1306.03069444</c:v>
                </c:pt>
                <c:pt idx="11">
                  <c:v>4424.20215385</c:v>
                </c:pt>
                <c:pt idx="12">
                  <c:v>4930.8827381</c:v>
                </c:pt>
                <c:pt idx="13">
                  <c:v>4598.58394444</c:v>
                </c:pt>
                <c:pt idx="14">
                  <c:v>4533.35738542</c:v>
                </c:pt>
                <c:pt idx="15">
                  <c:v>4303.41538235</c:v>
                </c:pt>
                <c:pt idx="16">
                  <c:v>3839.9935463</c:v>
                </c:pt>
                <c:pt idx="17">
                  <c:v>5365.93488596</c:v>
                </c:pt>
                <c:pt idx="18">
                  <c:v>10006.9079667</c:v>
                </c:pt>
                <c:pt idx="19">
                  <c:v>6418.12543651</c:v>
                </c:pt>
                <c:pt idx="20">
                  <c:v>9402.97381061</c:v>
                </c:pt>
                <c:pt idx="21">
                  <c:v>8958.02481884</c:v>
                </c:pt>
                <c:pt idx="22">
                  <c:v>6717.60082639</c:v>
                </c:pt>
                <c:pt idx="23">
                  <c:v>8309.42084667</c:v>
                </c:pt>
                <c:pt idx="24">
                  <c:v>6225.55769231</c:v>
                </c:pt>
                <c:pt idx="25">
                  <c:v>11791.8121543</c:v>
                </c:pt>
                <c:pt idx="26">
                  <c:v>7668.24254167</c:v>
                </c:pt>
                <c:pt idx="27">
                  <c:v>13063.3497759</c:v>
                </c:pt>
                <c:pt idx="28">
                  <c:v>11724.7053722</c:v>
                </c:pt>
                <c:pt idx="29">
                  <c:v>16607.911086</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12.7220833333</c:v>
                </c:pt>
                <c:pt idx="1">
                  <c:v>19.2158333333</c:v>
                </c:pt>
                <c:pt idx="2">
                  <c:v>22.4087916667</c:v>
                </c:pt>
                <c:pt idx="3">
                  <c:v>27.9893666667</c:v>
                </c:pt>
                <c:pt idx="4">
                  <c:v>268.150388889</c:v>
                </c:pt>
                <c:pt idx="5">
                  <c:v>265.533642857</c:v>
                </c:pt>
                <c:pt idx="6">
                  <c:v>669.083979167</c:v>
                </c:pt>
                <c:pt idx="7">
                  <c:v>1847.14448148</c:v>
                </c:pt>
                <c:pt idx="8">
                  <c:v>2792.84888333</c:v>
                </c:pt>
                <c:pt idx="9">
                  <c:v>3665.44410606</c:v>
                </c:pt>
                <c:pt idx="10">
                  <c:v>3868.60502778</c:v>
                </c:pt>
                <c:pt idx="11">
                  <c:v>3821.68826923</c:v>
                </c:pt>
                <c:pt idx="12">
                  <c:v>4032.05267857</c:v>
                </c:pt>
                <c:pt idx="13">
                  <c:v>6419.2215</c:v>
                </c:pt>
                <c:pt idx="14">
                  <c:v>6714.2443125</c:v>
                </c:pt>
                <c:pt idx="15">
                  <c:v>5284.37207843</c:v>
                </c:pt>
                <c:pt idx="16">
                  <c:v>6756.07801852</c:v>
                </c:pt>
                <c:pt idx="17">
                  <c:v>10047.5866491</c:v>
                </c:pt>
                <c:pt idx="18">
                  <c:v>11791.2794333</c:v>
                </c:pt>
                <c:pt idx="19">
                  <c:v>8012.69489683</c:v>
                </c:pt>
                <c:pt idx="20">
                  <c:v>10134.7659924</c:v>
                </c:pt>
                <c:pt idx="21">
                  <c:v>12787.3618116</c:v>
                </c:pt>
                <c:pt idx="22">
                  <c:v>12380.9650833</c:v>
                </c:pt>
                <c:pt idx="23">
                  <c:v>11119.8350533</c:v>
                </c:pt>
                <c:pt idx="24">
                  <c:v>10719.1103462</c:v>
                </c:pt>
                <c:pt idx="25">
                  <c:v>15859.3941667</c:v>
                </c:pt>
                <c:pt idx="26">
                  <c:v>15030.992381</c:v>
                </c:pt>
                <c:pt idx="27">
                  <c:v>14730.2496322</c:v>
                </c:pt>
                <c:pt idx="28">
                  <c:v>18723.1745278</c:v>
                </c:pt>
                <c:pt idx="29">
                  <c:v>12759.907957</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6.5235</c:v>
                </c:pt>
                <c:pt idx="1">
                  <c:v>12.4311666667</c:v>
                </c:pt>
                <c:pt idx="2">
                  <c:v>20.0567083333</c:v>
                </c:pt>
                <c:pt idx="3">
                  <c:v>23.2849333333</c:v>
                </c:pt>
                <c:pt idx="4">
                  <c:v>19.8793611111</c:v>
                </c:pt>
                <c:pt idx="5">
                  <c:v>67.413952381</c:v>
                </c:pt>
                <c:pt idx="6">
                  <c:v>2357.067875</c:v>
                </c:pt>
                <c:pt idx="7">
                  <c:v>2151.82148148</c:v>
                </c:pt>
                <c:pt idx="8">
                  <c:v>1776.55416667</c:v>
                </c:pt>
                <c:pt idx="9">
                  <c:v>3013.13143939</c:v>
                </c:pt>
                <c:pt idx="10">
                  <c:v>3463.12594444</c:v>
                </c:pt>
                <c:pt idx="11">
                  <c:v>4249.93994872</c:v>
                </c:pt>
                <c:pt idx="12">
                  <c:v>5789.30932143</c:v>
                </c:pt>
                <c:pt idx="13">
                  <c:v>5937.40028889</c:v>
                </c:pt>
                <c:pt idx="14">
                  <c:v>7533.99004167</c:v>
                </c:pt>
                <c:pt idx="15">
                  <c:v>7603.44988235</c:v>
                </c:pt>
                <c:pt idx="16">
                  <c:v>6501.49462037</c:v>
                </c:pt>
                <c:pt idx="17">
                  <c:v>6828.58265789</c:v>
                </c:pt>
                <c:pt idx="18">
                  <c:v>14925.3540333</c:v>
                </c:pt>
                <c:pt idx="19">
                  <c:v>8378.87034127</c:v>
                </c:pt>
                <c:pt idx="20">
                  <c:v>9927.07631061</c:v>
                </c:pt>
                <c:pt idx="21">
                  <c:v>10245.8844493</c:v>
                </c:pt>
                <c:pt idx="22">
                  <c:v>12653.7419653</c:v>
                </c:pt>
                <c:pt idx="23">
                  <c:v>9651.20353333</c:v>
                </c:pt>
                <c:pt idx="24">
                  <c:v>11582.5941474</c:v>
                </c:pt>
                <c:pt idx="25">
                  <c:v>13513.3521728</c:v>
                </c:pt>
                <c:pt idx="26">
                  <c:v>16225.4659286</c:v>
                </c:pt>
                <c:pt idx="27">
                  <c:v>21247.1767069</c:v>
                </c:pt>
                <c:pt idx="28">
                  <c:v>18665.77175</c:v>
                </c:pt>
                <c:pt idx="29">
                  <c:v>21068.9283441</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8.30133333333</c:v>
                </c:pt>
                <c:pt idx="1">
                  <c:v>18.6918888889</c:v>
                </c:pt>
                <c:pt idx="2">
                  <c:v>11.6713333333</c:v>
                </c:pt>
                <c:pt idx="3">
                  <c:v>15.5497333333</c:v>
                </c:pt>
                <c:pt idx="4">
                  <c:v>39.1190555556</c:v>
                </c:pt>
                <c:pt idx="5">
                  <c:v>21.0738571429</c:v>
                </c:pt>
                <c:pt idx="6">
                  <c:v>427.496541667</c:v>
                </c:pt>
                <c:pt idx="7">
                  <c:v>1141.83144444</c:v>
                </c:pt>
                <c:pt idx="8">
                  <c:v>773.396133333</c:v>
                </c:pt>
                <c:pt idx="9">
                  <c:v>871.606727273</c:v>
                </c:pt>
                <c:pt idx="10">
                  <c:v>1090.79331944</c:v>
                </c:pt>
                <c:pt idx="11">
                  <c:v>1383.12975641</c:v>
                </c:pt>
                <c:pt idx="12">
                  <c:v>1169.06735714</c:v>
                </c:pt>
                <c:pt idx="13">
                  <c:v>3527.90494444</c:v>
                </c:pt>
                <c:pt idx="14">
                  <c:v>2204.66798958</c:v>
                </c:pt>
                <c:pt idx="15">
                  <c:v>2155.36292157</c:v>
                </c:pt>
                <c:pt idx="16">
                  <c:v>3355.75018519</c:v>
                </c:pt>
                <c:pt idx="17">
                  <c:v>4465.25096491</c:v>
                </c:pt>
                <c:pt idx="18">
                  <c:v>7936.52586667</c:v>
                </c:pt>
                <c:pt idx="19">
                  <c:v>3351.5556746</c:v>
                </c:pt>
                <c:pt idx="20">
                  <c:v>5553.70534848</c:v>
                </c:pt>
                <c:pt idx="21">
                  <c:v>6925.5175942</c:v>
                </c:pt>
                <c:pt idx="22">
                  <c:v>5876.39946528</c:v>
                </c:pt>
                <c:pt idx="23">
                  <c:v>3984.98504</c:v>
                </c:pt>
                <c:pt idx="24">
                  <c:v>6033.10080769</c:v>
                </c:pt>
                <c:pt idx="25">
                  <c:v>9250.19737654</c:v>
                </c:pt>
                <c:pt idx="26">
                  <c:v>4735.27102976</c:v>
                </c:pt>
                <c:pt idx="27">
                  <c:v>6390.6004023</c:v>
                </c:pt>
                <c:pt idx="28">
                  <c:v>11062.8502389</c:v>
                </c:pt>
                <c:pt idx="29">
                  <c:v>9670.95306989</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12.7353333333</c:v>
                </c:pt>
                <c:pt idx="1">
                  <c:v>26.809</c:v>
                </c:pt>
                <c:pt idx="2">
                  <c:v>30.443</c:v>
                </c:pt>
                <c:pt idx="3">
                  <c:v>36.8247333333</c:v>
                </c:pt>
                <c:pt idx="4">
                  <c:v>739.358611111</c:v>
                </c:pt>
                <c:pt idx="5">
                  <c:v>580.325357143</c:v>
                </c:pt>
                <c:pt idx="6">
                  <c:v>1699.37595833</c:v>
                </c:pt>
                <c:pt idx="7">
                  <c:v>2545.98905556</c:v>
                </c:pt>
                <c:pt idx="8">
                  <c:v>2567.60615</c:v>
                </c:pt>
                <c:pt idx="9">
                  <c:v>1798.25872727</c:v>
                </c:pt>
                <c:pt idx="10">
                  <c:v>2608.31491667</c:v>
                </c:pt>
                <c:pt idx="11">
                  <c:v>4468.1449359</c:v>
                </c:pt>
                <c:pt idx="12">
                  <c:v>9389.86261905</c:v>
                </c:pt>
                <c:pt idx="13">
                  <c:v>4962.72688889</c:v>
                </c:pt>
                <c:pt idx="14">
                  <c:v>6012.91929167</c:v>
                </c:pt>
                <c:pt idx="15">
                  <c:v>6199.48820588</c:v>
                </c:pt>
                <c:pt idx="16">
                  <c:v>4095.17346296</c:v>
                </c:pt>
                <c:pt idx="17">
                  <c:v>5842.95073684</c:v>
                </c:pt>
                <c:pt idx="18">
                  <c:v>12542.0129917</c:v>
                </c:pt>
                <c:pt idx="19">
                  <c:v>6656.69669048</c:v>
                </c:pt>
                <c:pt idx="20">
                  <c:v>17562.7975227</c:v>
                </c:pt>
                <c:pt idx="21">
                  <c:v>9487.38142754</c:v>
                </c:pt>
                <c:pt idx="22">
                  <c:v>9395.15726389</c:v>
                </c:pt>
                <c:pt idx="23">
                  <c:v>8507.96212667</c:v>
                </c:pt>
                <c:pt idx="24">
                  <c:v>7563.54425</c:v>
                </c:pt>
                <c:pt idx="25">
                  <c:v>12798.5929444</c:v>
                </c:pt>
                <c:pt idx="26">
                  <c:v>17278.1635119</c:v>
                </c:pt>
                <c:pt idx="27">
                  <c:v>15108.1871034</c:v>
                </c:pt>
                <c:pt idx="28">
                  <c:v>19842.6187722</c:v>
                </c:pt>
                <c:pt idx="29">
                  <c:v>26776.490957</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6.11608333333</c:v>
                </c:pt>
                <c:pt idx="1">
                  <c:v>17.8493333333</c:v>
                </c:pt>
                <c:pt idx="2">
                  <c:v>16.498125</c:v>
                </c:pt>
                <c:pt idx="3">
                  <c:v>14.6587</c:v>
                </c:pt>
                <c:pt idx="4">
                  <c:v>20.6553611111</c:v>
                </c:pt>
                <c:pt idx="5">
                  <c:v>136.837595238</c:v>
                </c:pt>
                <c:pt idx="6">
                  <c:v>587.7756875</c:v>
                </c:pt>
                <c:pt idx="7">
                  <c:v>900.982166667</c:v>
                </c:pt>
                <c:pt idx="8">
                  <c:v>1411.03543333</c:v>
                </c:pt>
                <c:pt idx="9">
                  <c:v>2377.83945455</c:v>
                </c:pt>
                <c:pt idx="10">
                  <c:v>2302.39469444</c:v>
                </c:pt>
                <c:pt idx="11">
                  <c:v>2836.90876923</c:v>
                </c:pt>
                <c:pt idx="12">
                  <c:v>4023.69538095</c:v>
                </c:pt>
                <c:pt idx="13">
                  <c:v>3508.8106</c:v>
                </c:pt>
                <c:pt idx="14">
                  <c:v>5065.03415625</c:v>
                </c:pt>
                <c:pt idx="15">
                  <c:v>4128.68729412</c:v>
                </c:pt>
                <c:pt idx="16">
                  <c:v>6107.93523148</c:v>
                </c:pt>
                <c:pt idx="17">
                  <c:v>9330.68492105</c:v>
                </c:pt>
                <c:pt idx="18">
                  <c:v>10522.4829083</c:v>
                </c:pt>
                <c:pt idx="19">
                  <c:v>7584.55546825</c:v>
                </c:pt>
                <c:pt idx="20">
                  <c:v>8122.18346212</c:v>
                </c:pt>
                <c:pt idx="21">
                  <c:v>9549.24399275</c:v>
                </c:pt>
                <c:pt idx="22">
                  <c:v>6477.79345139</c:v>
                </c:pt>
                <c:pt idx="23">
                  <c:v>9064.71734667</c:v>
                </c:pt>
                <c:pt idx="24">
                  <c:v>5853.25083974</c:v>
                </c:pt>
                <c:pt idx="25">
                  <c:v>14898.4513272</c:v>
                </c:pt>
                <c:pt idx="26">
                  <c:v>12640.8664107</c:v>
                </c:pt>
                <c:pt idx="27">
                  <c:v>11667.689023</c:v>
                </c:pt>
                <c:pt idx="28">
                  <c:v>12554.9038444</c:v>
                </c:pt>
                <c:pt idx="29">
                  <c:v>11159.4595108</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15.8339166667</c:v>
                </c:pt>
                <c:pt idx="1">
                  <c:v>20.4027777778</c:v>
                </c:pt>
                <c:pt idx="2">
                  <c:v>142.754333333</c:v>
                </c:pt>
                <c:pt idx="3">
                  <c:v>105.102766667</c:v>
                </c:pt>
                <c:pt idx="4">
                  <c:v>395.144055556</c:v>
                </c:pt>
                <c:pt idx="5">
                  <c:v>802.124142857</c:v>
                </c:pt>
                <c:pt idx="6">
                  <c:v>2523.63316667</c:v>
                </c:pt>
                <c:pt idx="7">
                  <c:v>3249.71261111</c:v>
                </c:pt>
                <c:pt idx="8">
                  <c:v>3094.88046667</c:v>
                </c:pt>
                <c:pt idx="9">
                  <c:v>5711.12169697</c:v>
                </c:pt>
                <c:pt idx="10">
                  <c:v>7476.87713889</c:v>
                </c:pt>
                <c:pt idx="11">
                  <c:v>6323.10105128</c:v>
                </c:pt>
                <c:pt idx="12">
                  <c:v>7114.09302381</c:v>
                </c:pt>
                <c:pt idx="13">
                  <c:v>8021.3427</c:v>
                </c:pt>
                <c:pt idx="14">
                  <c:v>7915.90211458</c:v>
                </c:pt>
                <c:pt idx="15">
                  <c:v>6615.05363725</c:v>
                </c:pt>
                <c:pt idx="16">
                  <c:v>8810.53505556</c:v>
                </c:pt>
                <c:pt idx="17">
                  <c:v>10691.7857281</c:v>
                </c:pt>
                <c:pt idx="18">
                  <c:v>14691.5191833</c:v>
                </c:pt>
                <c:pt idx="19">
                  <c:v>11277.6663175</c:v>
                </c:pt>
                <c:pt idx="20">
                  <c:v>13106.8032727</c:v>
                </c:pt>
                <c:pt idx="21">
                  <c:v>15287.7205725</c:v>
                </c:pt>
                <c:pt idx="22">
                  <c:v>16372.9017431</c:v>
                </c:pt>
                <c:pt idx="23">
                  <c:v>16540.4574467</c:v>
                </c:pt>
                <c:pt idx="24">
                  <c:v>15296.2597692</c:v>
                </c:pt>
                <c:pt idx="25">
                  <c:v>18075.1180185</c:v>
                </c:pt>
                <c:pt idx="26">
                  <c:v>19760.5774643</c:v>
                </c:pt>
                <c:pt idx="27">
                  <c:v>14869.5503046</c:v>
                </c:pt>
                <c:pt idx="28">
                  <c:v>20941.8124389</c:v>
                </c:pt>
                <c:pt idx="29">
                  <c:v>14842.7802796</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6.41116666667</c:v>
                </c:pt>
                <c:pt idx="1">
                  <c:v>10.4456666667</c:v>
                </c:pt>
                <c:pt idx="2">
                  <c:v>10.0449583333</c:v>
                </c:pt>
                <c:pt idx="3">
                  <c:v>13.9958666667</c:v>
                </c:pt>
                <c:pt idx="4">
                  <c:v>18.6264166667</c:v>
                </c:pt>
                <c:pt idx="5">
                  <c:v>32.3398571429</c:v>
                </c:pt>
                <c:pt idx="6">
                  <c:v>885.305708333</c:v>
                </c:pt>
                <c:pt idx="7">
                  <c:v>1339.27705556</c:v>
                </c:pt>
                <c:pt idx="8">
                  <c:v>1508.80205</c:v>
                </c:pt>
                <c:pt idx="9">
                  <c:v>1317.88990909</c:v>
                </c:pt>
                <c:pt idx="10">
                  <c:v>1674.45006944</c:v>
                </c:pt>
                <c:pt idx="11">
                  <c:v>3193.52380769</c:v>
                </c:pt>
                <c:pt idx="12">
                  <c:v>3572.20734524</c:v>
                </c:pt>
                <c:pt idx="13">
                  <c:v>4722.87424444</c:v>
                </c:pt>
                <c:pt idx="14">
                  <c:v>3131.16179167</c:v>
                </c:pt>
                <c:pt idx="15">
                  <c:v>4394.34010784</c:v>
                </c:pt>
                <c:pt idx="16">
                  <c:v>4210.85811111</c:v>
                </c:pt>
                <c:pt idx="17">
                  <c:v>4797.25911404</c:v>
                </c:pt>
                <c:pt idx="18">
                  <c:v>13834.2204667</c:v>
                </c:pt>
                <c:pt idx="19">
                  <c:v>7924.26195238</c:v>
                </c:pt>
                <c:pt idx="20">
                  <c:v>6824.81549242</c:v>
                </c:pt>
                <c:pt idx="21">
                  <c:v>8693.30254348</c:v>
                </c:pt>
                <c:pt idx="22">
                  <c:v>6584.05211806</c:v>
                </c:pt>
                <c:pt idx="23">
                  <c:v>7309.58854</c:v>
                </c:pt>
                <c:pt idx="24">
                  <c:v>9567.92472436</c:v>
                </c:pt>
                <c:pt idx="25">
                  <c:v>7770.71457407</c:v>
                </c:pt>
                <c:pt idx="26">
                  <c:v>13431.6643988</c:v>
                </c:pt>
                <c:pt idx="27">
                  <c:v>11610.0626609</c:v>
                </c:pt>
                <c:pt idx="28">
                  <c:v>16754.6164889</c:v>
                </c:pt>
                <c:pt idx="29">
                  <c:v>10850.561871</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13.9875</c:v>
                </c:pt>
                <c:pt idx="1">
                  <c:v>23.6435</c:v>
                </c:pt>
                <c:pt idx="2">
                  <c:v>53.6575</c:v>
                </c:pt>
                <c:pt idx="3">
                  <c:v>51.0193</c:v>
                </c:pt>
                <c:pt idx="4">
                  <c:v>24.7088055556</c:v>
                </c:pt>
                <c:pt idx="5">
                  <c:v>2335.19292857</c:v>
                </c:pt>
                <c:pt idx="6">
                  <c:v>3264.54210417</c:v>
                </c:pt>
                <c:pt idx="7">
                  <c:v>3520.45174074</c:v>
                </c:pt>
                <c:pt idx="8">
                  <c:v>4204.53345</c:v>
                </c:pt>
                <c:pt idx="9">
                  <c:v>3841.07225758</c:v>
                </c:pt>
                <c:pt idx="10">
                  <c:v>5400.28258333</c:v>
                </c:pt>
                <c:pt idx="11">
                  <c:v>5786.42424359</c:v>
                </c:pt>
                <c:pt idx="12">
                  <c:v>6038.48866667</c:v>
                </c:pt>
                <c:pt idx="13">
                  <c:v>11384.0069333</c:v>
                </c:pt>
                <c:pt idx="14">
                  <c:v>8763.21589583</c:v>
                </c:pt>
                <c:pt idx="15">
                  <c:v>8177.24745098</c:v>
                </c:pt>
                <c:pt idx="16">
                  <c:v>8880.32562037</c:v>
                </c:pt>
                <c:pt idx="17">
                  <c:v>7502.30365789</c:v>
                </c:pt>
                <c:pt idx="18">
                  <c:v>16056.9750167</c:v>
                </c:pt>
                <c:pt idx="19">
                  <c:v>8820.98373016</c:v>
                </c:pt>
                <c:pt idx="20">
                  <c:v>13013.8656439</c:v>
                </c:pt>
                <c:pt idx="21">
                  <c:v>11417.049971</c:v>
                </c:pt>
                <c:pt idx="22">
                  <c:v>14710.5116667</c:v>
                </c:pt>
                <c:pt idx="23">
                  <c:v>11548.9396067</c:v>
                </c:pt>
                <c:pt idx="24">
                  <c:v>17016.7394167</c:v>
                </c:pt>
                <c:pt idx="25">
                  <c:v>15387.7177407</c:v>
                </c:pt>
                <c:pt idx="26">
                  <c:v>25442.7677381</c:v>
                </c:pt>
                <c:pt idx="27">
                  <c:v>25677.629092</c:v>
                </c:pt>
                <c:pt idx="28">
                  <c:v>19308.5484333</c:v>
                </c:pt>
                <c:pt idx="29">
                  <c:v>25147.7528226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Alert send completion</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6.77137499999</c:v>
                </c:pt>
                <c:pt idx="1">
                  <c:v>10.0029583333</c:v>
                </c:pt>
                <c:pt idx="2">
                  <c:v>12.3891875</c:v>
                </c:pt>
                <c:pt idx="3">
                  <c:v>8.85827777778</c:v>
                </c:pt>
                <c:pt idx="4">
                  <c:v>8.6232</c:v>
                </c:pt>
                <c:pt idx="5">
                  <c:v>9.0565</c:v>
                </c:pt>
                <c:pt idx="6">
                  <c:v>10.9277321429</c:v>
                </c:pt>
                <c:pt idx="7">
                  <c:v>10.8223833333</c:v>
                </c:pt>
                <c:pt idx="8">
                  <c:v>10.332875</c:v>
                </c:pt>
                <c:pt idx="9">
                  <c:v>10.5217916667</c:v>
                </c:pt>
                <c:pt idx="10">
                  <c:v>16.3318875</c:v>
                </c:pt>
                <c:pt idx="11">
                  <c:v>11.2261428572</c:v>
                </c:pt>
                <c:pt idx="12">
                  <c:v>9.38206818181</c:v>
                </c:pt>
                <c:pt idx="13">
                  <c:v>15.533875</c:v>
                </c:pt>
                <c:pt idx="14">
                  <c:v>13.24167</c:v>
                </c:pt>
                <c:pt idx="15">
                  <c:v>11.2488269231</c:v>
                </c:pt>
                <c:pt idx="16">
                  <c:v>20.0385740741</c:v>
                </c:pt>
                <c:pt idx="17">
                  <c:v>37.7806875</c:v>
                </c:pt>
                <c:pt idx="18">
                  <c:v>14.6962166667</c:v>
                </c:pt>
                <c:pt idx="19">
                  <c:v>15.4508203125</c:v>
                </c:pt>
                <c:pt idx="20">
                  <c:v>217.66580303</c:v>
                </c:pt>
                <c:pt idx="21">
                  <c:v>20.1501691177</c:v>
                </c:pt>
                <c:pt idx="22">
                  <c:v>19.2362428571</c:v>
                </c:pt>
                <c:pt idx="23">
                  <c:v>13.7274583333</c:v>
                </c:pt>
                <c:pt idx="24">
                  <c:v>20.3583717949</c:v>
                </c:pt>
                <c:pt idx="25">
                  <c:v>16.35429375</c:v>
                </c:pt>
                <c:pt idx="26">
                  <c:v>20.5765416666</c:v>
                </c:pt>
                <c:pt idx="27">
                  <c:v>17.4038409091</c:v>
                </c:pt>
                <c:pt idx="28">
                  <c:v>37.8830888889</c:v>
                </c:pt>
                <c:pt idx="29">
                  <c:v>23.2330260417</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5.3564375</c:v>
                </c:pt>
                <c:pt idx="1">
                  <c:v>10.7639166667</c:v>
                </c:pt>
                <c:pt idx="2">
                  <c:v>12.53684375</c:v>
                </c:pt>
                <c:pt idx="3">
                  <c:v>10.5388333333</c:v>
                </c:pt>
                <c:pt idx="4">
                  <c:v>11.8906</c:v>
                </c:pt>
                <c:pt idx="5">
                  <c:v>14.638375</c:v>
                </c:pt>
                <c:pt idx="6">
                  <c:v>27.2877142857</c:v>
                </c:pt>
                <c:pt idx="7">
                  <c:v>11.0843666667</c:v>
                </c:pt>
                <c:pt idx="8">
                  <c:v>22.79775</c:v>
                </c:pt>
                <c:pt idx="9">
                  <c:v>13.1992222222</c:v>
                </c:pt>
                <c:pt idx="10">
                  <c:v>10.12335</c:v>
                </c:pt>
                <c:pt idx="11">
                  <c:v>12.3369880952</c:v>
                </c:pt>
                <c:pt idx="12">
                  <c:v>13.6268863636</c:v>
                </c:pt>
                <c:pt idx="13">
                  <c:v>23.6990104167</c:v>
                </c:pt>
                <c:pt idx="14">
                  <c:v>19.43019</c:v>
                </c:pt>
                <c:pt idx="15">
                  <c:v>12.9718653846</c:v>
                </c:pt>
                <c:pt idx="16">
                  <c:v>15.4629351852</c:v>
                </c:pt>
                <c:pt idx="17">
                  <c:v>16.9400535714</c:v>
                </c:pt>
                <c:pt idx="18">
                  <c:v>15.508825</c:v>
                </c:pt>
                <c:pt idx="19">
                  <c:v>21.803359375</c:v>
                </c:pt>
                <c:pt idx="20">
                  <c:v>17.4776742424</c:v>
                </c:pt>
                <c:pt idx="21">
                  <c:v>22.6665661765</c:v>
                </c:pt>
                <c:pt idx="22">
                  <c:v>19.9864928571</c:v>
                </c:pt>
                <c:pt idx="23">
                  <c:v>13.0482638889</c:v>
                </c:pt>
                <c:pt idx="24">
                  <c:v>14.4915320513</c:v>
                </c:pt>
                <c:pt idx="25">
                  <c:v>18.26034375</c:v>
                </c:pt>
                <c:pt idx="26">
                  <c:v>17.0334226191</c:v>
                </c:pt>
                <c:pt idx="27">
                  <c:v>17.7591590909</c:v>
                </c:pt>
                <c:pt idx="28">
                  <c:v>30.0649111111</c:v>
                </c:pt>
                <c:pt idx="29">
                  <c:v>19.0590104167</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4.7589375</c:v>
                </c:pt>
                <c:pt idx="1">
                  <c:v>8.60675</c:v>
                </c:pt>
                <c:pt idx="2">
                  <c:v>10.4328125</c:v>
                </c:pt>
                <c:pt idx="3">
                  <c:v>9.81019444444</c:v>
                </c:pt>
                <c:pt idx="4">
                  <c:v>9.05155</c:v>
                </c:pt>
                <c:pt idx="5">
                  <c:v>10.8263333333</c:v>
                </c:pt>
                <c:pt idx="6">
                  <c:v>15.5590892857</c:v>
                </c:pt>
                <c:pt idx="7">
                  <c:v>12.7491166667</c:v>
                </c:pt>
                <c:pt idx="8">
                  <c:v>14.637109375</c:v>
                </c:pt>
                <c:pt idx="9">
                  <c:v>12.9478472222</c:v>
                </c:pt>
                <c:pt idx="10">
                  <c:v>13.6915</c:v>
                </c:pt>
                <c:pt idx="11">
                  <c:v>12.9221785714</c:v>
                </c:pt>
                <c:pt idx="12">
                  <c:v>16.0741363636</c:v>
                </c:pt>
                <c:pt idx="13">
                  <c:v>11.1039375</c:v>
                </c:pt>
                <c:pt idx="14">
                  <c:v>29.65111</c:v>
                </c:pt>
                <c:pt idx="15">
                  <c:v>16.8266346154</c:v>
                </c:pt>
                <c:pt idx="16">
                  <c:v>13.5978333333</c:v>
                </c:pt>
                <c:pt idx="17">
                  <c:v>23.0071696428</c:v>
                </c:pt>
                <c:pt idx="18">
                  <c:v>17.308675</c:v>
                </c:pt>
                <c:pt idx="19">
                  <c:v>13.258828125</c:v>
                </c:pt>
                <c:pt idx="20">
                  <c:v>40.817219697</c:v>
                </c:pt>
                <c:pt idx="21">
                  <c:v>13.4045220588</c:v>
                </c:pt>
                <c:pt idx="22">
                  <c:v>27.1826357143</c:v>
                </c:pt>
                <c:pt idx="23">
                  <c:v>17.3597708333</c:v>
                </c:pt>
                <c:pt idx="24">
                  <c:v>14.0231730769</c:v>
                </c:pt>
                <c:pt idx="25">
                  <c:v>20.65716875</c:v>
                </c:pt>
                <c:pt idx="26">
                  <c:v>23.050827381</c:v>
                </c:pt>
                <c:pt idx="27">
                  <c:v>20.2235965909</c:v>
                </c:pt>
                <c:pt idx="28">
                  <c:v>35.0524222222</c:v>
                </c:pt>
                <c:pt idx="29">
                  <c:v>16.1549791667</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5.7676875</c:v>
                </c:pt>
                <c:pt idx="1">
                  <c:v>9.90791666667</c:v>
                </c:pt>
                <c:pt idx="2">
                  <c:v>9.45990625</c:v>
                </c:pt>
                <c:pt idx="3">
                  <c:v>8.58327777778</c:v>
                </c:pt>
                <c:pt idx="4">
                  <c:v>8.312725</c:v>
                </c:pt>
                <c:pt idx="5">
                  <c:v>8.51727083335</c:v>
                </c:pt>
                <c:pt idx="6">
                  <c:v>10.3984285714</c:v>
                </c:pt>
                <c:pt idx="7">
                  <c:v>10.29785</c:v>
                </c:pt>
                <c:pt idx="8">
                  <c:v>9.18490625</c:v>
                </c:pt>
                <c:pt idx="9">
                  <c:v>9.136375</c:v>
                </c:pt>
                <c:pt idx="10">
                  <c:v>12.3030375</c:v>
                </c:pt>
                <c:pt idx="11">
                  <c:v>11.0292380952</c:v>
                </c:pt>
                <c:pt idx="12">
                  <c:v>9.19620454544</c:v>
                </c:pt>
                <c:pt idx="13">
                  <c:v>11.3024375</c:v>
                </c:pt>
                <c:pt idx="14">
                  <c:v>9.99559</c:v>
                </c:pt>
                <c:pt idx="15">
                  <c:v>10.2170480769</c:v>
                </c:pt>
                <c:pt idx="16">
                  <c:v>13.2880555556</c:v>
                </c:pt>
                <c:pt idx="17">
                  <c:v>18.3570803571</c:v>
                </c:pt>
                <c:pt idx="18">
                  <c:v>12.2874833333</c:v>
                </c:pt>
                <c:pt idx="19">
                  <c:v>13.7989375</c:v>
                </c:pt>
                <c:pt idx="20">
                  <c:v>35.9730757576</c:v>
                </c:pt>
                <c:pt idx="21">
                  <c:v>15.9894117647</c:v>
                </c:pt>
                <c:pt idx="22">
                  <c:v>16.53185</c:v>
                </c:pt>
                <c:pt idx="23">
                  <c:v>12.5521388889</c:v>
                </c:pt>
                <c:pt idx="24">
                  <c:v>14.738051282</c:v>
                </c:pt>
                <c:pt idx="25">
                  <c:v>16.33685</c:v>
                </c:pt>
                <c:pt idx="26">
                  <c:v>18.3805119048</c:v>
                </c:pt>
                <c:pt idx="27">
                  <c:v>16.8170965909</c:v>
                </c:pt>
                <c:pt idx="28">
                  <c:v>22.8260333333</c:v>
                </c:pt>
                <c:pt idx="29">
                  <c:v>21.298140625</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8.7784375</c:v>
                </c:pt>
                <c:pt idx="1">
                  <c:v>34.022875</c:v>
                </c:pt>
                <c:pt idx="2">
                  <c:v>63.2841875</c:v>
                </c:pt>
                <c:pt idx="3">
                  <c:v>57.211</c:v>
                </c:pt>
                <c:pt idx="4">
                  <c:v>9.20857500001</c:v>
                </c:pt>
                <c:pt idx="5">
                  <c:v>9.7845625</c:v>
                </c:pt>
                <c:pt idx="6">
                  <c:v>13.8070892857</c:v>
                </c:pt>
                <c:pt idx="7">
                  <c:v>27.6335166667</c:v>
                </c:pt>
                <c:pt idx="8">
                  <c:v>17.331203125</c:v>
                </c:pt>
                <c:pt idx="9">
                  <c:v>11.156625</c:v>
                </c:pt>
                <c:pt idx="10">
                  <c:v>161.111375</c:v>
                </c:pt>
                <c:pt idx="11">
                  <c:v>13.556202381</c:v>
                </c:pt>
                <c:pt idx="12">
                  <c:v>12.8336477273</c:v>
                </c:pt>
                <c:pt idx="13">
                  <c:v>22.68578125</c:v>
                </c:pt>
                <c:pt idx="14">
                  <c:v>13.82942</c:v>
                </c:pt>
                <c:pt idx="15">
                  <c:v>58.2863557692</c:v>
                </c:pt>
                <c:pt idx="16">
                  <c:v>85.6795185185</c:v>
                </c:pt>
                <c:pt idx="17">
                  <c:v>52.1510625</c:v>
                </c:pt>
                <c:pt idx="18">
                  <c:v>218.434375</c:v>
                </c:pt>
                <c:pt idx="19">
                  <c:v>32.252859375</c:v>
                </c:pt>
                <c:pt idx="20">
                  <c:v>534.265121212</c:v>
                </c:pt>
                <c:pt idx="21">
                  <c:v>32.7694191176</c:v>
                </c:pt>
                <c:pt idx="22">
                  <c:v>56.825</c:v>
                </c:pt>
                <c:pt idx="23">
                  <c:v>29.3586875</c:v>
                </c:pt>
                <c:pt idx="24">
                  <c:v>26.7391474359</c:v>
                </c:pt>
                <c:pt idx="25">
                  <c:v>21.89451875</c:v>
                </c:pt>
                <c:pt idx="26">
                  <c:v>29.0143571429</c:v>
                </c:pt>
                <c:pt idx="27">
                  <c:v>18.1019147727</c:v>
                </c:pt>
                <c:pt idx="28">
                  <c:v>124.21355</c:v>
                </c:pt>
                <c:pt idx="29">
                  <c:v>40.6992604167</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4.8133125</c:v>
                </c:pt>
                <c:pt idx="1">
                  <c:v>7.75741666667</c:v>
                </c:pt>
                <c:pt idx="2">
                  <c:v>9.3745</c:v>
                </c:pt>
                <c:pt idx="3">
                  <c:v>9.07802777778</c:v>
                </c:pt>
                <c:pt idx="4">
                  <c:v>9.2875</c:v>
                </c:pt>
                <c:pt idx="5">
                  <c:v>11.9623958333</c:v>
                </c:pt>
                <c:pt idx="6">
                  <c:v>18.4623392857</c:v>
                </c:pt>
                <c:pt idx="7">
                  <c:v>8.8724</c:v>
                </c:pt>
                <c:pt idx="8">
                  <c:v>10.6360625</c:v>
                </c:pt>
                <c:pt idx="9">
                  <c:v>9.33868055556</c:v>
                </c:pt>
                <c:pt idx="10">
                  <c:v>9.90448749999</c:v>
                </c:pt>
                <c:pt idx="11">
                  <c:v>9.71854761905</c:v>
                </c:pt>
                <c:pt idx="12">
                  <c:v>11.5180681818</c:v>
                </c:pt>
                <c:pt idx="13">
                  <c:v>18.2236666667</c:v>
                </c:pt>
                <c:pt idx="14">
                  <c:v>12.85799</c:v>
                </c:pt>
                <c:pt idx="15">
                  <c:v>12.8010384615</c:v>
                </c:pt>
                <c:pt idx="16">
                  <c:v>14.2399907407</c:v>
                </c:pt>
                <c:pt idx="17">
                  <c:v>10.4214732143</c:v>
                </c:pt>
                <c:pt idx="18">
                  <c:v>13.62085</c:v>
                </c:pt>
                <c:pt idx="19">
                  <c:v>18.510140625</c:v>
                </c:pt>
                <c:pt idx="20">
                  <c:v>15.2607575758</c:v>
                </c:pt>
                <c:pt idx="21">
                  <c:v>18.3241764706</c:v>
                </c:pt>
                <c:pt idx="22">
                  <c:v>12.4250071429</c:v>
                </c:pt>
                <c:pt idx="23">
                  <c:v>11.3166944444</c:v>
                </c:pt>
                <c:pt idx="24">
                  <c:v>12.5537115385</c:v>
                </c:pt>
                <c:pt idx="25">
                  <c:v>14.23026875</c:v>
                </c:pt>
                <c:pt idx="26">
                  <c:v>13.3236964286</c:v>
                </c:pt>
                <c:pt idx="27">
                  <c:v>12.9977102273</c:v>
                </c:pt>
                <c:pt idx="28">
                  <c:v>15.6312722222</c:v>
                </c:pt>
                <c:pt idx="29">
                  <c:v>15.3793385417</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6.9528125</c:v>
                </c:pt>
                <c:pt idx="1">
                  <c:v>11.1660416667</c:v>
                </c:pt>
                <c:pt idx="2">
                  <c:v>21.251625</c:v>
                </c:pt>
                <c:pt idx="3">
                  <c:v>33.1201388889</c:v>
                </c:pt>
                <c:pt idx="4">
                  <c:v>15.399875</c:v>
                </c:pt>
                <c:pt idx="5">
                  <c:v>91.8283958333</c:v>
                </c:pt>
                <c:pt idx="6">
                  <c:v>32.2255535714</c:v>
                </c:pt>
                <c:pt idx="7">
                  <c:v>11.1686833333</c:v>
                </c:pt>
                <c:pt idx="8">
                  <c:v>35.057359375</c:v>
                </c:pt>
                <c:pt idx="9">
                  <c:v>28.2960694444</c:v>
                </c:pt>
                <c:pt idx="10">
                  <c:v>32.9724625</c:v>
                </c:pt>
                <c:pt idx="11">
                  <c:v>15.6229285714</c:v>
                </c:pt>
                <c:pt idx="12">
                  <c:v>20.3340568182</c:v>
                </c:pt>
                <c:pt idx="13">
                  <c:v>48.9298645833</c:v>
                </c:pt>
                <c:pt idx="14">
                  <c:v>24.9502</c:v>
                </c:pt>
                <c:pt idx="15">
                  <c:v>14.6625480769</c:v>
                </c:pt>
                <c:pt idx="16">
                  <c:v>17.1410277778</c:v>
                </c:pt>
                <c:pt idx="17">
                  <c:v>47.5305803571</c:v>
                </c:pt>
                <c:pt idx="18">
                  <c:v>93.1563166667</c:v>
                </c:pt>
                <c:pt idx="19">
                  <c:v>27.24984375</c:v>
                </c:pt>
                <c:pt idx="20">
                  <c:v>17.5471666667</c:v>
                </c:pt>
                <c:pt idx="21">
                  <c:v>23.8260661764</c:v>
                </c:pt>
                <c:pt idx="22">
                  <c:v>425.037157143</c:v>
                </c:pt>
                <c:pt idx="23">
                  <c:v>25.1363055556</c:v>
                </c:pt>
                <c:pt idx="24">
                  <c:v>35.9148141026</c:v>
                </c:pt>
                <c:pt idx="25">
                  <c:v>56.13396875</c:v>
                </c:pt>
                <c:pt idx="26">
                  <c:v>40.3108452381</c:v>
                </c:pt>
                <c:pt idx="27">
                  <c:v>338.7716875</c:v>
                </c:pt>
                <c:pt idx="28">
                  <c:v>105.883511111</c:v>
                </c:pt>
                <c:pt idx="29">
                  <c:v>23.5550416667</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4.4835</c:v>
                </c:pt>
                <c:pt idx="1">
                  <c:v>7.97945833333</c:v>
                </c:pt>
                <c:pt idx="2">
                  <c:v>9.57815625</c:v>
                </c:pt>
                <c:pt idx="3">
                  <c:v>7.94930555556</c:v>
                </c:pt>
                <c:pt idx="4">
                  <c:v>7.997075</c:v>
                </c:pt>
                <c:pt idx="5">
                  <c:v>8.72210416666</c:v>
                </c:pt>
                <c:pt idx="6">
                  <c:v>14.4994464286</c:v>
                </c:pt>
                <c:pt idx="7">
                  <c:v>9.15024999999</c:v>
                </c:pt>
                <c:pt idx="8">
                  <c:v>11.417109375</c:v>
                </c:pt>
                <c:pt idx="9">
                  <c:v>10.743125</c:v>
                </c:pt>
                <c:pt idx="10">
                  <c:v>11.72655</c:v>
                </c:pt>
                <c:pt idx="11">
                  <c:v>9.11316666666</c:v>
                </c:pt>
                <c:pt idx="12">
                  <c:v>15.121875</c:v>
                </c:pt>
                <c:pt idx="13">
                  <c:v>9.63626041665</c:v>
                </c:pt>
                <c:pt idx="14">
                  <c:v>13.63205</c:v>
                </c:pt>
                <c:pt idx="15">
                  <c:v>12.2318942308</c:v>
                </c:pt>
                <c:pt idx="16">
                  <c:v>11.3873518518</c:v>
                </c:pt>
                <c:pt idx="17">
                  <c:v>12.2671785714</c:v>
                </c:pt>
                <c:pt idx="18">
                  <c:v>11.4303083333</c:v>
                </c:pt>
                <c:pt idx="19">
                  <c:v>12.338578125</c:v>
                </c:pt>
                <c:pt idx="20">
                  <c:v>23.1838030303</c:v>
                </c:pt>
                <c:pt idx="21">
                  <c:v>12.8354264706</c:v>
                </c:pt>
                <c:pt idx="22">
                  <c:v>21.72065</c:v>
                </c:pt>
                <c:pt idx="23">
                  <c:v>12.2439652778</c:v>
                </c:pt>
                <c:pt idx="24">
                  <c:v>12.8291730769</c:v>
                </c:pt>
                <c:pt idx="25">
                  <c:v>12.49856875</c:v>
                </c:pt>
                <c:pt idx="26">
                  <c:v>17.9627857143</c:v>
                </c:pt>
                <c:pt idx="27">
                  <c:v>18.1815795455</c:v>
                </c:pt>
                <c:pt idx="28">
                  <c:v>19.8376555556</c:v>
                </c:pt>
                <c:pt idx="29">
                  <c:v>14.307140625</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5.5119375</c:v>
                </c:pt>
                <c:pt idx="1">
                  <c:v>10.052</c:v>
                </c:pt>
                <c:pt idx="2">
                  <c:v>15.2324375</c:v>
                </c:pt>
                <c:pt idx="3">
                  <c:v>62.4394722222</c:v>
                </c:pt>
                <c:pt idx="4">
                  <c:v>10.641575</c:v>
                </c:pt>
                <c:pt idx="5">
                  <c:v>11.4087916667</c:v>
                </c:pt>
                <c:pt idx="6">
                  <c:v>96.0907142857</c:v>
                </c:pt>
                <c:pt idx="7">
                  <c:v>13.9651333333</c:v>
                </c:pt>
                <c:pt idx="8">
                  <c:v>187.550953125</c:v>
                </c:pt>
                <c:pt idx="9">
                  <c:v>19.7488333333</c:v>
                </c:pt>
                <c:pt idx="10">
                  <c:v>314.75515</c:v>
                </c:pt>
                <c:pt idx="11">
                  <c:v>36.9015595238</c:v>
                </c:pt>
                <c:pt idx="12">
                  <c:v>157.128</c:v>
                </c:pt>
                <c:pt idx="13">
                  <c:v>12.2884791667</c:v>
                </c:pt>
                <c:pt idx="14">
                  <c:v>31.77695</c:v>
                </c:pt>
                <c:pt idx="15">
                  <c:v>24.2955288462</c:v>
                </c:pt>
                <c:pt idx="16">
                  <c:v>14.7511851852</c:v>
                </c:pt>
                <c:pt idx="17">
                  <c:v>30.4553125</c:v>
                </c:pt>
                <c:pt idx="18">
                  <c:v>22.2959083333</c:v>
                </c:pt>
                <c:pt idx="19">
                  <c:v>43.8745234375</c:v>
                </c:pt>
                <c:pt idx="20">
                  <c:v>331.415757576</c:v>
                </c:pt>
                <c:pt idx="21">
                  <c:v>236.281632353</c:v>
                </c:pt>
                <c:pt idx="22">
                  <c:v>46.3160357143</c:v>
                </c:pt>
                <c:pt idx="23">
                  <c:v>29.1700763889</c:v>
                </c:pt>
                <c:pt idx="24">
                  <c:v>31.9586923077</c:v>
                </c:pt>
                <c:pt idx="25">
                  <c:v>23.3637</c:v>
                </c:pt>
                <c:pt idx="26">
                  <c:v>560.996345238</c:v>
                </c:pt>
                <c:pt idx="27">
                  <c:v>26.6630681818</c:v>
                </c:pt>
                <c:pt idx="28">
                  <c:v>36.6054666667</c:v>
                </c:pt>
                <c:pt idx="29">
                  <c:v>16.1895833333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Alert send completion</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5.991375</c:v>
                </c:pt>
                <c:pt idx="1">
                  <c:v>6.99516666667</c:v>
                </c:pt>
                <c:pt idx="2">
                  <c:v>5.3891875</c:v>
                </c:pt>
                <c:pt idx="3">
                  <c:v>5.161</c:v>
                </c:pt>
                <c:pt idx="4">
                  <c:v>6.25633333333</c:v>
                </c:pt>
                <c:pt idx="5">
                  <c:v>8.03610714286</c:v>
                </c:pt>
                <c:pt idx="6">
                  <c:v>9.5213125</c:v>
                </c:pt>
                <c:pt idx="7">
                  <c:v>8.09191666667</c:v>
                </c:pt>
                <c:pt idx="8">
                  <c:v>9.155025</c:v>
                </c:pt>
                <c:pt idx="9">
                  <c:v>9.43693181818</c:v>
                </c:pt>
                <c:pt idx="10">
                  <c:v>14.7768125</c:v>
                </c:pt>
                <c:pt idx="11">
                  <c:v>12.7860576923</c:v>
                </c:pt>
                <c:pt idx="12">
                  <c:v>9.94603571429</c:v>
                </c:pt>
                <c:pt idx="13">
                  <c:v>17.30595</c:v>
                </c:pt>
                <c:pt idx="14">
                  <c:v>11.82240625</c:v>
                </c:pt>
                <c:pt idx="15">
                  <c:v>12.1043235294</c:v>
                </c:pt>
                <c:pt idx="16">
                  <c:v>11.6303333333</c:v>
                </c:pt>
                <c:pt idx="17">
                  <c:v>17.0787894737</c:v>
                </c:pt>
                <c:pt idx="18">
                  <c:v>18.1749875</c:v>
                </c:pt>
                <c:pt idx="19">
                  <c:v>12.7014166667</c:v>
                </c:pt>
                <c:pt idx="20">
                  <c:v>16.6863295455</c:v>
                </c:pt>
                <c:pt idx="21">
                  <c:v>22.1488260869</c:v>
                </c:pt>
                <c:pt idx="22">
                  <c:v>23.7714895833</c:v>
                </c:pt>
                <c:pt idx="23">
                  <c:v>21.45511</c:v>
                </c:pt>
                <c:pt idx="24">
                  <c:v>19.6118461538</c:v>
                </c:pt>
                <c:pt idx="25">
                  <c:v>44.4332037037</c:v>
                </c:pt>
                <c:pt idx="26">
                  <c:v>26.8401875</c:v>
                </c:pt>
                <c:pt idx="27">
                  <c:v>27.7182586207</c:v>
                </c:pt>
                <c:pt idx="28">
                  <c:v>16.13745</c:v>
                </c:pt>
                <c:pt idx="29">
                  <c:v>27.483016129</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5.940125</c:v>
                </c:pt>
                <c:pt idx="1">
                  <c:v>5.75525</c:v>
                </c:pt>
                <c:pt idx="2">
                  <c:v>6.3165</c:v>
                </c:pt>
                <c:pt idx="3">
                  <c:v>5.21645</c:v>
                </c:pt>
                <c:pt idx="4">
                  <c:v>7.2715</c:v>
                </c:pt>
                <c:pt idx="5">
                  <c:v>9.65860714286</c:v>
                </c:pt>
                <c:pt idx="6">
                  <c:v>9.07753125</c:v>
                </c:pt>
                <c:pt idx="7">
                  <c:v>10.4529166667</c:v>
                </c:pt>
                <c:pt idx="8">
                  <c:v>15.8983</c:v>
                </c:pt>
                <c:pt idx="9">
                  <c:v>9.31445454545</c:v>
                </c:pt>
                <c:pt idx="10">
                  <c:v>10.4631666667</c:v>
                </c:pt>
                <c:pt idx="11">
                  <c:v>14.4944423077</c:v>
                </c:pt>
                <c:pt idx="12">
                  <c:v>11.9660357143</c:v>
                </c:pt>
                <c:pt idx="13">
                  <c:v>14.5145666667</c:v>
                </c:pt>
                <c:pt idx="14">
                  <c:v>21.994421875</c:v>
                </c:pt>
                <c:pt idx="15">
                  <c:v>11.3470147059</c:v>
                </c:pt>
                <c:pt idx="16">
                  <c:v>107.338375</c:v>
                </c:pt>
                <c:pt idx="17">
                  <c:v>38.7061842105</c:v>
                </c:pt>
                <c:pt idx="18">
                  <c:v>15.5124</c:v>
                </c:pt>
                <c:pt idx="19">
                  <c:v>16.7185952381</c:v>
                </c:pt>
                <c:pt idx="20">
                  <c:v>16.7834886364</c:v>
                </c:pt>
                <c:pt idx="21">
                  <c:v>30.0669565217</c:v>
                </c:pt>
                <c:pt idx="22">
                  <c:v>18.5303229167</c:v>
                </c:pt>
                <c:pt idx="23">
                  <c:v>19.31031</c:v>
                </c:pt>
                <c:pt idx="24">
                  <c:v>13.2051442308</c:v>
                </c:pt>
                <c:pt idx="25">
                  <c:v>35.6836018518</c:v>
                </c:pt>
                <c:pt idx="26">
                  <c:v>85.7638482143</c:v>
                </c:pt>
                <c:pt idx="27">
                  <c:v>28.4231637931</c:v>
                </c:pt>
                <c:pt idx="28">
                  <c:v>18.9341333333</c:v>
                </c:pt>
                <c:pt idx="29">
                  <c:v>26.2222741935</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5.432375</c:v>
                </c:pt>
                <c:pt idx="1">
                  <c:v>4.12775000001</c:v>
                </c:pt>
                <c:pt idx="2">
                  <c:v>6.2180625</c:v>
                </c:pt>
                <c:pt idx="3">
                  <c:v>5.59955</c:v>
                </c:pt>
                <c:pt idx="4">
                  <c:v>5.26833333333</c:v>
                </c:pt>
                <c:pt idx="5">
                  <c:v>10.8968928571</c:v>
                </c:pt>
                <c:pt idx="6">
                  <c:v>11.4409375</c:v>
                </c:pt>
                <c:pt idx="7">
                  <c:v>9.07930555556</c:v>
                </c:pt>
                <c:pt idx="8">
                  <c:v>8.8878</c:v>
                </c:pt>
                <c:pt idx="9">
                  <c:v>10.3732727273</c:v>
                </c:pt>
                <c:pt idx="10">
                  <c:v>10.5876875</c:v>
                </c:pt>
                <c:pt idx="11">
                  <c:v>10.9928653846</c:v>
                </c:pt>
                <c:pt idx="12">
                  <c:v>14.4471785714</c:v>
                </c:pt>
                <c:pt idx="13">
                  <c:v>11.3109666667</c:v>
                </c:pt>
                <c:pt idx="14">
                  <c:v>11.597953125</c:v>
                </c:pt>
                <c:pt idx="15">
                  <c:v>14.6792794118</c:v>
                </c:pt>
                <c:pt idx="16">
                  <c:v>14.4836527778</c:v>
                </c:pt>
                <c:pt idx="17">
                  <c:v>11.6958157895</c:v>
                </c:pt>
                <c:pt idx="18">
                  <c:v>19.6988</c:v>
                </c:pt>
                <c:pt idx="19">
                  <c:v>13.7508214286</c:v>
                </c:pt>
                <c:pt idx="20">
                  <c:v>13.2190113637</c:v>
                </c:pt>
                <c:pt idx="21">
                  <c:v>16.5898260869</c:v>
                </c:pt>
                <c:pt idx="22">
                  <c:v>13.3713333333</c:v>
                </c:pt>
                <c:pt idx="23">
                  <c:v>15.77255</c:v>
                </c:pt>
                <c:pt idx="24">
                  <c:v>15.5986538461</c:v>
                </c:pt>
                <c:pt idx="25">
                  <c:v>21.0840555556</c:v>
                </c:pt>
                <c:pt idx="26">
                  <c:v>26.2061160714</c:v>
                </c:pt>
                <c:pt idx="27">
                  <c:v>37.6134913793</c:v>
                </c:pt>
                <c:pt idx="28">
                  <c:v>24.6332833333</c:v>
                </c:pt>
                <c:pt idx="29">
                  <c:v>613.477524194</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4.55525</c:v>
                </c:pt>
                <c:pt idx="1">
                  <c:v>4.42333333333</c:v>
                </c:pt>
                <c:pt idx="2">
                  <c:v>3.1128125</c:v>
                </c:pt>
                <c:pt idx="3">
                  <c:v>4.72045</c:v>
                </c:pt>
                <c:pt idx="4">
                  <c:v>4.57704166667</c:v>
                </c:pt>
                <c:pt idx="5">
                  <c:v>5.5415</c:v>
                </c:pt>
                <c:pt idx="6">
                  <c:v>8.67090625</c:v>
                </c:pt>
                <c:pt idx="7">
                  <c:v>7.60972222222</c:v>
                </c:pt>
                <c:pt idx="8">
                  <c:v>8.9201</c:v>
                </c:pt>
                <c:pt idx="9">
                  <c:v>8.17502272727</c:v>
                </c:pt>
                <c:pt idx="10">
                  <c:v>9.78641666667</c:v>
                </c:pt>
                <c:pt idx="11">
                  <c:v>10.7341730769</c:v>
                </c:pt>
                <c:pt idx="12">
                  <c:v>9.21814285714</c:v>
                </c:pt>
                <c:pt idx="13">
                  <c:v>10.49</c:v>
                </c:pt>
                <c:pt idx="14">
                  <c:v>9.166796875</c:v>
                </c:pt>
                <c:pt idx="15">
                  <c:v>9.38082352941</c:v>
                </c:pt>
                <c:pt idx="16">
                  <c:v>10.1964861111</c:v>
                </c:pt>
                <c:pt idx="17">
                  <c:v>15.5793552631</c:v>
                </c:pt>
                <c:pt idx="18">
                  <c:v>15.1957124999</c:v>
                </c:pt>
                <c:pt idx="19">
                  <c:v>11.9517619048</c:v>
                </c:pt>
                <c:pt idx="20">
                  <c:v>13.1166136363</c:v>
                </c:pt>
                <c:pt idx="21">
                  <c:v>21.7902282609</c:v>
                </c:pt>
                <c:pt idx="22">
                  <c:v>17.9186145833</c:v>
                </c:pt>
                <c:pt idx="23">
                  <c:v>15.13969</c:v>
                </c:pt>
                <c:pt idx="24">
                  <c:v>14.6268653846</c:v>
                </c:pt>
                <c:pt idx="25">
                  <c:v>19.1356574074</c:v>
                </c:pt>
                <c:pt idx="26">
                  <c:v>17.1948571429</c:v>
                </c:pt>
                <c:pt idx="27">
                  <c:v>19.1355775862</c:v>
                </c:pt>
                <c:pt idx="28">
                  <c:v>14.971075</c:v>
                </c:pt>
                <c:pt idx="29">
                  <c:v>19.7170322581</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6.045625</c:v>
                </c:pt>
                <c:pt idx="1">
                  <c:v>8.52375</c:v>
                </c:pt>
                <c:pt idx="2">
                  <c:v>13.0036875</c:v>
                </c:pt>
                <c:pt idx="3">
                  <c:v>7.96535</c:v>
                </c:pt>
                <c:pt idx="4">
                  <c:v>11.746125</c:v>
                </c:pt>
                <c:pt idx="5">
                  <c:v>9.58235714286</c:v>
                </c:pt>
                <c:pt idx="6">
                  <c:v>10.41978125</c:v>
                </c:pt>
                <c:pt idx="7">
                  <c:v>9.29891666667</c:v>
                </c:pt>
                <c:pt idx="8">
                  <c:v>9.196575</c:v>
                </c:pt>
                <c:pt idx="9">
                  <c:v>18.9382045455</c:v>
                </c:pt>
                <c:pt idx="10">
                  <c:v>15.1474375</c:v>
                </c:pt>
                <c:pt idx="11">
                  <c:v>120.608346154</c:v>
                </c:pt>
                <c:pt idx="12">
                  <c:v>19.8107678571</c:v>
                </c:pt>
                <c:pt idx="13">
                  <c:v>67.2787</c:v>
                </c:pt>
                <c:pt idx="14">
                  <c:v>12.78325</c:v>
                </c:pt>
                <c:pt idx="15">
                  <c:v>16.3965588235</c:v>
                </c:pt>
                <c:pt idx="16">
                  <c:v>20.2594027778</c:v>
                </c:pt>
                <c:pt idx="17">
                  <c:v>20.1776315789</c:v>
                </c:pt>
                <c:pt idx="18">
                  <c:v>19.6058875</c:v>
                </c:pt>
                <c:pt idx="19">
                  <c:v>15.7240119048</c:v>
                </c:pt>
                <c:pt idx="20">
                  <c:v>45.9370227273</c:v>
                </c:pt>
                <c:pt idx="21">
                  <c:v>49.2373913044</c:v>
                </c:pt>
                <c:pt idx="22">
                  <c:v>27.1759375</c:v>
                </c:pt>
                <c:pt idx="23">
                  <c:v>157.71691</c:v>
                </c:pt>
                <c:pt idx="24">
                  <c:v>21.7145</c:v>
                </c:pt>
                <c:pt idx="25">
                  <c:v>212.513527778</c:v>
                </c:pt>
                <c:pt idx="26">
                  <c:v>31.7572321429</c:v>
                </c:pt>
                <c:pt idx="27">
                  <c:v>432.979853448</c:v>
                </c:pt>
                <c:pt idx="28">
                  <c:v>26.8826</c:v>
                </c:pt>
                <c:pt idx="29">
                  <c:v>283.045387097</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3.437</c:v>
                </c:pt>
                <c:pt idx="1">
                  <c:v>5.10291666667</c:v>
                </c:pt>
                <c:pt idx="2">
                  <c:v>4.56725</c:v>
                </c:pt>
                <c:pt idx="3">
                  <c:v>4.3805</c:v>
                </c:pt>
                <c:pt idx="4">
                  <c:v>5.49391666667</c:v>
                </c:pt>
                <c:pt idx="5">
                  <c:v>8.05957142857</c:v>
                </c:pt>
                <c:pt idx="6">
                  <c:v>8.5338125</c:v>
                </c:pt>
                <c:pt idx="7">
                  <c:v>8.24458333333</c:v>
                </c:pt>
                <c:pt idx="8">
                  <c:v>9.44405</c:v>
                </c:pt>
                <c:pt idx="9">
                  <c:v>8.34965909091</c:v>
                </c:pt>
                <c:pt idx="10">
                  <c:v>8.91710416667</c:v>
                </c:pt>
                <c:pt idx="11">
                  <c:v>13.1132307692</c:v>
                </c:pt>
                <c:pt idx="12">
                  <c:v>9.35955357144</c:v>
                </c:pt>
                <c:pt idx="13">
                  <c:v>11.5088833333</c:v>
                </c:pt>
                <c:pt idx="14">
                  <c:v>10.995703125</c:v>
                </c:pt>
                <c:pt idx="15">
                  <c:v>10.6207058823</c:v>
                </c:pt>
                <c:pt idx="16">
                  <c:v>12.0712083333</c:v>
                </c:pt>
                <c:pt idx="17">
                  <c:v>12.3276578947</c:v>
                </c:pt>
                <c:pt idx="18">
                  <c:v>12.14105</c:v>
                </c:pt>
                <c:pt idx="19">
                  <c:v>13.1617380952</c:v>
                </c:pt>
                <c:pt idx="20">
                  <c:v>15.1872840909</c:v>
                </c:pt>
                <c:pt idx="21">
                  <c:v>15.1170543478</c:v>
                </c:pt>
                <c:pt idx="22">
                  <c:v>15.40059375</c:v>
                </c:pt>
                <c:pt idx="23">
                  <c:v>17.37767</c:v>
                </c:pt>
                <c:pt idx="24">
                  <c:v>11.9009038462</c:v>
                </c:pt>
                <c:pt idx="25">
                  <c:v>31.501462963</c:v>
                </c:pt>
                <c:pt idx="26">
                  <c:v>37.8812321428</c:v>
                </c:pt>
                <c:pt idx="27">
                  <c:v>14.8948448276</c:v>
                </c:pt>
                <c:pt idx="28">
                  <c:v>14.0437416667</c:v>
                </c:pt>
                <c:pt idx="29">
                  <c:v>20.6770645162</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8.274375</c:v>
                </c:pt>
                <c:pt idx="1">
                  <c:v>6.20908333333</c:v>
                </c:pt>
                <c:pt idx="2">
                  <c:v>36.0685625</c:v>
                </c:pt>
                <c:pt idx="3">
                  <c:v>7.31405</c:v>
                </c:pt>
                <c:pt idx="4">
                  <c:v>9.51916666667</c:v>
                </c:pt>
                <c:pt idx="5">
                  <c:v>10.5089642857</c:v>
                </c:pt>
                <c:pt idx="6">
                  <c:v>9.22521875</c:v>
                </c:pt>
                <c:pt idx="7">
                  <c:v>15.72625</c:v>
                </c:pt>
                <c:pt idx="8">
                  <c:v>20.667325</c:v>
                </c:pt>
                <c:pt idx="9">
                  <c:v>106.515113636</c:v>
                </c:pt>
                <c:pt idx="10">
                  <c:v>25.0076666667</c:v>
                </c:pt>
                <c:pt idx="11">
                  <c:v>15.49875</c:v>
                </c:pt>
                <c:pt idx="12">
                  <c:v>13.7981428571</c:v>
                </c:pt>
                <c:pt idx="13">
                  <c:v>22.1838333333</c:v>
                </c:pt>
                <c:pt idx="14">
                  <c:v>25.65846875</c:v>
                </c:pt>
                <c:pt idx="15">
                  <c:v>12.0539117647</c:v>
                </c:pt>
                <c:pt idx="16">
                  <c:v>428.355944444</c:v>
                </c:pt>
                <c:pt idx="17">
                  <c:v>331.451197368</c:v>
                </c:pt>
                <c:pt idx="18">
                  <c:v>21.8551375</c:v>
                </c:pt>
                <c:pt idx="19">
                  <c:v>27.6531071429</c:v>
                </c:pt>
                <c:pt idx="20">
                  <c:v>46.89375</c:v>
                </c:pt>
                <c:pt idx="21">
                  <c:v>843.688326087</c:v>
                </c:pt>
                <c:pt idx="22">
                  <c:v>23.5425</c:v>
                </c:pt>
                <c:pt idx="23">
                  <c:v>21.23319</c:v>
                </c:pt>
                <c:pt idx="24">
                  <c:v>72.2910192308</c:v>
                </c:pt>
                <c:pt idx="25">
                  <c:v>234.013009259</c:v>
                </c:pt>
                <c:pt idx="26">
                  <c:v>168.004821429</c:v>
                </c:pt>
                <c:pt idx="27">
                  <c:v>29.059887931</c:v>
                </c:pt>
                <c:pt idx="28">
                  <c:v>103.280891667</c:v>
                </c:pt>
                <c:pt idx="29">
                  <c:v>50.4271774193</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3.030625</c:v>
                </c:pt>
                <c:pt idx="1">
                  <c:v>3.37391666667</c:v>
                </c:pt>
                <c:pt idx="2">
                  <c:v>4.12975</c:v>
                </c:pt>
                <c:pt idx="3">
                  <c:v>4.31745</c:v>
                </c:pt>
                <c:pt idx="4">
                  <c:v>4.65291666667</c:v>
                </c:pt>
                <c:pt idx="5">
                  <c:v>6.51239285714</c:v>
                </c:pt>
                <c:pt idx="6">
                  <c:v>7.29325</c:v>
                </c:pt>
                <c:pt idx="7">
                  <c:v>8.82861111111</c:v>
                </c:pt>
                <c:pt idx="8">
                  <c:v>8.596625</c:v>
                </c:pt>
                <c:pt idx="9">
                  <c:v>8.07556818182</c:v>
                </c:pt>
                <c:pt idx="10">
                  <c:v>8.61729166667</c:v>
                </c:pt>
                <c:pt idx="11">
                  <c:v>10.1838076923</c:v>
                </c:pt>
                <c:pt idx="12">
                  <c:v>12.168125</c:v>
                </c:pt>
                <c:pt idx="13">
                  <c:v>10.9822833333</c:v>
                </c:pt>
                <c:pt idx="14">
                  <c:v>9.797421875</c:v>
                </c:pt>
                <c:pt idx="15">
                  <c:v>8.48517647059</c:v>
                </c:pt>
                <c:pt idx="16">
                  <c:v>10.0599166667</c:v>
                </c:pt>
                <c:pt idx="17">
                  <c:v>11.0229210526</c:v>
                </c:pt>
                <c:pt idx="18">
                  <c:v>16.191525</c:v>
                </c:pt>
                <c:pt idx="19">
                  <c:v>12.9069285714</c:v>
                </c:pt>
                <c:pt idx="20">
                  <c:v>10.8375227273</c:v>
                </c:pt>
                <c:pt idx="21">
                  <c:v>15.7062826087</c:v>
                </c:pt>
                <c:pt idx="22">
                  <c:v>11.0337916667</c:v>
                </c:pt>
                <c:pt idx="23">
                  <c:v>13.06198</c:v>
                </c:pt>
                <c:pt idx="24">
                  <c:v>15.4791346154</c:v>
                </c:pt>
                <c:pt idx="25">
                  <c:v>11.7000833333</c:v>
                </c:pt>
                <c:pt idx="26">
                  <c:v>22.7369732143</c:v>
                </c:pt>
                <c:pt idx="27">
                  <c:v>34.3891206897</c:v>
                </c:pt>
                <c:pt idx="28">
                  <c:v>14.677575</c:v>
                </c:pt>
                <c:pt idx="29">
                  <c:v>48.7179919355</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6.0375</c:v>
                </c:pt>
                <c:pt idx="1">
                  <c:v>5.023</c:v>
                </c:pt>
                <c:pt idx="2">
                  <c:v>6.2743125</c:v>
                </c:pt>
                <c:pt idx="3">
                  <c:v>7.55005</c:v>
                </c:pt>
                <c:pt idx="4">
                  <c:v>7.1475</c:v>
                </c:pt>
                <c:pt idx="5">
                  <c:v>248.542107143</c:v>
                </c:pt>
                <c:pt idx="6">
                  <c:v>22.21303125</c:v>
                </c:pt>
                <c:pt idx="7">
                  <c:v>9.63788888889</c:v>
                </c:pt>
                <c:pt idx="8">
                  <c:v>9.822575</c:v>
                </c:pt>
                <c:pt idx="9">
                  <c:v>10.4071136364</c:v>
                </c:pt>
                <c:pt idx="10">
                  <c:v>12.6592708333</c:v>
                </c:pt>
                <c:pt idx="11">
                  <c:v>12.8671153846</c:v>
                </c:pt>
                <c:pt idx="12">
                  <c:v>65.3025</c:v>
                </c:pt>
                <c:pt idx="13">
                  <c:v>624.343966667</c:v>
                </c:pt>
                <c:pt idx="14">
                  <c:v>15.122265625</c:v>
                </c:pt>
                <c:pt idx="15">
                  <c:v>32.1609852941</c:v>
                </c:pt>
                <c:pt idx="16">
                  <c:v>18.0413888889</c:v>
                </c:pt>
                <c:pt idx="17">
                  <c:v>14.9972368421</c:v>
                </c:pt>
                <c:pt idx="18">
                  <c:v>19.8330875</c:v>
                </c:pt>
                <c:pt idx="19">
                  <c:v>16.3935238095</c:v>
                </c:pt>
                <c:pt idx="20">
                  <c:v>15.0092727273</c:v>
                </c:pt>
                <c:pt idx="21">
                  <c:v>238.672402174</c:v>
                </c:pt>
                <c:pt idx="22">
                  <c:v>15.26409375</c:v>
                </c:pt>
                <c:pt idx="23">
                  <c:v>17.57243</c:v>
                </c:pt>
                <c:pt idx="24">
                  <c:v>39.2573461539</c:v>
                </c:pt>
                <c:pt idx="25">
                  <c:v>22.1801388889</c:v>
                </c:pt>
                <c:pt idx="26">
                  <c:v>56.2073035714</c:v>
                </c:pt>
                <c:pt idx="27">
                  <c:v>46.1009310345</c:v>
                </c:pt>
                <c:pt idx="28">
                  <c:v>216.723341667</c:v>
                </c:pt>
                <c:pt idx="29">
                  <c:v>1194.91314516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Redirect receive completion</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241.1254375</c:v>
                </c:pt>
                <c:pt idx="1">
                  <c:v>1606.7145</c:v>
                </c:pt>
                <c:pt idx="2">
                  <c:v>2950.6126875</c:v>
                </c:pt>
                <c:pt idx="3">
                  <c:v>1481.15694444</c:v>
                </c:pt>
                <c:pt idx="4">
                  <c:v>3824.0944</c:v>
                </c:pt>
                <c:pt idx="5">
                  <c:v>7311.68866667</c:v>
                </c:pt>
                <c:pt idx="6">
                  <c:v>11400.1016786</c:v>
                </c:pt>
                <c:pt idx="7">
                  <c:v>14913.0046167</c:v>
                </c:pt>
                <c:pt idx="8">
                  <c:v>14921.6836875</c:v>
                </c:pt>
                <c:pt idx="9">
                  <c:v>19472.2631806</c:v>
                </c:pt>
                <c:pt idx="10">
                  <c:v>28669.1234875</c:v>
                </c:pt>
                <c:pt idx="11">
                  <c:v>32819.5844405</c:v>
                </c:pt>
                <c:pt idx="12">
                  <c:v>21972.1104659</c:v>
                </c:pt>
                <c:pt idx="13">
                  <c:v>29513.3428854</c:v>
                </c:pt>
                <c:pt idx="14">
                  <c:v>27327.76055</c:v>
                </c:pt>
                <c:pt idx="15">
                  <c:v>44257.6426442</c:v>
                </c:pt>
                <c:pt idx="16">
                  <c:v>38923.1940741</c:v>
                </c:pt>
                <c:pt idx="17">
                  <c:v>63224.2608214</c:v>
                </c:pt>
                <c:pt idx="18">
                  <c:v>67619.345175</c:v>
                </c:pt>
                <c:pt idx="19">
                  <c:v>79997.9979766</c:v>
                </c:pt>
                <c:pt idx="20">
                  <c:v>91120.6310606</c:v>
                </c:pt>
                <c:pt idx="21">
                  <c:v>74749.180125</c:v>
                </c:pt>
                <c:pt idx="22">
                  <c:v>54044.8230714</c:v>
                </c:pt>
                <c:pt idx="23">
                  <c:v>72781.6237917</c:v>
                </c:pt>
                <c:pt idx="24">
                  <c:v>74079.9029167</c:v>
                </c:pt>
                <c:pt idx="25">
                  <c:v>110629.813981</c:v>
                </c:pt>
                <c:pt idx="26">
                  <c:v>123197.758643</c:v>
                </c:pt>
                <c:pt idx="27">
                  <c:v>110746.36083</c:v>
                </c:pt>
                <c:pt idx="28">
                  <c:v>160125.261544</c:v>
                </c:pt>
                <c:pt idx="29">
                  <c:v>135006.395536</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200.0699375</c:v>
                </c:pt>
                <c:pt idx="1">
                  <c:v>384.440833333</c:v>
                </c:pt>
                <c:pt idx="2">
                  <c:v>2717.17165625</c:v>
                </c:pt>
                <c:pt idx="3">
                  <c:v>6189.71652778</c:v>
                </c:pt>
                <c:pt idx="4">
                  <c:v>7791.658825</c:v>
                </c:pt>
                <c:pt idx="5">
                  <c:v>8748.44164583</c:v>
                </c:pt>
                <c:pt idx="6">
                  <c:v>17680.7985</c:v>
                </c:pt>
                <c:pt idx="7">
                  <c:v>17608.0676</c:v>
                </c:pt>
                <c:pt idx="8">
                  <c:v>11342.8242188</c:v>
                </c:pt>
                <c:pt idx="9">
                  <c:v>36724.9748333</c:v>
                </c:pt>
                <c:pt idx="10">
                  <c:v>19811.2597875</c:v>
                </c:pt>
                <c:pt idx="11">
                  <c:v>22688.4990714</c:v>
                </c:pt>
                <c:pt idx="12">
                  <c:v>25676.3956477</c:v>
                </c:pt>
                <c:pt idx="13">
                  <c:v>58626.6161667</c:v>
                </c:pt>
                <c:pt idx="14">
                  <c:v>50824.96788</c:v>
                </c:pt>
                <c:pt idx="15">
                  <c:v>35523.1884038</c:v>
                </c:pt>
                <c:pt idx="16">
                  <c:v>58614.7637222</c:v>
                </c:pt>
                <c:pt idx="17">
                  <c:v>83468.4286429</c:v>
                </c:pt>
                <c:pt idx="18">
                  <c:v>37343.081725</c:v>
                </c:pt>
                <c:pt idx="19">
                  <c:v>49295.4400625</c:v>
                </c:pt>
                <c:pt idx="20">
                  <c:v>38004.8217045</c:v>
                </c:pt>
                <c:pt idx="21">
                  <c:v>74345.6409559</c:v>
                </c:pt>
                <c:pt idx="22">
                  <c:v>82886.8402857</c:v>
                </c:pt>
                <c:pt idx="23">
                  <c:v>42549.3542014</c:v>
                </c:pt>
                <c:pt idx="24">
                  <c:v>38309.9015192</c:v>
                </c:pt>
                <c:pt idx="25">
                  <c:v>65222.2739</c:v>
                </c:pt>
                <c:pt idx="26">
                  <c:v>142626.948565</c:v>
                </c:pt>
                <c:pt idx="27">
                  <c:v>101943.02679</c:v>
                </c:pt>
                <c:pt idx="28">
                  <c:v>113020.261283</c:v>
                </c:pt>
                <c:pt idx="29">
                  <c:v>71060.1533958</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250.5044375</c:v>
                </c:pt>
                <c:pt idx="1">
                  <c:v>678.012541667</c:v>
                </c:pt>
                <c:pt idx="2">
                  <c:v>5874.18925</c:v>
                </c:pt>
                <c:pt idx="3">
                  <c:v>4336.80783333</c:v>
                </c:pt>
                <c:pt idx="4">
                  <c:v>6243.98325</c:v>
                </c:pt>
                <c:pt idx="5">
                  <c:v>9151.08508333</c:v>
                </c:pt>
                <c:pt idx="6">
                  <c:v>18828.2788036</c:v>
                </c:pt>
                <c:pt idx="7">
                  <c:v>15019.9225167</c:v>
                </c:pt>
                <c:pt idx="8">
                  <c:v>27552.950625</c:v>
                </c:pt>
                <c:pt idx="9">
                  <c:v>22619.6487639</c:v>
                </c:pt>
                <c:pt idx="10">
                  <c:v>41662.196775</c:v>
                </c:pt>
                <c:pt idx="11">
                  <c:v>39545.7982024</c:v>
                </c:pt>
                <c:pt idx="12">
                  <c:v>33520.0994091</c:v>
                </c:pt>
                <c:pt idx="13">
                  <c:v>32414.7255208</c:v>
                </c:pt>
                <c:pt idx="14">
                  <c:v>27866.13815</c:v>
                </c:pt>
                <c:pt idx="15">
                  <c:v>50343.9477788</c:v>
                </c:pt>
                <c:pt idx="16">
                  <c:v>38730.6005926</c:v>
                </c:pt>
                <c:pt idx="17">
                  <c:v>53357.1390536</c:v>
                </c:pt>
                <c:pt idx="18">
                  <c:v>32088.4069</c:v>
                </c:pt>
                <c:pt idx="19">
                  <c:v>43425.1392969</c:v>
                </c:pt>
                <c:pt idx="20">
                  <c:v>64865.6150606</c:v>
                </c:pt>
                <c:pt idx="21">
                  <c:v>40378.4735074</c:v>
                </c:pt>
                <c:pt idx="22">
                  <c:v>79374.9568571</c:v>
                </c:pt>
                <c:pt idx="23">
                  <c:v>53845.4085208</c:v>
                </c:pt>
                <c:pt idx="24">
                  <c:v>60012.6684744</c:v>
                </c:pt>
                <c:pt idx="25">
                  <c:v>59434.9118062</c:v>
                </c:pt>
                <c:pt idx="26">
                  <c:v>76301.167881</c:v>
                </c:pt>
                <c:pt idx="27">
                  <c:v>79396.5804318</c:v>
                </c:pt>
                <c:pt idx="28">
                  <c:v>89432.7123667</c:v>
                </c:pt>
                <c:pt idx="29">
                  <c:v>115402.858031</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240.8783125</c:v>
                </c:pt>
                <c:pt idx="1">
                  <c:v>1032.92008333</c:v>
                </c:pt>
                <c:pt idx="2">
                  <c:v>1675.22040625</c:v>
                </c:pt>
                <c:pt idx="3">
                  <c:v>1387.77363889</c:v>
                </c:pt>
                <c:pt idx="4">
                  <c:v>2168.0096</c:v>
                </c:pt>
                <c:pt idx="5">
                  <c:v>5890.47345833</c:v>
                </c:pt>
                <c:pt idx="6">
                  <c:v>7386.11944643</c:v>
                </c:pt>
                <c:pt idx="7">
                  <c:v>14820.36735</c:v>
                </c:pt>
                <c:pt idx="8">
                  <c:v>11546.4607812</c:v>
                </c:pt>
                <c:pt idx="9">
                  <c:v>13910.2561111</c:v>
                </c:pt>
                <c:pt idx="10">
                  <c:v>22039.0963875</c:v>
                </c:pt>
                <c:pt idx="11">
                  <c:v>29442.516619</c:v>
                </c:pt>
                <c:pt idx="12">
                  <c:v>14442.4883295</c:v>
                </c:pt>
                <c:pt idx="13">
                  <c:v>26969.3177604</c:v>
                </c:pt>
                <c:pt idx="14">
                  <c:v>18282.8265</c:v>
                </c:pt>
                <c:pt idx="15">
                  <c:v>29850.6926827</c:v>
                </c:pt>
                <c:pt idx="16">
                  <c:v>24666.870213</c:v>
                </c:pt>
                <c:pt idx="17">
                  <c:v>29854.4227679</c:v>
                </c:pt>
                <c:pt idx="18">
                  <c:v>30615.9538083</c:v>
                </c:pt>
                <c:pt idx="19">
                  <c:v>41432.3351719</c:v>
                </c:pt>
                <c:pt idx="20">
                  <c:v>76799.8944167</c:v>
                </c:pt>
                <c:pt idx="21">
                  <c:v>57270.6830441</c:v>
                </c:pt>
                <c:pt idx="22">
                  <c:v>53736.2618</c:v>
                </c:pt>
                <c:pt idx="23">
                  <c:v>62296.8024583</c:v>
                </c:pt>
                <c:pt idx="24">
                  <c:v>46200.187359</c:v>
                </c:pt>
                <c:pt idx="25">
                  <c:v>49902.6329562</c:v>
                </c:pt>
                <c:pt idx="26">
                  <c:v>80194.3992321</c:v>
                </c:pt>
                <c:pt idx="27">
                  <c:v>96747.2953125</c:v>
                </c:pt>
                <c:pt idx="28">
                  <c:v>57801.5686889</c:v>
                </c:pt>
                <c:pt idx="29">
                  <c:v>84697.7922448</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2135.535375</c:v>
                </c:pt>
                <c:pt idx="1">
                  <c:v>4533.73266667</c:v>
                </c:pt>
                <c:pt idx="2">
                  <c:v>24716.19425</c:v>
                </c:pt>
                <c:pt idx="3">
                  <c:v>3072.55058333</c:v>
                </c:pt>
                <c:pt idx="4">
                  <c:v>11868.1121</c:v>
                </c:pt>
                <c:pt idx="5">
                  <c:v>26303.4151042</c:v>
                </c:pt>
                <c:pt idx="6">
                  <c:v>25848.032625</c:v>
                </c:pt>
                <c:pt idx="7">
                  <c:v>16265.4407667</c:v>
                </c:pt>
                <c:pt idx="8">
                  <c:v>15735.318625</c:v>
                </c:pt>
                <c:pt idx="9">
                  <c:v>19849.2525556</c:v>
                </c:pt>
                <c:pt idx="10">
                  <c:v>29223.09185</c:v>
                </c:pt>
                <c:pt idx="11">
                  <c:v>39278.7994762</c:v>
                </c:pt>
                <c:pt idx="12">
                  <c:v>28570.8744432</c:v>
                </c:pt>
                <c:pt idx="13">
                  <c:v>52556.8242083</c:v>
                </c:pt>
                <c:pt idx="14">
                  <c:v>90365.46952</c:v>
                </c:pt>
                <c:pt idx="15">
                  <c:v>44912.6619808</c:v>
                </c:pt>
                <c:pt idx="16">
                  <c:v>73767.4448611</c:v>
                </c:pt>
                <c:pt idx="17">
                  <c:v>106442.027777</c:v>
                </c:pt>
                <c:pt idx="18">
                  <c:v>122114.0421</c:v>
                </c:pt>
                <c:pt idx="19">
                  <c:v>84498.8153359</c:v>
                </c:pt>
                <c:pt idx="20">
                  <c:v>92190.2317727</c:v>
                </c:pt>
                <c:pt idx="21">
                  <c:v>76444.0559044</c:v>
                </c:pt>
                <c:pt idx="22">
                  <c:v>110220.324757</c:v>
                </c:pt>
                <c:pt idx="23">
                  <c:v>102196.653201</c:v>
                </c:pt>
                <c:pt idx="24">
                  <c:v>91421.856609</c:v>
                </c:pt>
                <c:pt idx="25">
                  <c:v>128912.678213</c:v>
                </c:pt>
                <c:pt idx="26">
                  <c:v>153936.985726</c:v>
                </c:pt>
                <c:pt idx="27">
                  <c:v>144508.944989</c:v>
                </c:pt>
                <c:pt idx="28">
                  <c:v>161429.572667</c:v>
                </c:pt>
                <c:pt idx="29">
                  <c:v>184760.481859</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186.806625</c:v>
                </c:pt>
                <c:pt idx="1">
                  <c:v>306.470833333</c:v>
                </c:pt>
                <c:pt idx="2">
                  <c:v>1303.69078125</c:v>
                </c:pt>
                <c:pt idx="3">
                  <c:v>4558.53069444</c:v>
                </c:pt>
                <c:pt idx="4">
                  <c:v>5275.81425</c:v>
                </c:pt>
                <c:pt idx="5">
                  <c:v>8221.8516875</c:v>
                </c:pt>
                <c:pt idx="6">
                  <c:v>12117.9764821</c:v>
                </c:pt>
                <c:pt idx="7">
                  <c:v>11525.3077667</c:v>
                </c:pt>
                <c:pt idx="8">
                  <c:v>10621.4347187</c:v>
                </c:pt>
                <c:pt idx="9">
                  <c:v>14576.0412778</c:v>
                </c:pt>
                <c:pt idx="10">
                  <c:v>14288.5036</c:v>
                </c:pt>
                <c:pt idx="11">
                  <c:v>19094.0089881</c:v>
                </c:pt>
                <c:pt idx="12">
                  <c:v>17128.9753182</c:v>
                </c:pt>
                <c:pt idx="13">
                  <c:v>55130.4918333</c:v>
                </c:pt>
                <c:pt idx="14">
                  <c:v>42953.91763</c:v>
                </c:pt>
                <c:pt idx="15">
                  <c:v>29580.8589231</c:v>
                </c:pt>
                <c:pt idx="16">
                  <c:v>30707.3235926</c:v>
                </c:pt>
                <c:pt idx="17">
                  <c:v>26881.1801429</c:v>
                </c:pt>
                <c:pt idx="18">
                  <c:v>27556.17745</c:v>
                </c:pt>
                <c:pt idx="19">
                  <c:v>41480.2045078</c:v>
                </c:pt>
                <c:pt idx="20">
                  <c:v>34818.2773485</c:v>
                </c:pt>
                <c:pt idx="21">
                  <c:v>66088.6092868</c:v>
                </c:pt>
                <c:pt idx="22">
                  <c:v>44441.3423571</c:v>
                </c:pt>
                <c:pt idx="23">
                  <c:v>35323.8832986</c:v>
                </c:pt>
                <c:pt idx="24">
                  <c:v>31106.43975</c:v>
                </c:pt>
                <c:pt idx="25">
                  <c:v>58559.0875938</c:v>
                </c:pt>
                <c:pt idx="26">
                  <c:v>39355.5475536</c:v>
                </c:pt>
                <c:pt idx="27">
                  <c:v>60670.5751136</c:v>
                </c:pt>
                <c:pt idx="28">
                  <c:v>58286.3940056</c:v>
                </c:pt>
                <c:pt idx="29">
                  <c:v>62050.3776979</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216.1674375</c:v>
                </c:pt>
                <c:pt idx="1">
                  <c:v>3677.414</c:v>
                </c:pt>
                <c:pt idx="2">
                  <c:v>5625.4160625</c:v>
                </c:pt>
                <c:pt idx="3">
                  <c:v>13147.236</c:v>
                </c:pt>
                <c:pt idx="4">
                  <c:v>14080.36805</c:v>
                </c:pt>
                <c:pt idx="5">
                  <c:v>12188.1857917</c:v>
                </c:pt>
                <c:pt idx="6">
                  <c:v>17760.843375</c:v>
                </c:pt>
                <c:pt idx="7">
                  <c:v>19383.9374167</c:v>
                </c:pt>
                <c:pt idx="8">
                  <c:v>23198.6874375</c:v>
                </c:pt>
                <c:pt idx="9">
                  <c:v>43937.6338472</c:v>
                </c:pt>
                <c:pt idx="10">
                  <c:v>24179.067875</c:v>
                </c:pt>
                <c:pt idx="11">
                  <c:v>23889.1104048</c:v>
                </c:pt>
                <c:pt idx="12">
                  <c:v>45438.7233182</c:v>
                </c:pt>
                <c:pt idx="13">
                  <c:v>66895.4282396</c:v>
                </c:pt>
                <c:pt idx="14">
                  <c:v>56830.60631</c:v>
                </c:pt>
                <c:pt idx="15">
                  <c:v>40266.0535</c:v>
                </c:pt>
                <c:pt idx="16">
                  <c:v>63400.7571944</c:v>
                </c:pt>
                <c:pt idx="17">
                  <c:v>96730.9281607</c:v>
                </c:pt>
                <c:pt idx="18">
                  <c:v>45800.4046</c:v>
                </c:pt>
                <c:pt idx="19">
                  <c:v>73882.0160156</c:v>
                </c:pt>
                <c:pt idx="20">
                  <c:v>92449.6051894</c:v>
                </c:pt>
                <c:pt idx="21">
                  <c:v>84083.8884338</c:v>
                </c:pt>
                <c:pt idx="22">
                  <c:v>91581.8824071</c:v>
                </c:pt>
                <c:pt idx="23">
                  <c:v>58020.9100417</c:v>
                </c:pt>
                <c:pt idx="24">
                  <c:v>93497.6419359</c:v>
                </c:pt>
                <c:pt idx="25">
                  <c:v>141942.362644</c:v>
                </c:pt>
                <c:pt idx="26">
                  <c:v>160616.032226</c:v>
                </c:pt>
                <c:pt idx="27">
                  <c:v>146502.405835</c:v>
                </c:pt>
                <c:pt idx="28">
                  <c:v>149784.856578</c:v>
                </c:pt>
                <c:pt idx="29">
                  <c:v>160853.833922</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208.7614375</c:v>
                </c:pt>
                <c:pt idx="1">
                  <c:v>261.026416667</c:v>
                </c:pt>
                <c:pt idx="2">
                  <c:v>2526.0115</c:v>
                </c:pt>
                <c:pt idx="3">
                  <c:v>4184.04758333</c:v>
                </c:pt>
                <c:pt idx="4">
                  <c:v>1995.201725</c:v>
                </c:pt>
                <c:pt idx="5">
                  <c:v>7171.01695833</c:v>
                </c:pt>
                <c:pt idx="6">
                  <c:v>16744.5201786</c:v>
                </c:pt>
                <c:pt idx="7">
                  <c:v>10126.8706167</c:v>
                </c:pt>
                <c:pt idx="8">
                  <c:v>12211.8575156</c:v>
                </c:pt>
                <c:pt idx="9">
                  <c:v>10243.0495694</c:v>
                </c:pt>
                <c:pt idx="10">
                  <c:v>32695.35935</c:v>
                </c:pt>
                <c:pt idx="11">
                  <c:v>17085.6396071</c:v>
                </c:pt>
                <c:pt idx="12">
                  <c:v>29468.2458182</c:v>
                </c:pt>
                <c:pt idx="13">
                  <c:v>30950.2659479</c:v>
                </c:pt>
                <c:pt idx="14">
                  <c:v>23595.08844</c:v>
                </c:pt>
                <c:pt idx="15">
                  <c:v>27260.6998077</c:v>
                </c:pt>
                <c:pt idx="16">
                  <c:v>27774.4202407</c:v>
                </c:pt>
                <c:pt idx="17">
                  <c:v>27327.1834643</c:v>
                </c:pt>
                <c:pt idx="18">
                  <c:v>29841.049675</c:v>
                </c:pt>
                <c:pt idx="19">
                  <c:v>39453.3783828</c:v>
                </c:pt>
                <c:pt idx="20">
                  <c:v>42132.3409697</c:v>
                </c:pt>
                <c:pt idx="21">
                  <c:v>39553.8044191</c:v>
                </c:pt>
                <c:pt idx="22">
                  <c:v>46394.2520929</c:v>
                </c:pt>
                <c:pt idx="23">
                  <c:v>37824.8289097</c:v>
                </c:pt>
                <c:pt idx="24">
                  <c:v>47817.4383654</c:v>
                </c:pt>
                <c:pt idx="25">
                  <c:v>31603.3974563</c:v>
                </c:pt>
                <c:pt idx="26">
                  <c:v>54140.335006</c:v>
                </c:pt>
                <c:pt idx="27">
                  <c:v>56049.1351761</c:v>
                </c:pt>
                <c:pt idx="28">
                  <c:v>75814.5887</c:v>
                </c:pt>
                <c:pt idx="29">
                  <c:v>104064.382594</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254.6144375</c:v>
                </c:pt>
                <c:pt idx="1">
                  <c:v>4333.62191667</c:v>
                </c:pt>
                <c:pt idx="2">
                  <c:v>11776.1836875</c:v>
                </c:pt>
                <c:pt idx="3">
                  <c:v>7820.35466667</c:v>
                </c:pt>
                <c:pt idx="4">
                  <c:v>22202.6293</c:v>
                </c:pt>
                <c:pt idx="5">
                  <c:v>20352.3785</c:v>
                </c:pt>
                <c:pt idx="6">
                  <c:v>20161.4636964</c:v>
                </c:pt>
                <c:pt idx="7">
                  <c:v>24282.8470333</c:v>
                </c:pt>
                <c:pt idx="8">
                  <c:v>31815.8678906</c:v>
                </c:pt>
                <c:pt idx="9">
                  <c:v>28190.7452639</c:v>
                </c:pt>
                <c:pt idx="10">
                  <c:v>41676.631025</c:v>
                </c:pt>
                <c:pt idx="11">
                  <c:v>43389.4403571</c:v>
                </c:pt>
                <c:pt idx="12">
                  <c:v>34846.3137955</c:v>
                </c:pt>
                <c:pt idx="13">
                  <c:v>53373.8314062</c:v>
                </c:pt>
                <c:pt idx="14">
                  <c:v>77795.1735</c:v>
                </c:pt>
                <c:pt idx="15">
                  <c:v>63947.6179519</c:v>
                </c:pt>
                <c:pt idx="16">
                  <c:v>57805.0947037</c:v>
                </c:pt>
                <c:pt idx="17">
                  <c:v>83112.3212321</c:v>
                </c:pt>
                <c:pt idx="18">
                  <c:v>38672.1050917</c:v>
                </c:pt>
                <c:pt idx="19">
                  <c:v>55219.8331094</c:v>
                </c:pt>
                <c:pt idx="20">
                  <c:v>107564.477811</c:v>
                </c:pt>
                <c:pt idx="21">
                  <c:v>67426.1230956</c:v>
                </c:pt>
                <c:pt idx="22">
                  <c:v>118712.928536</c:v>
                </c:pt>
                <c:pt idx="23">
                  <c:v>58930.4498333</c:v>
                </c:pt>
                <c:pt idx="24">
                  <c:v>93334.3690064</c:v>
                </c:pt>
                <c:pt idx="25">
                  <c:v>73995.5762062</c:v>
                </c:pt>
                <c:pt idx="26">
                  <c:v>134284.4685</c:v>
                </c:pt>
                <c:pt idx="27">
                  <c:v>91687.8370909</c:v>
                </c:pt>
                <c:pt idx="28">
                  <c:v>91576.7960667</c:v>
                </c:pt>
                <c:pt idx="29">
                  <c:v>120402.948562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Redirect receive completion</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21.852875</c:v>
                </c:pt>
                <c:pt idx="1">
                  <c:v>42.7244166667</c:v>
                </c:pt>
                <c:pt idx="2">
                  <c:v>270.050125</c:v>
                </c:pt>
                <c:pt idx="3">
                  <c:v>204.90675</c:v>
                </c:pt>
                <c:pt idx="4">
                  <c:v>541.508791667</c:v>
                </c:pt>
                <c:pt idx="5">
                  <c:v>823.886928571</c:v>
                </c:pt>
                <c:pt idx="6">
                  <c:v>3426.98690625</c:v>
                </c:pt>
                <c:pt idx="7">
                  <c:v>2858.39483333</c:v>
                </c:pt>
                <c:pt idx="8">
                  <c:v>8164.462925</c:v>
                </c:pt>
                <c:pt idx="9">
                  <c:v>3349.65409091</c:v>
                </c:pt>
                <c:pt idx="10">
                  <c:v>5435.56947917</c:v>
                </c:pt>
                <c:pt idx="11">
                  <c:v>33064.5372308</c:v>
                </c:pt>
                <c:pt idx="12">
                  <c:v>12306.5039464</c:v>
                </c:pt>
                <c:pt idx="13">
                  <c:v>26671.9654333</c:v>
                </c:pt>
                <c:pt idx="14">
                  <c:v>24959.549875</c:v>
                </c:pt>
                <c:pt idx="15">
                  <c:v>31897.2255882</c:v>
                </c:pt>
                <c:pt idx="16">
                  <c:v>24699.3845833</c:v>
                </c:pt>
                <c:pt idx="17">
                  <c:v>58009.0741053</c:v>
                </c:pt>
                <c:pt idx="18">
                  <c:v>70386.678775</c:v>
                </c:pt>
                <c:pt idx="19">
                  <c:v>32546.3171548</c:v>
                </c:pt>
                <c:pt idx="20">
                  <c:v>61998.1036364</c:v>
                </c:pt>
                <c:pt idx="21">
                  <c:v>85624.1524348</c:v>
                </c:pt>
                <c:pt idx="22">
                  <c:v>87947.8869687</c:v>
                </c:pt>
                <c:pt idx="23">
                  <c:v>60944.69052</c:v>
                </c:pt>
                <c:pt idx="24">
                  <c:v>81034.4975288</c:v>
                </c:pt>
                <c:pt idx="25">
                  <c:v>132622.538528</c:v>
                </c:pt>
                <c:pt idx="26">
                  <c:v>93105.9741071</c:v>
                </c:pt>
                <c:pt idx="27">
                  <c:v>92908.0289655</c:v>
                </c:pt>
                <c:pt idx="28">
                  <c:v>116131.857942</c:v>
                </c:pt>
                <c:pt idx="29">
                  <c:v>188238.619032</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26.10825</c:v>
                </c:pt>
                <c:pt idx="1">
                  <c:v>25.16125</c:v>
                </c:pt>
                <c:pt idx="2">
                  <c:v>1018.796375</c:v>
                </c:pt>
                <c:pt idx="3">
                  <c:v>284.687</c:v>
                </c:pt>
                <c:pt idx="4">
                  <c:v>385.417791667</c:v>
                </c:pt>
                <c:pt idx="5">
                  <c:v>1665.89360714</c:v>
                </c:pt>
                <c:pt idx="6">
                  <c:v>6508.214125</c:v>
                </c:pt>
                <c:pt idx="7">
                  <c:v>11588.6141944</c:v>
                </c:pt>
                <c:pt idx="8">
                  <c:v>15365.60255</c:v>
                </c:pt>
                <c:pt idx="9">
                  <c:v>6514.46731818</c:v>
                </c:pt>
                <c:pt idx="10">
                  <c:v>16034.0691875</c:v>
                </c:pt>
                <c:pt idx="11">
                  <c:v>20797.9084423</c:v>
                </c:pt>
                <c:pt idx="12">
                  <c:v>18003.2720893</c:v>
                </c:pt>
                <c:pt idx="13">
                  <c:v>34172.8169333</c:v>
                </c:pt>
                <c:pt idx="14">
                  <c:v>31475.0041406</c:v>
                </c:pt>
                <c:pt idx="15">
                  <c:v>24888.1653235</c:v>
                </c:pt>
                <c:pt idx="16">
                  <c:v>32415.2235</c:v>
                </c:pt>
                <c:pt idx="17">
                  <c:v>34676.6996974</c:v>
                </c:pt>
                <c:pt idx="18">
                  <c:v>88774.2539875</c:v>
                </c:pt>
                <c:pt idx="19">
                  <c:v>60190.7622262</c:v>
                </c:pt>
                <c:pt idx="20">
                  <c:v>51885.7877159</c:v>
                </c:pt>
                <c:pt idx="21">
                  <c:v>57116.8761522</c:v>
                </c:pt>
                <c:pt idx="22">
                  <c:v>47463.1219687</c:v>
                </c:pt>
                <c:pt idx="23">
                  <c:v>62892.32186</c:v>
                </c:pt>
                <c:pt idx="24">
                  <c:v>49715.1703846</c:v>
                </c:pt>
                <c:pt idx="25">
                  <c:v>83845.5164722</c:v>
                </c:pt>
                <c:pt idx="26">
                  <c:v>67040.6991786</c:v>
                </c:pt>
                <c:pt idx="27">
                  <c:v>84214.9564914</c:v>
                </c:pt>
                <c:pt idx="28">
                  <c:v>136389.0687</c:v>
                </c:pt>
                <c:pt idx="29">
                  <c:v>73708.1865806</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26.428125</c:v>
                </c:pt>
                <c:pt idx="1">
                  <c:v>21.8653333333</c:v>
                </c:pt>
                <c:pt idx="2">
                  <c:v>278.571125</c:v>
                </c:pt>
                <c:pt idx="3">
                  <c:v>361.7001</c:v>
                </c:pt>
                <c:pt idx="4">
                  <c:v>255.484083333</c:v>
                </c:pt>
                <c:pt idx="5">
                  <c:v>687.059464286</c:v>
                </c:pt>
                <c:pt idx="6">
                  <c:v>11256.8787188</c:v>
                </c:pt>
                <c:pt idx="7">
                  <c:v>6596.06880556</c:v>
                </c:pt>
                <c:pt idx="8">
                  <c:v>9502.946875</c:v>
                </c:pt>
                <c:pt idx="9">
                  <c:v>15314.2799545</c:v>
                </c:pt>
                <c:pt idx="10">
                  <c:v>20139.4043542</c:v>
                </c:pt>
                <c:pt idx="11">
                  <c:v>18364.8159231</c:v>
                </c:pt>
                <c:pt idx="12">
                  <c:v>12812.5721071</c:v>
                </c:pt>
                <c:pt idx="13">
                  <c:v>25977.1774333</c:v>
                </c:pt>
                <c:pt idx="14">
                  <c:v>28532.441</c:v>
                </c:pt>
                <c:pt idx="15">
                  <c:v>30279.0992794</c:v>
                </c:pt>
                <c:pt idx="16">
                  <c:v>36432.2622361</c:v>
                </c:pt>
                <c:pt idx="17">
                  <c:v>22511.6511053</c:v>
                </c:pt>
                <c:pt idx="18">
                  <c:v>95458.6280125</c:v>
                </c:pt>
                <c:pt idx="19">
                  <c:v>45130.8757143</c:v>
                </c:pt>
                <c:pt idx="20">
                  <c:v>33757.3753409</c:v>
                </c:pt>
                <c:pt idx="21">
                  <c:v>61802.0914022</c:v>
                </c:pt>
                <c:pt idx="22">
                  <c:v>57326.1675729</c:v>
                </c:pt>
                <c:pt idx="23">
                  <c:v>34809.31308</c:v>
                </c:pt>
                <c:pt idx="24">
                  <c:v>42208.2265192</c:v>
                </c:pt>
                <c:pt idx="25">
                  <c:v>54787.5734259</c:v>
                </c:pt>
                <c:pt idx="26">
                  <c:v>90396.1724464</c:v>
                </c:pt>
                <c:pt idx="27">
                  <c:v>84606.5398879</c:v>
                </c:pt>
                <c:pt idx="28">
                  <c:v>101553.589608</c:v>
                </c:pt>
                <c:pt idx="29">
                  <c:v>115694.903847</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18.582875</c:v>
                </c:pt>
                <c:pt idx="1">
                  <c:v>27.6484166667</c:v>
                </c:pt>
                <c:pt idx="2">
                  <c:v>129.1473125</c:v>
                </c:pt>
                <c:pt idx="3">
                  <c:v>201.84835</c:v>
                </c:pt>
                <c:pt idx="4">
                  <c:v>198.422625</c:v>
                </c:pt>
                <c:pt idx="5">
                  <c:v>257.517928571</c:v>
                </c:pt>
                <c:pt idx="6">
                  <c:v>2032.36496875</c:v>
                </c:pt>
                <c:pt idx="7">
                  <c:v>2426.07180556</c:v>
                </c:pt>
                <c:pt idx="8">
                  <c:v>5523.63365</c:v>
                </c:pt>
                <c:pt idx="9">
                  <c:v>2626.58702273</c:v>
                </c:pt>
                <c:pt idx="10">
                  <c:v>4302.20116667</c:v>
                </c:pt>
                <c:pt idx="11">
                  <c:v>12866.4605192</c:v>
                </c:pt>
                <c:pt idx="12">
                  <c:v>7269.57296429</c:v>
                </c:pt>
                <c:pt idx="13">
                  <c:v>13202.3669167</c:v>
                </c:pt>
                <c:pt idx="14">
                  <c:v>14441.4275781</c:v>
                </c:pt>
                <c:pt idx="15">
                  <c:v>19686.9959412</c:v>
                </c:pt>
                <c:pt idx="16">
                  <c:v>14568.2429722</c:v>
                </c:pt>
                <c:pt idx="17">
                  <c:v>38053.7882105</c:v>
                </c:pt>
                <c:pt idx="18">
                  <c:v>57886.23575</c:v>
                </c:pt>
                <c:pt idx="19">
                  <c:v>24500.7900476</c:v>
                </c:pt>
                <c:pt idx="20">
                  <c:v>49025.7741705</c:v>
                </c:pt>
                <c:pt idx="21">
                  <c:v>74099.4525652</c:v>
                </c:pt>
                <c:pt idx="22">
                  <c:v>62553.9654062</c:v>
                </c:pt>
                <c:pt idx="23">
                  <c:v>44138.21404</c:v>
                </c:pt>
                <c:pt idx="24">
                  <c:v>39269.1752885</c:v>
                </c:pt>
                <c:pt idx="25">
                  <c:v>107106.8215</c:v>
                </c:pt>
                <c:pt idx="26">
                  <c:v>49899.0464464</c:v>
                </c:pt>
                <c:pt idx="27">
                  <c:v>92337.8298793</c:v>
                </c:pt>
                <c:pt idx="28">
                  <c:v>108407.377225</c:v>
                </c:pt>
                <c:pt idx="29">
                  <c:v>147538.437452</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75.13575</c:v>
                </c:pt>
                <c:pt idx="1">
                  <c:v>73.4533333333</c:v>
                </c:pt>
                <c:pt idx="2">
                  <c:v>344.2405</c:v>
                </c:pt>
                <c:pt idx="3">
                  <c:v>284.6519</c:v>
                </c:pt>
                <c:pt idx="4">
                  <c:v>9108.986875</c:v>
                </c:pt>
                <c:pt idx="5">
                  <c:v>3564.10332143</c:v>
                </c:pt>
                <c:pt idx="6">
                  <c:v>4899.38690625</c:v>
                </c:pt>
                <c:pt idx="7">
                  <c:v>9289.10444444</c:v>
                </c:pt>
                <c:pt idx="8">
                  <c:v>14139.413025</c:v>
                </c:pt>
                <c:pt idx="9">
                  <c:v>5045.47679545</c:v>
                </c:pt>
                <c:pt idx="10">
                  <c:v>23496.2859792</c:v>
                </c:pt>
                <c:pt idx="11">
                  <c:v>41549.2223269</c:v>
                </c:pt>
                <c:pt idx="12">
                  <c:v>16951.6270179</c:v>
                </c:pt>
                <c:pt idx="13">
                  <c:v>43998.7176333</c:v>
                </c:pt>
                <c:pt idx="14">
                  <c:v>37857.7120938</c:v>
                </c:pt>
                <c:pt idx="15">
                  <c:v>41342.6743676</c:v>
                </c:pt>
                <c:pt idx="16">
                  <c:v>29749.5230556</c:v>
                </c:pt>
                <c:pt idx="17">
                  <c:v>76643.6651579</c:v>
                </c:pt>
                <c:pt idx="18">
                  <c:v>73686.7897</c:v>
                </c:pt>
                <c:pt idx="19">
                  <c:v>48483.2209524</c:v>
                </c:pt>
                <c:pt idx="20">
                  <c:v>121374.187182</c:v>
                </c:pt>
                <c:pt idx="21">
                  <c:v>228539.992989</c:v>
                </c:pt>
                <c:pt idx="22">
                  <c:v>114248.765135</c:v>
                </c:pt>
                <c:pt idx="23">
                  <c:v>100807.30376</c:v>
                </c:pt>
                <c:pt idx="24">
                  <c:v>87728.2670288</c:v>
                </c:pt>
                <c:pt idx="25">
                  <c:v>169780.581639</c:v>
                </c:pt>
                <c:pt idx="26">
                  <c:v>115856.675616</c:v>
                </c:pt>
                <c:pt idx="27">
                  <c:v>157102.056707</c:v>
                </c:pt>
                <c:pt idx="28">
                  <c:v>163476.265983</c:v>
                </c:pt>
                <c:pt idx="29">
                  <c:v>225363.804524</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13.0365</c:v>
                </c:pt>
                <c:pt idx="1">
                  <c:v>18.3226666667</c:v>
                </c:pt>
                <c:pt idx="2">
                  <c:v>212.272625</c:v>
                </c:pt>
                <c:pt idx="3">
                  <c:v>176.0604</c:v>
                </c:pt>
                <c:pt idx="4">
                  <c:v>343.325791667</c:v>
                </c:pt>
                <c:pt idx="5">
                  <c:v>401.045892857</c:v>
                </c:pt>
                <c:pt idx="6">
                  <c:v>4546.32759375</c:v>
                </c:pt>
                <c:pt idx="7">
                  <c:v>2898.25011111</c:v>
                </c:pt>
                <c:pt idx="8">
                  <c:v>7674.272775</c:v>
                </c:pt>
                <c:pt idx="9">
                  <c:v>4255.08752273</c:v>
                </c:pt>
                <c:pt idx="10">
                  <c:v>9566.86277083</c:v>
                </c:pt>
                <c:pt idx="11">
                  <c:v>13676.3665769</c:v>
                </c:pt>
                <c:pt idx="12">
                  <c:v>10113.5353036</c:v>
                </c:pt>
                <c:pt idx="13">
                  <c:v>11889.0699</c:v>
                </c:pt>
                <c:pt idx="14">
                  <c:v>29426.3148594</c:v>
                </c:pt>
                <c:pt idx="15">
                  <c:v>16145.8080441</c:v>
                </c:pt>
                <c:pt idx="16">
                  <c:v>22806.3486944</c:v>
                </c:pt>
                <c:pt idx="17">
                  <c:v>33386.9136711</c:v>
                </c:pt>
                <c:pt idx="18">
                  <c:v>59864.1937625</c:v>
                </c:pt>
                <c:pt idx="19">
                  <c:v>56789.0341786</c:v>
                </c:pt>
                <c:pt idx="20">
                  <c:v>32326.13675</c:v>
                </c:pt>
                <c:pt idx="21">
                  <c:v>35506.5981196</c:v>
                </c:pt>
                <c:pt idx="22">
                  <c:v>31908.7417708</c:v>
                </c:pt>
                <c:pt idx="23">
                  <c:v>42399.63776</c:v>
                </c:pt>
                <c:pt idx="24">
                  <c:v>25712.5347404</c:v>
                </c:pt>
                <c:pt idx="25">
                  <c:v>49927.6184444</c:v>
                </c:pt>
                <c:pt idx="26">
                  <c:v>51684.52975</c:v>
                </c:pt>
                <c:pt idx="27">
                  <c:v>47893.9673707</c:v>
                </c:pt>
                <c:pt idx="28">
                  <c:v>46333.011675</c:v>
                </c:pt>
                <c:pt idx="29">
                  <c:v>64264.117879</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26.867375</c:v>
                </c:pt>
                <c:pt idx="1">
                  <c:v>25.6300833333</c:v>
                </c:pt>
                <c:pt idx="2">
                  <c:v>3186.641125</c:v>
                </c:pt>
                <c:pt idx="3">
                  <c:v>345.60115</c:v>
                </c:pt>
                <c:pt idx="4">
                  <c:v>3919.29620833</c:v>
                </c:pt>
                <c:pt idx="5">
                  <c:v>4683.68253571</c:v>
                </c:pt>
                <c:pt idx="6">
                  <c:v>12762.6263438</c:v>
                </c:pt>
                <c:pt idx="7">
                  <c:v>16331.3679722</c:v>
                </c:pt>
                <c:pt idx="8">
                  <c:v>32315.154975</c:v>
                </c:pt>
                <c:pt idx="9">
                  <c:v>22184.5575</c:v>
                </c:pt>
                <c:pt idx="10">
                  <c:v>25493.4196667</c:v>
                </c:pt>
                <c:pt idx="11">
                  <c:v>35159.6796154</c:v>
                </c:pt>
                <c:pt idx="12">
                  <c:v>19299.9625536</c:v>
                </c:pt>
                <c:pt idx="13">
                  <c:v>37843.6632167</c:v>
                </c:pt>
                <c:pt idx="14">
                  <c:v>33297.4174687</c:v>
                </c:pt>
                <c:pt idx="15">
                  <c:v>26196.5617206</c:v>
                </c:pt>
                <c:pt idx="16">
                  <c:v>55985.6322361</c:v>
                </c:pt>
                <c:pt idx="17">
                  <c:v>52427.65225</c:v>
                </c:pt>
                <c:pt idx="18">
                  <c:v>162912.156263</c:v>
                </c:pt>
                <c:pt idx="19">
                  <c:v>80971.0068929</c:v>
                </c:pt>
                <c:pt idx="20">
                  <c:v>66073.9966136</c:v>
                </c:pt>
                <c:pt idx="21">
                  <c:v>118468.631391</c:v>
                </c:pt>
                <c:pt idx="22">
                  <c:v>92438.2097708</c:v>
                </c:pt>
                <c:pt idx="23">
                  <c:v>83946.95572</c:v>
                </c:pt>
                <c:pt idx="24">
                  <c:v>98111.5208846</c:v>
                </c:pt>
                <c:pt idx="25">
                  <c:v>103494.946491</c:v>
                </c:pt>
                <c:pt idx="26">
                  <c:v>106548.823357</c:v>
                </c:pt>
                <c:pt idx="27">
                  <c:v>85535.1335</c:v>
                </c:pt>
                <c:pt idx="28">
                  <c:v>138695.039425</c:v>
                </c:pt>
                <c:pt idx="29">
                  <c:v>111292.506258</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17.946375</c:v>
                </c:pt>
                <c:pt idx="1">
                  <c:v>15.1315</c:v>
                </c:pt>
                <c:pt idx="2">
                  <c:v>141.554625</c:v>
                </c:pt>
                <c:pt idx="3">
                  <c:v>253.47735</c:v>
                </c:pt>
                <c:pt idx="4">
                  <c:v>236.337541667</c:v>
                </c:pt>
                <c:pt idx="5">
                  <c:v>448.265071429</c:v>
                </c:pt>
                <c:pt idx="6">
                  <c:v>4332.55765625</c:v>
                </c:pt>
                <c:pt idx="7">
                  <c:v>4546.02244444</c:v>
                </c:pt>
                <c:pt idx="8">
                  <c:v>7357.815675</c:v>
                </c:pt>
                <c:pt idx="9">
                  <c:v>4593.45527273</c:v>
                </c:pt>
                <c:pt idx="10">
                  <c:v>12727.79475</c:v>
                </c:pt>
                <c:pt idx="11">
                  <c:v>12722.4553269</c:v>
                </c:pt>
                <c:pt idx="12">
                  <c:v>12091.6307679</c:v>
                </c:pt>
                <c:pt idx="13">
                  <c:v>21564.4269167</c:v>
                </c:pt>
                <c:pt idx="14">
                  <c:v>12796.1640313</c:v>
                </c:pt>
                <c:pt idx="15">
                  <c:v>15987.1889559</c:v>
                </c:pt>
                <c:pt idx="16">
                  <c:v>28527.1908333</c:v>
                </c:pt>
                <c:pt idx="17">
                  <c:v>18265.1920658</c:v>
                </c:pt>
                <c:pt idx="18">
                  <c:v>74214.43005</c:v>
                </c:pt>
                <c:pt idx="19">
                  <c:v>36089.3344524</c:v>
                </c:pt>
                <c:pt idx="20">
                  <c:v>19341.3264318</c:v>
                </c:pt>
                <c:pt idx="21">
                  <c:v>33384.6418804</c:v>
                </c:pt>
                <c:pt idx="22">
                  <c:v>27590.9492812</c:v>
                </c:pt>
                <c:pt idx="23">
                  <c:v>27835.43741</c:v>
                </c:pt>
                <c:pt idx="24">
                  <c:v>35006.3612885</c:v>
                </c:pt>
                <c:pt idx="25">
                  <c:v>24144.0692037</c:v>
                </c:pt>
                <c:pt idx="26">
                  <c:v>55069.4619821</c:v>
                </c:pt>
                <c:pt idx="27">
                  <c:v>71986.4648793</c:v>
                </c:pt>
                <c:pt idx="28">
                  <c:v>72852.9758333</c:v>
                </c:pt>
                <c:pt idx="29">
                  <c:v>59453.5062339</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31.649</c:v>
                </c:pt>
                <c:pt idx="1">
                  <c:v>28.4214166667</c:v>
                </c:pt>
                <c:pt idx="2">
                  <c:v>2518.63925</c:v>
                </c:pt>
                <c:pt idx="3">
                  <c:v>420.98095</c:v>
                </c:pt>
                <c:pt idx="4">
                  <c:v>277.720791667</c:v>
                </c:pt>
                <c:pt idx="5">
                  <c:v>4380.63671429</c:v>
                </c:pt>
                <c:pt idx="6">
                  <c:v>12573.1283438</c:v>
                </c:pt>
                <c:pt idx="7">
                  <c:v>17114.5405278</c:v>
                </c:pt>
                <c:pt idx="8">
                  <c:v>16272.77315</c:v>
                </c:pt>
                <c:pt idx="9">
                  <c:v>31159.1292045</c:v>
                </c:pt>
                <c:pt idx="10">
                  <c:v>22241.7851875</c:v>
                </c:pt>
                <c:pt idx="11">
                  <c:v>22047.0099808</c:v>
                </c:pt>
                <c:pt idx="12">
                  <c:v>21165.0626429</c:v>
                </c:pt>
                <c:pt idx="13">
                  <c:v>37427.0213333</c:v>
                </c:pt>
                <c:pt idx="14">
                  <c:v>40059.8737344</c:v>
                </c:pt>
                <c:pt idx="15">
                  <c:v>35922.5670882</c:v>
                </c:pt>
                <c:pt idx="16">
                  <c:v>77674.593625</c:v>
                </c:pt>
                <c:pt idx="17">
                  <c:v>25705.7823816</c:v>
                </c:pt>
                <c:pt idx="18">
                  <c:v>95888.783575</c:v>
                </c:pt>
                <c:pt idx="19">
                  <c:v>50542.8618214</c:v>
                </c:pt>
                <c:pt idx="20">
                  <c:v>52976.3641705</c:v>
                </c:pt>
                <c:pt idx="21">
                  <c:v>76314.9828478</c:v>
                </c:pt>
                <c:pt idx="22">
                  <c:v>71934.8106875</c:v>
                </c:pt>
                <c:pt idx="23">
                  <c:v>44278.39654</c:v>
                </c:pt>
                <c:pt idx="24">
                  <c:v>76998.7911538</c:v>
                </c:pt>
                <c:pt idx="25">
                  <c:v>65493.6503889</c:v>
                </c:pt>
                <c:pt idx="26">
                  <c:v>134614.380312</c:v>
                </c:pt>
                <c:pt idx="27">
                  <c:v>93919.47525</c:v>
                </c:pt>
                <c:pt idx="28">
                  <c:v>179966.864808</c:v>
                </c:pt>
                <c:pt idx="29">
                  <c:v>147644.009831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Control broadcast</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123.3725</c:v>
                </c:pt>
                <c:pt idx="1">
                  <c:v>439.156928571</c:v>
                </c:pt>
                <c:pt idx="2">
                  <c:v>1746.53908929</c:v>
                </c:pt>
                <c:pt idx="3">
                  <c:v>1183.09163492</c:v>
                </c:pt>
                <c:pt idx="4">
                  <c:v>567.070057143</c:v>
                </c:pt>
                <c:pt idx="5">
                  <c:v>3514.53044048</c:v>
                </c:pt>
                <c:pt idx="6">
                  <c:v>4421.31695918</c:v>
                </c:pt>
                <c:pt idx="7">
                  <c:v>1557.0733619</c:v>
                </c:pt>
                <c:pt idx="8">
                  <c:v>4958.54001786</c:v>
                </c:pt>
                <c:pt idx="9">
                  <c:v>4817.51692857</c:v>
                </c:pt>
                <c:pt idx="10">
                  <c:v>12922.4488071</c:v>
                </c:pt>
                <c:pt idx="11">
                  <c:v>10939.6096735</c:v>
                </c:pt>
                <c:pt idx="12">
                  <c:v>6834.53835714</c:v>
                </c:pt>
                <c:pt idx="13">
                  <c:v>9246.30963095</c:v>
                </c:pt>
                <c:pt idx="14">
                  <c:v>7834.61834857</c:v>
                </c:pt>
                <c:pt idx="15">
                  <c:v>13497.0425604</c:v>
                </c:pt>
                <c:pt idx="16">
                  <c:v>14460.1890159</c:v>
                </c:pt>
                <c:pt idx="17">
                  <c:v>20188.3783673</c:v>
                </c:pt>
                <c:pt idx="18">
                  <c:v>22454.5035048</c:v>
                </c:pt>
                <c:pt idx="19">
                  <c:v>16795.7233437</c:v>
                </c:pt>
                <c:pt idx="20">
                  <c:v>29356.342316</c:v>
                </c:pt>
                <c:pt idx="21">
                  <c:v>29350.6707563</c:v>
                </c:pt>
                <c:pt idx="22">
                  <c:v>32392.0102776</c:v>
                </c:pt>
                <c:pt idx="23">
                  <c:v>39566.960369</c:v>
                </c:pt>
                <c:pt idx="24">
                  <c:v>37191.3612527</c:v>
                </c:pt>
                <c:pt idx="25">
                  <c:v>43771.2055393</c:v>
                </c:pt>
                <c:pt idx="26">
                  <c:v>63658.7263946</c:v>
                </c:pt>
                <c:pt idx="27">
                  <c:v>39277.5677338</c:v>
                </c:pt>
                <c:pt idx="28">
                  <c:v>40280.3220921</c:v>
                </c:pt>
                <c:pt idx="29">
                  <c:v>48485.2014435</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34.3699285714</c:v>
                </c:pt>
                <c:pt idx="1">
                  <c:v>95.6456666667</c:v>
                </c:pt>
                <c:pt idx="2">
                  <c:v>80.6672857143</c:v>
                </c:pt>
                <c:pt idx="3">
                  <c:v>1576.81687302</c:v>
                </c:pt>
                <c:pt idx="4">
                  <c:v>1022.32185714</c:v>
                </c:pt>
                <c:pt idx="5">
                  <c:v>3272.882</c:v>
                </c:pt>
                <c:pt idx="6">
                  <c:v>8608.924</c:v>
                </c:pt>
                <c:pt idx="7">
                  <c:v>3401.71993333</c:v>
                </c:pt>
                <c:pt idx="8">
                  <c:v>5568.65953571</c:v>
                </c:pt>
                <c:pt idx="9">
                  <c:v>6054.98188095</c:v>
                </c:pt>
                <c:pt idx="10">
                  <c:v>6575.6059</c:v>
                </c:pt>
                <c:pt idx="11">
                  <c:v>6470.97519728</c:v>
                </c:pt>
                <c:pt idx="12">
                  <c:v>7929.54231818</c:v>
                </c:pt>
                <c:pt idx="13">
                  <c:v>15323.7695357</c:v>
                </c:pt>
                <c:pt idx="14">
                  <c:v>28562.6661657</c:v>
                </c:pt>
                <c:pt idx="15">
                  <c:v>14231.1537473</c:v>
                </c:pt>
                <c:pt idx="16">
                  <c:v>16988.7532751</c:v>
                </c:pt>
                <c:pt idx="17">
                  <c:v>21829.2848214</c:v>
                </c:pt>
                <c:pt idx="18">
                  <c:v>12501.3849333</c:v>
                </c:pt>
                <c:pt idx="19">
                  <c:v>29436.1337232</c:v>
                </c:pt>
                <c:pt idx="20">
                  <c:v>24600.6817879</c:v>
                </c:pt>
                <c:pt idx="21">
                  <c:v>45650.4375084</c:v>
                </c:pt>
                <c:pt idx="22">
                  <c:v>39722.0121184</c:v>
                </c:pt>
                <c:pt idx="23">
                  <c:v>35378.5108254</c:v>
                </c:pt>
                <c:pt idx="24">
                  <c:v>28486.0844872</c:v>
                </c:pt>
                <c:pt idx="25">
                  <c:v>30120.1185179</c:v>
                </c:pt>
                <c:pt idx="26">
                  <c:v>60193.9677177</c:v>
                </c:pt>
                <c:pt idx="27">
                  <c:v>48044.0485422</c:v>
                </c:pt>
                <c:pt idx="28">
                  <c:v>64253.3449968</c:v>
                </c:pt>
                <c:pt idx="29">
                  <c:v>45466.6279494</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26.8004642857</c:v>
                </c:pt>
                <c:pt idx="1">
                  <c:v>292.701619048</c:v>
                </c:pt>
                <c:pt idx="2">
                  <c:v>1361.429625</c:v>
                </c:pt>
                <c:pt idx="3">
                  <c:v>557.773507937</c:v>
                </c:pt>
                <c:pt idx="4">
                  <c:v>1176.09797143</c:v>
                </c:pt>
                <c:pt idx="5">
                  <c:v>3174.24286905</c:v>
                </c:pt>
                <c:pt idx="6">
                  <c:v>5600.40210204</c:v>
                </c:pt>
                <c:pt idx="7">
                  <c:v>2336.84574286</c:v>
                </c:pt>
                <c:pt idx="8">
                  <c:v>5672.11330357</c:v>
                </c:pt>
                <c:pt idx="9">
                  <c:v>6581.64859524</c:v>
                </c:pt>
                <c:pt idx="10">
                  <c:v>8836.01563571</c:v>
                </c:pt>
                <c:pt idx="11">
                  <c:v>9318.70588435</c:v>
                </c:pt>
                <c:pt idx="12">
                  <c:v>15396.6943961</c:v>
                </c:pt>
                <c:pt idx="13">
                  <c:v>11240.1361964</c:v>
                </c:pt>
                <c:pt idx="14">
                  <c:v>17213.9483543</c:v>
                </c:pt>
                <c:pt idx="15">
                  <c:v>17557.327478</c:v>
                </c:pt>
                <c:pt idx="16">
                  <c:v>8051.82681481</c:v>
                </c:pt>
                <c:pt idx="17">
                  <c:v>27951.6235459</c:v>
                </c:pt>
                <c:pt idx="18">
                  <c:v>7919.51845238</c:v>
                </c:pt>
                <c:pt idx="19">
                  <c:v>20089.1136295</c:v>
                </c:pt>
                <c:pt idx="20">
                  <c:v>39730.1478788</c:v>
                </c:pt>
                <c:pt idx="21">
                  <c:v>29484.0667311</c:v>
                </c:pt>
                <c:pt idx="22">
                  <c:v>40616.1715959</c:v>
                </c:pt>
                <c:pt idx="23">
                  <c:v>33516.1800397</c:v>
                </c:pt>
                <c:pt idx="24">
                  <c:v>34150.6219231</c:v>
                </c:pt>
                <c:pt idx="25">
                  <c:v>45360.6479857</c:v>
                </c:pt>
                <c:pt idx="26">
                  <c:v>59589.2119116</c:v>
                </c:pt>
                <c:pt idx="27">
                  <c:v>55452.6268766</c:v>
                </c:pt>
                <c:pt idx="28">
                  <c:v>48136.4158286</c:v>
                </c:pt>
                <c:pt idx="29">
                  <c:v>45586.9218542</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57.0940357143</c:v>
                </c:pt>
                <c:pt idx="1">
                  <c:v>66.0500952381</c:v>
                </c:pt>
                <c:pt idx="2">
                  <c:v>160.354732143</c:v>
                </c:pt>
                <c:pt idx="3">
                  <c:v>160.353984127</c:v>
                </c:pt>
                <c:pt idx="4">
                  <c:v>30.6244428571</c:v>
                </c:pt>
                <c:pt idx="5">
                  <c:v>1784.1410119</c:v>
                </c:pt>
                <c:pt idx="6">
                  <c:v>1907.89754082</c:v>
                </c:pt>
                <c:pt idx="7">
                  <c:v>885.454219048</c:v>
                </c:pt>
                <c:pt idx="8">
                  <c:v>1475.38658929</c:v>
                </c:pt>
                <c:pt idx="9">
                  <c:v>4567.95119841</c:v>
                </c:pt>
                <c:pt idx="10">
                  <c:v>4942.21763571</c:v>
                </c:pt>
                <c:pt idx="11">
                  <c:v>9276.45622449</c:v>
                </c:pt>
                <c:pt idx="12">
                  <c:v>5939.58269481</c:v>
                </c:pt>
                <c:pt idx="13">
                  <c:v>8048.44843452</c:v>
                </c:pt>
                <c:pt idx="14">
                  <c:v>7289.50317714</c:v>
                </c:pt>
                <c:pt idx="15">
                  <c:v>12612.6292363</c:v>
                </c:pt>
                <c:pt idx="16">
                  <c:v>7417.39180423</c:v>
                </c:pt>
                <c:pt idx="17">
                  <c:v>19748.0498469</c:v>
                </c:pt>
                <c:pt idx="18">
                  <c:v>18285.5511524</c:v>
                </c:pt>
                <c:pt idx="19">
                  <c:v>15671.592625</c:v>
                </c:pt>
                <c:pt idx="20">
                  <c:v>26105.8804156</c:v>
                </c:pt>
                <c:pt idx="21">
                  <c:v>28176.1927647</c:v>
                </c:pt>
                <c:pt idx="22">
                  <c:v>29070.1602694</c:v>
                </c:pt>
                <c:pt idx="23">
                  <c:v>28557.201746</c:v>
                </c:pt>
                <c:pt idx="24">
                  <c:v>26768.6717656</c:v>
                </c:pt>
                <c:pt idx="25">
                  <c:v>29446.3479964</c:v>
                </c:pt>
                <c:pt idx="26">
                  <c:v>38522.1372619</c:v>
                </c:pt>
                <c:pt idx="27">
                  <c:v>35436.4653539</c:v>
                </c:pt>
                <c:pt idx="28">
                  <c:v>36528.4402317</c:v>
                </c:pt>
                <c:pt idx="29">
                  <c:v>46763.6034107</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253.924678571</c:v>
                </c:pt>
                <c:pt idx="1">
                  <c:v>466.588261905</c:v>
                </c:pt>
                <c:pt idx="2">
                  <c:v>4434.25203571</c:v>
                </c:pt>
                <c:pt idx="3">
                  <c:v>1316.05220635</c:v>
                </c:pt>
                <c:pt idx="4">
                  <c:v>1572.71657143</c:v>
                </c:pt>
                <c:pt idx="5">
                  <c:v>4064.43717857</c:v>
                </c:pt>
                <c:pt idx="6">
                  <c:v>6662.62476531</c:v>
                </c:pt>
                <c:pt idx="7">
                  <c:v>1596.60460952</c:v>
                </c:pt>
                <c:pt idx="8">
                  <c:v>4992.73249107</c:v>
                </c:pt>
                <c:pt idx="9">
                  <c:v>9254.72660317</c:v>
                </c:pt>
                <c:pt idx="10">
                  <c:v>14360.5384429</c:v>
                </c:pt>
                <c:pt idx="11">
                  <c:v>11220.6239932</c:v>
                </c:pt>
                <c:pt idx="12">
                  <c:v>12461.8389156</c:v>
                </c:pt>
                <c:pt idx="13">
                  <c:v>11184.2935</c:v>
                </c:pt>
                <c:pt idx="14">
                  <c:v>17915.9038629</c:v>
                </c:pt>
                <c:pt idx="15">
                  <c:v>22698.4659066</c:v>
                </c:pt>
                <c:pt idx="16">
                  <c:v>16397.9110847</c:v>
                </c:pt>
                <c:pt idx="17">
                  <c:v>21251.9100153</c:v>
                </c:pt>
                <c:pt idx="18">
                  <c:v>22744.0299762</c:v>
                </c:pt>
                <c:pt idx="19">
                  <c:v>23973.6853884</c:v>
                </c:pt>
                <c:pt idx="20">
                  <c:v>65960.1400736</c:v>
                </c:pt>
                <c:pt idx="21">
                  <c:v>30524.7764916</c:v>
                </c:pt>
                <c:pt idx="22">
                  <c:v>47237.9953918</c:v>
                </c:pt>
                <c:pt idx="23">
                  <c:v>39988.0246111</c:v>
                </c:pt>
                <c:pt idx="24">
                  <c:v>40849.535707</c:v>
                </c:pt>
                <c:pt idx="25">
                  <c:v>46643.6991571</c:v>
                </c:pt>
                <c:pt idx="26">
                  <c:v>67167.6057755</c:v>
                </c:pt>
                <c:pt idx="27">
                  <c:v>52686.7522727</c:v>
                </c:pt>
                <c:pt idx="28">
                  <c:v>65830.9933302</c:v>
                </c:pt>
                <c:pt idx="29">
                  <c:v>54888.405631</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26.7378214286</c:v>
                </c:pt>
                <c:pt idx="1">
                  <c:v>52.3830238095</c:v>
                </c:pt>
                <c:pt idx="2">
                  <c:v>80.0474642857</c:v>
                </c:pt>
                <c:pt idx="3">
                  <c:v>1082.65579365</c:v>
                </c:pt>
                <c:pt idx="4">
                  <c:v>76.7288285714</c:v>
                </c:pt>
                <c:pt idx="5">
                  <c:v>1208.7849881</c:v>
                </c:pt>
                <c:pt idx="6">
                  <c:v>1281.70377551</c:v>
                </c:pt>
                <c:pt idx="7">
                  <c:v>1790.75457143</c:v>
                </c:pt>
                <c:pt idx="8">
                  <c:v>3717.4888125</c:v>
                </c:pt>
                <c:pt idx="9">
                  <c:v>5258.88490476</c:v>
                </c:pt>
                <c:pt idx="10">
                  <c:v>3206.81325714</c:v>
                </c:pt>
                <c:pt idx="11">
                  <c:v>4995.28548299</c:v>
                </c:pt>
                <c:pt idx="12">
                  <c:v>4513.60330519</c:v>
                </c:pt>
                <c:pt idx="13">
                  <c:v>9048.13819643</c:v>
                </c:pt>
                <c:pt idx="14">
                  <c:v>14707.7852743</c:v>
                </c:pt>
                <c:pt idx="15">
                  <c:v>9187.89430769</c:v>
                </c:pt>
                <c:pt idx="16">
                  <c:v>6914.01655556</c:v>
                </c:pt>
                <c:pt idx="17">
                  <c:v>13921.6674643</c:v>
                </c:pt>
                <c:pt idx="18">
                  <c:v>9045.32658095</c:v>
                </c:pt>
                <c:pt idx="19">
                  <c:v>19271.6775982</c:v>
                </c:pt>
                <c:pt idx="20">
                  <c:v>16551.3874935</c:v>
                </c:pt>
                <c:pt idx="21">
                  <c:v>23518.0834664</c:v>
                </c:pt>
                <c:pt idx="22">
                  <c:v>27340.7310939</c:v>
                </c:pt>
                <c:pt idx="23">
                  <c:v>31947.4849563</c:v>
                </c:pt>
                <c:pt idx="24">
                  <c:v>26935.3324322</c:v>
                </c:pt>
                <c:pt idx="25">
                  <c:v>24384.412375</c:v>
                </c:pt>
                <c:pt idx="26">
                  <c:v>29810.3232177</c:v>
                </c:pt>
                <c:pt idx="27">
                  <c:v>28913.451211</c:v>
                </c:pt>
                <c:pt idx="28">
                  <c:v>55568.1224254</c:v>
                </c:pt>
                <c:pt idx="29">
                  <c:v>41643.2542351</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35.3909642857</c:v>
                </c:pt>
                <c:pt idx="1">
                  <c:v>560.009595238</c:v>
                </c:pt>
                <c:pt idx="2">
                  <c:v>3876.74292857</c:v>
                </c:pt>
                <c:pt idx="3">
                  <c:v>3040.83820635</c:v>
                </c:pt>
                <c:pt idx="4">
                  <c:v>1589.40784286</c:v>
                </c:pt>
                <c:pt idx="5">
                  <c:v>8277.11785714</c:v>
                </c:pt>
                <c:pt idx="6">
                  <c:v>12957.7748469</c:v>
                </c:pt>
                <c:pt idx="7">
                  <c:v>4733.8938</c:v>
                </c:pt>
                <c:pt idx="8">
                  <c:v>6087.01499107</c:v>
                </c:pt>
                <c:pt idx="9">
                  <c:v>13707.1346111</c:v>
                </c:pt>
                <c:pt idx="10">
                  <c:v>7783.57370714</c:v>
                </c:pt>
                <c:pt idx="11">
                  <c:v>6888.29340136</c:v>
                </c:pt>
                <c:pt idx="12">
                  <c:v>11331.0395065</c:v>
                </c:pt>
                <c:pt idx="13">
                  <c:v>26587.3005298</c:v>
                </c:pt>
                <c:pt idx="14">
                  <c:v>29749.1866457</c:v>
                </c:pt>
                <c:pt idx="15">
                  <c:v>17147.569489</c:v>
                </c:pt>
                <c:pt idx="16">
                  <c:v>22101.6148995</c:v>
                </c:pt>
                <c:pt idx="17">
                  <c:v>51427.839199</c:v>
                </c:pt>
                <c:pt idx="18">
                  <c:v>15953.0655333</c:v>
                </c:pt>
                <c:pt idx="19">
                  <c:v>33873.4943884</c:v>
                </c:pt>
                <c:pt idx="20">
                  <c:v>50465.3684632</c:v>
                </c:pt>
                <c:pt idx="21">
                  <c:v>50248.0163361</c:v>
                </c:pt>
                <c:pt idx="22">
                  <c:v>44879.2360612</c:v>
                </c:pt>
                <c:pt idx="23">
                  <c:v>36240.3954206</c:v>
                </c:pt>
                <c:pt idx="24">
                  <c:v>58441.6380147</c:v>
                </c:pt>
                <c:pt idx="25">
                  <c:v>54286.5076821</c:v>
                </c:pt>
                <c:pt idx="26">
                  <c:v>66135.0783946</c:v>
                </c:pt>
                <c:pt idx="27">
                  <c:v>50395.2001688</c:v>
                </c:pt>
                <c:pt idx="28">
                  <c:v>97829.3597429</c:v>
                </c:pt>
                <c:pt idx="29">
                  <c:v>49598.5334167</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26.3989642857</c:v>
                </c:pt>
                <c:pt idx="1">
                  <c:v>67.3828571429</c:v>
                </c:pt>
                <c:pt idx="2">
                  <c:v>577.826821429</c:v>
                </c:pt>
                <c:pt idx="3">
                  <c:v>464.248047619</c:v>
                </c:pt>
                <c:pt idx="4">
                  <c:v>472.7139</c:v>
                </c:pt>
                <c:pt idx="5">
                  <c:v>191.40675</c:v>
                </c:pt>
                <c:pt idx="6">
                  <c:v>1946.61197959</c:v>
                </c:pt>
                <c:pt idx="7">
                  <c:v>547.052780952</c:v>
                </c:pt>
                <c:pt idx="8">
                  <c:v>5647.77686607</c:v>
                </c:pt>
                <c:pt idx="9">
                  <c:v>6561.80174603</c:v>
                </c:pt>
                <c:pt idx="10">
                  <c:v>2736.16109286</c:v>
                </c:pt>
                <c:pt idx="11">
                  <c:v>5696.43645578</c:v>
                </c:pt>
                <c:pt idx="12">
                  <c:v>14210.6445779</c:v>
                </c:pt>
                <c:pt idx="13">
                  <c:v>7874.07919643</c:v>
                </c:pt>
                <c:pt idx="14">
                  <c:v>6583.31328</c:v>
                </c:pt>
                <c:pt idx="15">
                  <c:v>12699.4811044</c:v>
                </c:pt>
                <c:pt idx="16">
                  <c:v>6886.66788889</c:v>
                </c:pt>
                <c:pt idx="17">
                  <c:v>16118.7492857</c:v>
                </c:pt>
                <c:pt idx="18">
                  <c:v>6961.5471619</c:v>
                </c:pt>
                <c:pt idx="19">
                  <c:v>18504.315058</c:v>
                </c:pt>
                <c:pt idx="20">
                  <c:v>30849.3067229</c:v>
                </c:pt>
                <c:pt idx="21">
                  <c:v>28330.8369412</c:v>
                </c:pt>
                <c:pt idx="22">
                  <c:v>24404.8953347</c:v>
                </c:pt>
                <c:pt idx="23">
                  <c:v>29129.7271746</c:v>
                </c:pt>
                <c:pt idx="24">
                  <c:v>29143.5729267</c:v>
                </c:pt>
                <c:pt idx="25">
                  <c:v>20583.2189607</c:v>
                </c:pt>
                <c:pt idx="26">
                  <c:v>31173.2294456</c:v>
                </c:pt>
                <c:pt idx="27">
                  <c:v>37994.4963344</c:v>
                </c:pt>
                <c:pt idx="28">
                  <c:v>46868.5284889</c:v>
                </c:pt>
                <c:pt idx="29">
                  <c:v>43981.4168661</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27.0968928571</c:v>
                </c:pt>
                <c:pt idx="1">
                  <c:v>550.74552381</c:v>
                </c:pt>
                <c:pt idx="2">
                  <c:v>5038.70260714</c:v>
                </c:pt>
                <c:pt idx="3">
                  <c:v>2044.99714286</c:v>
                </c:pt>
                <c:pt idx="4">
                  <c:v>4188.37484286</c:v>
                </c:pt>
                <c:pt idx="5">
                  <c:v>4180.71494048</c:v>
                </c:pt>
                <c:pt idx="6">
                  <c:v>11763.1962041</c:v>
                </c:pt>
                <c:pt idx="7">
                  <c:v>3544.64779048</c:v>
                </c:pt>
                <c:pt idx="8">
                  <c:v>6299.47373214</c:v>
                </c:pt>
                <c:pt idx="9">
                  <c:v>8337.60024603</c:v>
                </c:pt>
                <c:pt idx="10">
                  <c:v>10924.9583571</c:v>
                </c:pt>
                <c:pt idx="11">
                  <c:v>9427.60963946</c:v>
                </c:pt>
                <c:pt idx="12">
                  <c:v>16417.4769091</c:v>
                </c:pt>
                <c:pt idx="13">
                  <c:v>15192.1787381</c:v>
                </c:pt>
                <c:pt idx="14">
                  <c:v>23220.2582114</c:v>
                </c:pt>
                <c:pt idx="15">
                  <c:v>18912.2111978</c:v>
                </c:pt>
                <c:pt idx="16">
                  <c:v>19562.402291</c:v>
                </c:pt>
                <c:pt idx="17">
                  <c:v>41276.7158622</c:v>
                </c:pt>
                <c:pt idx="18">
                  <c:v>21252.9880286</c:v>
                </c:pt>
                <c:pt idx="19">
                  <c:v>20273.9473973</c:v>
                </c:pt>
                <c:pt idx="20">
                  <c:v>44880.4161342</c:v>
                </c:pt>
                <c:pt idx="21">
                  <c:v>49419.0788782</c:v>
                </c:pt>
                <c:pt idx="22">
                  <c:v>51640.390302</c:v>
                </c:pt>
                <c:pt idx="23">
                  <c:v>38429.3129405</c:v>
                </c:pt>
                <c:pt idx="24">
                  <c:v>39450.304967</c:v>
                </c:pt>
                <c:pt idx="25">
                  <c:v>48548.360075</c:v>
                </c:pt>
                <c:pt idx="26">
                  <c:v>74831.317915</c:v>
                </c:pt>
                <c:pt idx="27">
                  <c:v>65531.2306916</c:v>
                </c:pt>
                <c:pt idx="28">
                  <c:v>77669.9374413</c:v>
                </c:pt>
                <c:pt idx="29">
                  <c:v>58866.999872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Control broadcast</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31.0450714286</c:v>
                </c:pt>
                <c:pt idx="1">
                  <c:v>35.5843809524</c:v>
                </c:pt>
                <c:pt idx="2">
                  <c:v>31.1763214286</c:v>
                </c:pt>
                <c:pt idx="3">
                  <c:v>33.1855142857</c:v>
                </c:pt>
                <c:pt idx="4">
                  <c:v>47.147452381</c:v>
                </c:pt>
                <c:pt idx="5">
                  <c:v>156.216102041</c:v>
                </c:pt>
                <c:pt idx="6">
                  <c:v>135.474375</c:v>
                </c:pt>
                <c:pt idx="7">
                  <c:v>1738.71139683</c:v>
                </c:pt>
                <c:pt idx="8">
                  <c:v>1646.22864286</c:v>
                </c:pt>
                <c:pt idx="9">
                  <c:v>2035.33187013</c:v>
                </c:pt>
                <c:pt idx="10">
                  <c:v>2252.8985119</c:v>
                </c:pt>
                <c:pt idx="11">
                  <c:v>7943.19859341</c:v>
                </c:pt>
                <c:pt idx="12">
                  <c:v>5820.84907143</c:v>
                </c:pt>
                <c:pt idx="13">
                  <c:v>9080.81414286</c:v>
                </c:pt>
                <c:pt idx="14">
                  <c:v>5371.19860714</c:v>
                </c:pt>
                <c:pt idx="15">
                  <c:v>6456.07237815</c:v>
                </c:pt>
                <c:pt idx="16">
                  <c:v>5661.77120635</c:v>
                </c:pt>
                <c:pt idx="17">
                  <c:v>16331.1743383</c:v>
                </c:pt>
                <c:pt idx="18">
                  <c:v>14199.1754286</c:v>
                </c:pt>
                <c:pt idx="19">
                  <c:v>12796.6617619</c:v>
                </c:pt>
                <c:pt idx="20">
                  <c:v>13957.6741364</c:v>
                </c:pt>
                <c:pt idx="21">
                  <c:v>16167.1361056</c:v>
                </c:pt>
                <c:pt idx="22">
                  <c:v>15026.443244</c:v>
                </c:pt>
                <c:pt idx="23">
                  <c:v>13867.9442571</c:v>
                </c:pt>
                <c:pt idx="24">
                  <c:v>10568.6856868</c:v>
                </c:pt>
                <c:pt idx="25">
                  <c:v>18664.3524444</c:v>
                </c:pt>
                <c:pt idx="26">
                  <c:v>13564.6698163</c:v>
                </c:pt>
                <c:pt idx="27">
                  <c:v>20582.5136059</c:v>
                </c:pt>
                <c:pt idx="28">
                  <c:v>23770.9596238</c:v>
                </c:pt>
                <c:pt idx="29">
                  <c:v>28378.5342811</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31.6887142857</c:v>
                </c:pt>
                <c:pt idx="1">
                  <c:v>23.044047619</c:v>
                </c:pt>
                <c:pt idx="2">
                  <c:v>42.002</c:v>
                </c:pt>
                <c:pt idx="3">
                  <c:v>43.3397428571</c:v>
                </c:pt>
                <c:pt idx="4">
                  <c:v>196.783690476</c:v>
                </c:pt>
                <c:pt idx="5">
                  <c:v>675.860591837</c:v>
                </c:pt>
                <c:pt idx="6">
                  <c:v>270.203839286</c:v>
                </c:pt>
                <c:pt idx="7">
                  <c:v>630.906079365</c:v>
                </c:pt>
                <c:pt idx="8">
                  <c:v>509.320442857</c:v>
                </c:pt>
                <c:pt idx="9">
                  <c:v>1706.45083117</c:v>
                </c:pt>
                <c:pt idx="10">
                  <c:v>2341.41554762</c:v>
                </c:pt>
                <c:pt idx="11">
                  <c:v>6625.94826374</c:v>
                </c:pt>
                <c:pt idx="12">
                  <c:v>5672.52573469</c:v>
                </c:pt>
                <c:pt idx="13">
                  <c:v>2926.65273333</c:v>
                </c:pt>
                <c:pt idx="14">
                  <c:v>7250.8315625</c:v>
                </c:pt>
                <c:pt idx="15">
                  <c:v>6956.42606723</c:v>
                </c:pt>
                <c:pt idx="16">
                  <c:v>9838.92227778</c:v>
                </c:pt>
                <c:pt idx="17">
                  <c:v>7824.31666165</c:v>
                </c:pt>
                <c:pt idx="18">
                  <c:v>15357.0124571</c:v>
                </c:pt>
                <c:pt idx="19">
                  <c:v>11585.2323129</c:v>
                </c:pt>
                <c:pt idx="20">
                  <c:v>8463.22997403</c:v>
                </c:pt>
                <c:pt idx="21">
                  <c:v>14344.5275031</c:v>
                </c:pt>
                <c:pt idx="22">
                  <c:v>10527.7759583</c:v>
                </c:pt>
                <c:pt idx="23">
                  <c:v>20948.7716857</c:v>
                </c:pt>
                <c:pt idx="24">
                  <c:v>19248.625956</c:v>
                </c:pt>
                <c:pt idx="25">
                  <c:v>8876.12466667</c:v>
                </c:pt>
                <c:pt idx="26">
                  <c:v>25236.3814439</c:v>
                </c:pt>
                <c:pt idx="27">
                  <c:v>15472.9979606</c:v>
                </c:pt>
                <c:pt idx="28">
                  <c:v>25757.4924667</c:v>
                </c:pt>
                <c:pt idx="29">
                  <c:v>23482.2134608</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21.3305</c:v>
                </c:pt>
                <c:pt idx="1">
                  <c:v>19.44</c:v>
                </c:pt>
                <c:pt idx="2">
                  <c:v>38.4509642857</c:v>
                </c:pt>
                <c:pt idx="3">
                  <c:v>45.642</c:v>
                </c:pt>
                <c:pt idx="4">
                  <c:v>38.7029285714</c:v>
                </c:pt>
                <c:pt idx="5">
                  <c:v>57.9922040816</c:v>
                </c:pt>
                <c:pt idx="6">
                  <c:v>2780.77932143</c:v>
                </c:pt>
                <c:pt idx="7">
                  <c:v>2227.95580952</c:v>
                </c:pt>
                <c:pt idx="8">
                  <c:v>1409.89141429</c:v>
                </c:pt>
                <c:pt idx="9">
                  <c:v>3156.47311688</c:v>
                </c:pt>
                <c:pt idx="10">
                  <c:v>3754.20390476</c:v>
                </c:pt>
                <c:pt idx="11">
                  <c:v>4141.38951648</c:v>
                </c:pt>
                <c:pt idx="12">
                  <c:v>2733.91034694</c:v>
                </c:pt>
                <c:pt idx="13">
                  <c:v>9291.23893333</c:v>
                </c:pt>
                <c:pt idx="14">
                  <c:v>5034.71500893</c:v>
                </c:pt>
                <c:pt idx="15">
                  <c:v>4932.00078151</c:v>
                </c:pt>
                <c:pt idx="16">
                  <c:v>6867.0773254</c:v>
                </c:pt>
                <c:pt idx="17">
                  <c:v>6814.3354812</c:v>
                </c:pt>
                <c:pt idx="18">
                  <c:v>23838.6041071</c:v>
                </c:pt>
                <c:pt idx="19">
                  <c:v>24015.0403878</c:v>
                </c:pt>
                <c:pt idx="20">
                  <c:v>12685.7242532</c:v>
                </c:pt>
                <c:pt idx="21">
                  <c:v>13582.9932174</c:v>
                </c:pt>
                <c:pt idx="22">
                  <c:v>9336.20520833</c:v>
                </c:pt>
                <c:pt idx="23">
                  <c:v>11000.9002857</c:v>
                </c:pt>
                <c:pt idx="24">
                  <c:v>18842.9806813</c:v>
                </c:pt>
                <c:pt idx="25">
                  <c:v>15953.774418</c:v>
                </c:pt>
                <c:pt idx="26">
                  <c:v>27836.4452296</c:v>
                </c:pt>
                <c:pt idx="27">
                  <c:v>45461.4392365</c:v>
                </c:pt>
                <c:pt idx="28">
                  <c:v>22769.3661952</c:v>
                </c:pt>
                <c:pt idx="29">
                  <c:v>26639.8983963</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22.8148571429</c:v>
                </c:pt>
                <c:pt idx="1">
                  <c:v>26.6983333333</c:v>
                </c:pt>
                <c:pt idx="2">
                  <c:v>18.4396428571</c:v>
                </c:pt>
                <c:pt idx="3">
                  <c:v>30.3188285714</c:v>
                </c:pt>
                <c:pt idx="4">
                  <c:v>28.0414761905</c:v>
                </c:pt>
                <c:pt idx="5">
                  <c:v>26.022755102</c:v>
                </c:pt>
                <c:pt idx="6">
                  <c:v>69.969875</c:v>
                </c:pt>
                <c:pt idx="7">
                  <c:v>108.446619048</c:v>
                </c:pt>
                <c:pt idx="8">
                  <c:v>692.334642857</c:v>
                </c:pt>
                <c:pt idx="9">
                  <c:v>89.1151038961</c:v>
                </c:pt>
                <c:pt idx="10">
                  <c:v>1305.34260714</c:v>
                </c:pt>
                <c:pt idx="11">
                  <c:v>807.785032967</c:v>
                </c:pt>
                <c:pt idx="12">
                  <c:v>4487.93672449</c:v>
                </c:pt>
                <c:pt idx="13">
                  <c:v>3183.97455238</c:v>
                </c:pt>
                <c:pt idx="14">
                  <c:v>4797.03029464</c:v>
                </c:pt>
                <c:pt idx="15">
                  <c:v>3733.35621008</c:v>
                </c:pt>
                <c:pt idx="16">
                  <c:v>4273.58884127</c:v>
                </c:pt>
                <c:pt idx="17">
                  <c:v>6189.4158797</c:v>
                </c:pt>
                <c:pt idx="18">
                  <c:v>7921.64225714</c:v>
                </c:pt>
                <c:pt idx="19">
                  <c:v>9652.39752381</c:v>
                </c:pt>
                <c:pt idx="20">
                  <c:v>7178.29961688</c:v>
                </c:pt>
                <c:pt idx="21">
                  <c:v>11208.6452733</c:v>
                </c:pt>
                <c:pt idx="22">
                  <c:v>10123.2056905</c:v>
                </c:pt>
                <c:pt idx="23">
                  <c:v>11562.7101943</c:v>
                </c:pt>
                <c:pt idx="24">
                  <c:v>9798.7567967</c:v>
                </c:pt>
                <c:pt idx="25">
                  <c:v>17230.2929365</c:v>
                </c:pt>
                <c:pt idx="26">
                  <c:v>11293.7845561</c:v>
                </c:pt>
                <c:pt idx="27">
                  <c:v>8831.19430049</c:v>
                </c:pt>
                <c:pt idx="28">
                  <c:v>18745.2086095</c:v>
                </c:pt>
                <c:pt idx="29">
                  <c:v>27317.1049954</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63.9585714286</c:v>
                </c:pt>
                <c:pt idx="1">
                  <c:v>49.2421428571</c:v>
                </c:pt>
                <c:pt idx="2">
                  <c:v>322.065714286</c:v>
                </c:pt>
                <c:pt idx="3">
                  <c:v>39.8528857143</c:v>
                </c:pt>
                <c:pt idx="4">
                  <c:v>1005.14697619</c:v>
                </c:pt>
                <c:pt idx="5">
                  <c:v>571.760265306</c:v>
                </c:pt>
                <c:pt idx="6">
                  <c:v>5431.10107143</c:v>
                </c:pt>
                <c:pt idx="7">
                  <c:v>2062.15344444</c:v>
                </c:pt>
                <c:pt idx="8">
                  <c:v>11288.8382857</c:v>
                </c:pt>
                <c:pt idx="9">
                  <c:v>3555.70294805</c:v>
                </c:pt>
                <c:pt idx="10">
                  <c:v>3335.4872381</c:v>
                </c:pt>
                <c:pt idx="11">
                  <c:v>9895.82057143</c:v>
                </c:pt>
                <c:pt idx="12">
                  <c:v>7432.79244898</c:v>
                </c:pt>
                <c:pt idx="13">
                  <c:v>10004.7958571</c:v>
                </c:pt>
                <c:pt idx="14">
                  <c:v>12367.4387054</c:v>
                </c:pt>
                <c:pt idx="15">
                  <c:v>11969.6837311</c:v>
                </c:pt>
                <c:pt idx="16">
                  <c:v>5974.22374603</c:v>
                </c:pt>
                <c:pt idx="17">
                  <c:v>18305.629203</c:v>
                </c:pt>
                <c:pt idx="18">
                  <c:v>26554.2415786</c:v>
                </c:pt>
                <c:pt idx="19">
                  <c:v>14620.5113401</c:v>
                </c:pt>
                <c:pt idx="20">
                  <c:v>36385.5073117</c:v>
                </c:pt>
                <c:pt idx="21">
                  <c:v>17244.9515714</c:v>
                </c:pt>
                <c:pt idx="22">
                  <c:v>17493.4845476</c:v>
                </c:pt>
                <c:pt idx="23">
                  <c:v>18591.2051886</c:v>
                </c:pt>
                <c:pt idx="24">
                  <c:v>24949.8413846</c:v>
                </c:pt>
                <c:pt idx="25">
                  <c:v>24558.9499206</c:v>
                </c:pt>
                <c:pt idx="26">
                  <c:v>54185.8052602</c:v>
                </c:pt>
                <c:pt idx="27">
                  <c:v>29969.4554483</c:v>
                </c:pt>
                <c:pt idx="28">
                  <c:v>39738.8829667</c:v>
                </c:pt>
                <c:pt idx="29">
                  <c:v>54011.0740553</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17.3904285714</c:v>
                </c:pt>
                <c:pt idx="1">
                  <c:v>16.8058571429</c:v>
                </c:pt>
                <c:pt idx="2">
                  <c:v>33.9293214286</c:v>
                </c:pt>
                <c:pt idx="3">
                  <c:v>31.1234285714</c:v>
                </c:pt>
                <c:pt idx="4">
                  <c:v>31.5453095238</c:v>
                </c:pt>
                <c:pt idx="5">
                  <c:v>254.329938776</c:v>
                </c:pt>
                <c:pt idx="6">
                  <c:v>67.3197321429</c:v>
                </c:pt>
                <c:pt idx="7">
                  <c:v>513.00147619</c:v>
                </c:pt>
                <c:pt idx="8">
                  <c:v>451.688028571</c:v>
                </c:pt>
                <c:pt idx="9">
                  <c:v>1236.97009091</c:v>
                </c:pt>
                <c:pt idx="10">
                  <c:v>1450.4469881</c:v>
                </c:pt>
                <c:pt idx="11">
                  <c:v>4989.32359341</c:v>
                </c:pt>
                <c:pt idx="12">
                  <c:v>2889.69086735</c:v>
                </c:pt>
                <c:pt idx="13">
                  <c:v>918.943247619</c:v>
                </c:pt>
                <c:pt idx="14">
                  <c:v>5292.36972321</c:v>
                </c:pt>
                <c:pt idx="15">
                  <c:v>5527.14489916</c:v>
                </c:pt>
                <c:pt idx="16">
                  <c:v>6911.72673016</c:v>
                </c:pt>
                <c:pt idx="17">
                  <c:v>5618.76975188</c:v>
                </c:pt>
                <c:pt idx="18">
                  <c:v>15235.9343571</c:v>
                </c:pt>
                <c:pt idx="19">
                  <c:v>5620.7820068</c:v>
                </c:pt>
                <c:pt idx="20">
                  <c:v>6336.31437013</c:v>
                </c:pt>
                <c:pt idx="21">
                  <c:v>10331.6888882</c:v>
                </c:pt>
                <c:pt idx="22">
                  <c:v>8974.02857143</c:v>
                </c:pt>
                <c:pt idx="23">
                  <c:v>13092.9973886</c:v>
                </c:pt>
                <c:pt idx="24">
                  <c:v>15806.1511923</c:v>
                </c:pt>
                <c:pt idx="25">
                  <c:v>8520.56000529</c:v>
                </c:pt>
                <c:pt idx="26">
                  <c:v>23523.4949235</c:v>
                </c:pt>
                <c:pt idx="27">
                  <c:v>11056.5777931</c:v>
                </c:pt>
                <c:pt idx="28">
                  <c:v>11624.8776095</c:v>
                </c:pt>
                <c:pt idx="29">
                  <c:v>18408.1940737</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42.1202857143</c:v>
                </c:pt>
                <c:pt idx="1">
                  <c:v>33.4054761905</c:v>
                </c:pt>
                <c:pt idx="2">
                  <c:v>197.479928571</c:v>
                </c:pt>
                <c:pt idx="3">
                  <c:v>68.4357428571</c:v>
                </c:pt>
                <c:pt idx="4">
                  <c:v>334.434357143</c:v>
                </c:pt>
                <c:pt idx="5">
                  <c:v>1312.70183673</c:v>
                </c:pt>
                <c:pt idx="6">
                  <c:v>1533.40378571</c:v>
                </c:pt>
                <c:pt idx="7">
                  <c:v>2884.7374127</c:v>
                </c:pt>
                <c:pt idx="8">
                  <c:v>2272.46867143</c:v>
                </c:pt>
                <c:pt idx="9">
                  <c:v>3754.11384416</c:v>
                </c:pt>
                <c:pt idx="10">
                  <c:v>5261.25270238</c:v>
                </c:pt>
                <c:pt idx="11">
                  <c:v>6857.25583516</c:v>
                </c:pt>
                <c:pt idx="12">
                  <c:v>5981.03890816</c:v>
                </c:pt>
                <c:pt idx="13">
                  <c:v>6801.86688571</c:v>
                </c:pt>
                <c:pt idx="14">
                  <c:v>7448.14957143</c:v>
                </c:pt>
                <c:pt idx="15">
                  <c:v>6967.34757983</c:v>
                </c:pt>
                <c:pt idx="16">
                  <c:v>11297.6206429</c:v>
                </c:pt>
                <c:pt idx="17">
                  <c:v>15022.9080752</c:v>
                </c:pt>
                <c:pt idx="18">
                  <c:v>21816.0684786</c:v>
                </c:pt>
                <c:pt idx="19">
                  <c:v>17419.2931361</c:v>
                </c:pt>
                <c:pt idx="20">
                  <c:v>13590.5126753</c:v>
                </c:pt>
                <c:pt idx="21">
                  <c:v>19544.0638385</c:v>
                </c:pt>
                <c:pt idx="22">
                  <c:v>19673.0952083</c:v>
                </c:pt>
                <c:pt idx="23">
                  <c:v>25183.9594057</c:v>
                </c:pt>
                <c:pt idx="24">
                  <c:v>34400.9836264</c:v>
                </c:pt>
                <c:pt idx="25">
                  <c:v>18180.6337672</c:v>
                </c:pt>
                <c:pt idx="26">
                  <c:v>26945.8770357</c:v>
                </c:pt>
                <c:pt idx="27">
                  <c:v>42012.1162266</c:v>
                </c:pt>
                <c:pt idx="28">
                  <c:v>26422.4313524</c:v>
                </c:pt>
                <c:pt idx="29">
                  <c:v>24870.897424</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17.1742857143</c:v>
                </c:pt>
                <c:pt idx="1">
                  <c:v>13.5523809524</c:v>
                </c:pt>
                <c:pt idx="2">
                  <c:v>23.0041785714</c:v>
                </c:pt>
                <c:pt idx="3">
                  <c:v>34.2754571429</c:v>
                </c:pt>
                <c:pt idx="4">
                  <c:v>37.2854761905</c:v>
                </c:pt>
                <c:pt idx="5">
                  <c:v>44.3108571429</c:v>
                </c:pt>
                <c:pt idx="6">
                  <c:v>89.8132321429</c:v>
                </c:pt>
                <c:pt idx="7">
                  <c:v>1232.06742857</c:v>
                </c:pt>
                <c:pt idx="8">
                  <c:v>1383.5659</c:v>
                </c:pt>
                <c:pt idx="9">
                  <c:v>1819.19427273</c:v>
                </c:pt>
                <c:pt idx="10">
                  <c:v>987.742428571</c:v>
                </c:pt>
                <c:pt idx="11">
                  <c:v>2186.55646154</c:v>
                </c:pt>
                <c:pt idx="12">
                  <c:v>1685.68512245</c:v>
                </c:pt>
                <c:pt idx="13">
                  <c:v>2365.47329524</c:v>
                </c:pt>
                <c:pt idx="14">
                  <c:v>1895.59484821</c:v>
                </c:pt>
                <c:pt idx="15">
                  <c:v>3951.30295798</c:v>
                </c:pt>
                <c:pt idx="16">
                  <c:v>4093.0401746</c:v>
                </c:pt>
                <c:pt idx="17">
                  <c:v>2807.54861654</c:v>
                </c:pt>
                <c:pt idx="18">
                  <c:v>16692.37025</c:v>
                </c:pt>
                <c:pt idx="19">
                  <c:v>8471.45112245</c:v>
                </c:pt>
                <c:pt idx="20">
                  <c:v>7187.14904545</c:v>
                </c:pt>
                <c:pt idx="21">
                  <c:v>10566.707795</c:v>
                </c:pt>
                <c:pt idx="22">
                  <c:v>8566.98708333</c:v>
                </c:pt>
                <c:pt idx="23">
                  <c:v>9939.66367429</c:v>
                </c:pt>
                <c:pt idx="24">
                  <c:v>14466.0192088</c:v>
                </c:pt>
                <c:pt idx="25">
                  <c:v>11985.9227143</c:v>
                </c:pt>
                <c:pt idx="26">
                  <c:v>20719.8545561</c:v>
                </c:pt>
                <c:pt idx="27">
                  <c:v>22534.3792512</c:v>
                </c:pt>
                <c:pt idx="28">
                  <c:v>14280.0422048</c:v>
                </c:pt>
                <c:pt idx="29">
                  <c:v>16290.9684562</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730.916071429</c:v>
                </c:pt>
                <c:pt idx="1">
                  <c:v>22.7826190476</c:v>
                </c:pt>
                <c:pt idx="2">
                  <c:v>78.0564642857</c:v>
                </c:pt>
                <c:pt idx="3">
                  <c:v>148.184628571</c:v>
                </c:pt>
                <c:pt idx="4">
                  <c:v>57.1847857143</c:v>
                </c:pt>
                <c:pt idx="5">
                  <c:v>124.997836735</c:v>
                </c:pt>
                <c:pt idx="6">
                  <c:v>5752.22426786</c:v>
                </c:pt>
                <c:pt idx="7">
                  <c:v>4926.05457143</c:v>
                </c:pt>
                <c:pt idx="8">
                  <c:v>1453.07411429</c:v>
                </c:pt>
                <c:pt idx="9">
                  <c:v>4579.395</c:v>
                </c:pt>
                <c:pt idx="10">
                  <c:v>4311.87704762</c:v>
                </c:pt>
                <c:pt idx="11">
                  <c:v>6625.24376923</c:v>
                </c:pt>
                <c:pt idx="12">
                  <c:v>3615.88121429</c:v>
                </c:pt>
                <c:pt idx="13">
                  <c:v>9463.31919048</c:v>
                </c:pt>
                <c:pt idx="14">
                  <c:v>5352.49473214</c:v>
                </c:pt>
                <c:pt idx="15">
                  <c:v>7088.6614958</c:v>
                </c:pt>
                <c:pt idx="16">
                  <c:v>21606.1223333</c:v>
                </c:pt>
                <c:pt idx="17">
                  <c:v>13638.0213083</c:v>
                </c:pt>
                <c:pt idx="18">
                  <c:v>26635.2940357</c:v>
                </c:pt>
                <c:pt idx="19">
                  <c:v>24494.3087755</c:v>
                </c:pt>
                <c:pt idx="20">
                  <c:v>18139.7497403</c:v>
                </c:pt>
                <c:pt idx="21">
                  <c:v>25533.3302484</c:v>
                </c:pt>
                <c:pt idx="22">
                  <c:v>24253.3010774</c:v>
                </c:pt>
                <c:pt idx="23">
                  <c:v>15099.4836171</c:v>
                </c:pt>
                <c:pt idx="24">
                  <c:v>21408.7147802</c:v>
                </c:pt>
                <c:pt idx="25">
                  <c:v>18074.9892857</c:v>
                </c:pt>
                <c:pt idx="26">
                  <c:v>34280.049648</c:v>
                </c:pt>
                <c:pt idx="27">
                  <c:v>61184.0394286</c:v>
                </c:pt>
                <c:pt idx="28">
                  <c:v>36827.0854286</c:v>
                </c:pt>
                <c:pt idx="29">
                  <c:v>38083.6785115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Alert-flag gather</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13.4825833333</c:v>
                </c:pt>
                <c:pt idx="1">
                  <c:v>419.006111111</c:v>
                </c:pt>
                <c:pt idx="2">
                  <c:v>720.169958333</c:v>
                </c:pt>
                <c:pt idx="3">
                  <c:v>187.808333333</c:v>
                </c:pt>
                <c:pt idx="4">
                  <c:v>987.031583333</c:v>
                </c:pt>
                <c:pt idx="5">
                  <c:v>1188.41075</c:v>
                </c:pt>
                <c:pt idx="6">
                  <c:v>4073.30267857</c:v>
                </c:pt>
                <c:pt idx="7">
                  <c:v>3604.82302222</c:v>
                </c:pt>
                <c:pt idx="8">
                  <c:v>2312.76282292</c:v>
                </c:pt>
                <c:pt idx="9">
                  <c:v>2784.08997222</c:v>
                </c:pt>
                <c:pt idx="10">
                  <c:v>5864.852225</c:v>
                </c:pt>
                <c:pt idx="11">
                  <c:v>6162.67001587</c:v>
                </c:pt>
                <c:pt idx="12">
                  <c:v>3925.15011364</c:v>
                </c:pt>
                <c:pt idx="13">
                  <c:v>7219.84479861</c:v>
                </c:pt>
                <c:pt idx="14">
                  <c:v>5153.90234</c:v>
                </c:pt>
                <c:pt idx="15">
                  <c:v>6809.41401923</c:v>
                </c:pt>
                <c:pt idx="16">
                  <c:v>7611.89511728</c:v>
                </c:pt>
                <c:pt idx="17">
                  <c:v>10333.2312917</c:v>
                </c:pt>
                <c:pt idx="18">
                  <c:v>13002.7807889</c:v>
                </c:pt>
                <c:pt idx="19">
                  <c:v>13112.8657812</c:v>
                </c:pt>
                <c:pt idx="20">
                  <c:v>11755.6166818</c:v>
                </c:pt>
                <c:pt idx="21">
                  <c:v>14031.5825735</c:v>
                </c:pt>
                <c:pt idx="22">
                  <c:v>10219.5956905</c:v>
                </c:pt>
                <c:pt idx="23">
                  <c:v>12077.8108565</c:v>
                </c:pt>
                <c:pt idx="24">
                  <c:v>13880.9569444</c:v>
                </c:pt>
                <c:pt idx="25">
                  <c:v>16246.0083542</c:v>
                </c:pt>
                <c:pt idx="26">
                  <c:v>21873.1017024</c:v>
                </c:pt>
                <c:pt idx="27">
                  <c:v>16732.9979924</c:v>
                </c:pt>
                <c:pt idx="28">
                  <c:v>29224.1714407</c:v>
                </c:pt>
                <c:pt idx="29">
                  <c:v>21501.3595313</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12.37275</c:v>
                </c:pt>
                <c:pt idx="1">
                  <c:v>23.6181666667</c:v>
                </c:pt>
                <c:pt idx="2">
                  <c:v>480.479604167</c:v>
                </c:pt>
                <c:pt idx="3">
                  <c:v>1325.42812963</c:v>
                </c:pt>
                <c:pt idx="4">
                  <c:v>1305.23181667</c:v>
                </c:pt>
                <c:pt idx="5">
                  <c:v>1243.90816667</c:v>
                </c:pt>
                <c:pt idx="6">
                  <c:v>2667.72058333</c:v>
                </c:pt>
                <c:pt idx="7">
                  <c:v>4087.08108889</c:v>
                </c:pt>
                <c:pt idx="8">
                  <c:v>2357.94153125</c:v>
                </c:pt>
                <c:pt idx="9">
                  <c:v>6208.391</c:v>
                </c:pt>
                <c:pt idx="10">
                  <c:v>3104.24178333</c:v>
                </c:pt>
                <c:pt idx="11">
                  <c:v>4125.12365079</c:v>
                </c:pt>
                <c:pt idx="12">
                  <c:v>4439.37321212</c:v>
                </c:pt>
                <c:pt idx="13">
                  <c:v>7463.52336806</c:v>
                </c:pt>
                <c:pt idx="14">
                  <c:v>9415.97313333</c:v>
                </c:pt>
                <c:pt idx="15">
                  <c:v>5113.06438462</c:v>
                </c:pt>
                <c:pt idx="16">
                  <c:v>10430.9339753</c:v>
                </c:pt>
                <c:pt idx="17">
                  <c:v>13561.7697024</c:v>
                </c:pt>
                <c:pt idx="18">
                  <c:v>7452.93681667</c:v>
                </c:pt>
                <c:pt idx="19">
                  <c:v>10896.7636875</c:v>
                </c:pt>
                <c:pt idx="20">
                  <c:v>8503.68062121</c:v>
                </c:pt>
                <c:pt idx="21">
                  <c:v>10159.9690735</c:v>
                </c:pt>
                <c:pt idx="22">
                  <c:v>14354.5367429</c:v>
                </c:pt>
                <c:pt idx="23">
                  <c:v>7797.03949537</c:v>
                </c:pt>
                <c:pt idx="24">
                  <c:v>13282.9188632</c:v>
                </c:pt>
                <c:pt idx="25">
                  <c:v>13165.6597042</c:v>
                </c:pt>
                <c:pt idx="26">
                  <c:v>19904.4809206</c:v>
                </c:pt>
                <c:pt idx="27">
                  <c:v>17321.6289129</c:v>
                </c:pt>
                <c:pt idx="28">
                  <c:v>22545.5042296</c:v>
                </c:pt>
                <c:pt idx="29">
                  <c:v>18741.5802431</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10.426875</c:v>
                </c:pt>
                <c:pt idx="1">
                  <c:v>89.2660277778</c:v>
                </c:pt>
                <c:pt idx="2">
                  <c:v>1199.17314583</c:v>
                </c:pt>
                <c:pt idx="3">
                  <c:v>678.0605</c:v>
                </c:pt>
                <c:pt idx="4">
                  <c:v>1686.87036667</c:v>
                </c:pt>
                <c:pt idx="5">
                  <c:v>1707.62972222</c:v>
                </c:pt>
                <c:pt idx="6">
                  <c:v>4220.14252381</c:v>
                </c:pt>
                <c:pt idx="7">
                  <c:v>3033.25993333</c:v>
                </c:pt>
                <c:pt idx="8">
                  <c:v>4289.54145833</c:v>
                </c:pt>
                <c:pt idx="9">
                  <c:v>3206.48519444</c:v>
                </c:pt>
                <c:pt idx="10">
                  <c:v>5782.83890833</c:v>
                </c:pt>
                <c:pt idx="11">
                  <c:v>6977.7164127</c:v>
                </c:pt>
                <c:pt idx="12">
                  <c:v>6792.22399242</c:v>
                </c:pt>
                <c:pt idx="13">
                  <c:v>6049.68147222</c:v>
                </c:pt>
                <c:pt idx="14">
                  <c:v>5971.4014</c:v>
                </c:pt>
                <c:pt idx="15">
                  <c:v>8491.63612821</c:v>
                </c:pt>
                <c:pt idx="16">
                  <c:v>7660.66825309</c:v>
                </c:pt>
                <c:pt idx="17">
                  <c:v>10789.7125833</c:v>
                </c:pt>
                <c:pt idx="18">
                  <c:v>8452.87575556</c:v>
                </c:pt>
                <c:pt idx="19">
                  <c:v>7326.27464583</c:v>
                </c:pt>
                <c:pt idx="20">
                  <c:v>14469.0433232</c:v>
                </c:pt>
                <c:pt idx="21">
                  <c:v>8499.71455392</c:v>
                </c:pt>
                <c:pt idx="22">
                  <c:v>13833.7730524</c:v>
                </c:pt>
                <c:pt idx="23">
                  <c:v>9282.40662963</c:v>
                </c:pt>
                <c:pt idx="24">
                  <c:v>12460.6701966</c:v>
                </c:pt>
                <c:pt idx="25">
                  <c:v>12026.2602875</c:v>
                </c:pt>
                <c:pt idx="26">
                  <c:v>14698.8401349</c:v>
                </c:pt>
                <c:pt idx="27">
                  <c:v>14568.7683902</c:v>
                </c:pt>
                <c:pt idx="28">
                  <c:v>17448.565863</c:v>
                </c:pt>
                <c:pt idx="29">
                  <c:v>18722.019066</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10.957625</c:v>
                </c:pt>
                <c:pt idx="1">
                  <c:v>72.8572777778</c:v>
                </c:pt>
                <c:pt idx="2">
                  <c:v>27.0310833333</c:v>
                </c:pt>
                <c:pt idx="3">
                  <c:v>54.3674074074</c:v>
                </c:pt>
                <c:pt idx="4">
                  <c:v>612.38185</c:v>
                </c:pt>
                <c:pt idx="5">
                  <c:v>763.53925</c:v>
                </c:pt>
                <c:pt idx="6">
                  <c:v>2093.30597619</c:v>
                </c:pt>
                <c:pt idx="7">
                  <c:v>2715.02245556</c:v>
                </c:pt>
                <c:pt idx="8">
                  <c:v>1383.16696875</c:v>
                </c:pt>
                <c:pt idx="9">
                  <c:v>2563.23130556</c:v>
                </c:pt>
                <c:pt idx="10">
                  <c:v>4674.12283333</c:v>
                </c:pt>
                <c:pt idx="11">
                  <c:v>5695.73765079</c:v>
                </c:pt>
                <c:pt idx="12">
                  <c:v>3733.25883333</c:v>
                </c:pt>
                <c:pt idx="13">
                  <c:v>4146.96121528</c:v>
                </c:pt>
                <c:pt idx="14">
                  <c:v>4089.83372667</c:v>
                </c:pt>
                <c:pt idx="15">
                  <c:v>5239.76054487</c:v>
                </c:pt>
                <c:pt idx="16">
                  <c:v>7046.14283333</c:v>
                </c:pt>
                <c:pt idx="17">
                  <c:v>6158.39582738</c:v>
                </c:pt>
                <c:pt idx="18">
                  <c:v>8707.63652778</c:v>
                </c:pt>
                <c:pt idx="19">
                  <c:v>8151.71569792</c:v>
                </c:pt>
                <c:pt idx="20">
                  <c:v>11315.2975455</c:v>
                </c:pt>
                <c:pt idx="21">
                  <c:v>9043.32206373</c:v>
                </c:pt>
                <c:pt idx="22">
                  <c:v>8713.87612381</c:v>
                </c:pt>
                <c:pt idx="23">
                  <c:v>9045.69192593</c:v>
                </c:pt>
                <c:pt idx="24">
                  <c:v>9000.59588034</c:v>
                </c:pt>
                <c:pt idx="25">
                  <c:v>8872.48230833</c:v>
                </c:pt>
                <c:pt idx="26">
                  <c:v>15201.5559484</c:v>
                </c:pt>
                <c:pt idx="27">
                  <c:v>16330.9128788</c:v>
                </c:pt>
                <c:pt idx="28">
                  <c:v>12145.9479926</c:v>
                </c:pt>
                <c:pt idx="29">
                  <c:v>18199.4772222</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38.5695</c:v>
                </c:pt>
                <c:pt idx="1">
                  <c:v>555.457388889</c:v>
                </c:pt>
                <c:pt idx="2">
                  <c:v>1697.10633333</c:v>
                </c:pt>
                <c:pt idx="3">
                  <c:v>638.391518519</c:v>
                </c:pt>
                <c:pt idx="4">
                  <c:v>1661.73593333</c:v>
                </c:pt>
                <c:pt idx="5">
                  <c:v>1575.00275</c:v>
                </c:pt>
                <c:pt idx="6">
                  <c:v>4264.1565119</c:v>
                </c:pt>
                <c:pt idx="7">
                  <c:v>3998.11454444</c:v>
                </c:pt>
                <c:pt idx="8">
                  <c:v>2590.65113542</c:v>
                </c:pt>
                <c:pt idx="9">
                  <c:v>2987.50176852</c:v>
                </c:pt>
                <c:pt idx="10">
                  <c:v>6534.00151667</c:v>
                </c:pt>
                <c:pt idx="11">
                  <c:v>6184.13921429</c:v>
                </c:pt>
                <c:pt idx="12">
                  <c:v>7709.51610606</c:v>
                </c:pt>
                <c:pt idx="13">
                  <c:v>9030.82334722</c:v>
                </c:pt>
                <c:pt idx="14">
                  <c:v>10838.6483467</c:v>
                </c:pt>
                <c:pt idx="15">
                  <c:v>7367.54453205</c:v>
                </c:pt>
                <c:pt idx="16">
                  <c:v>8594.76574074</c:v>
                </c:pt>
                <c:pt idx="17">
                  <c:v>12687.6567024</c:v>
                </c:pt>
                <c:pt idx="18">
                  <c:v>16490.67505</c:v>
                </c:pt>
                <c:pt idx="19">
                  <c:v>14621.4486771</c:v>
                </c:pt>
                <c:pt idx="20">
                  <c:v>18956.1199444</c:v>
                </c:pt>
                <c:pt idx="21">
                  <c:v>14941.3263824</c:v>
                </c:pt>
                <c:pt idx="22">
                  <c:v>16231.3697143</c:v>
                </c:pt>
                <c:pt idx="23">
                  <c:v>12796.602088</c:v>
                </c:pt>
                <c:pt idx="24">
                  <c:v>14472.2505256</c:v>
                </c:pt>
                <c:pt idx="25">
                  <c:v>17764.3999208</c:v>
                </c:pt>
                <c:pt idx="26">
                  <c:v>21875.5928889</c:v>
                </c:pt>
                <c:pt idx="27">
                  <c:v>18146.6922538</c:v>
                </c:pt>
                <c:pt idx="28">
                  <c:v>31693.6150741</c:v>
                </c:pt>
                <c:pt idx="29">
                  <c:v>26281.3479653</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7.5995</c:v>
                </c:pt>
                <c:pt idx="1">
                  <c:v>18.7878055556</c:v>
                </c:pt>
                <c:pt idx="2">
                  <c:v>408.697208333</c:v>
                </c:pt>
                <c:pt idx="3">
                  <c:v>1012.56083333</c:v>
                </c:pt>
                <c:pt idx="4">
                  <c:v>797.471316667</c:v>
                </c:pt>
                <c:pt idx="5">
                  <c:v>1025.46927778</c:v>
                </c:pt>
                <c:pt idx="6">
                  <c:v>1509.07415476</c:v>
                </c:pt>
                <c:pt idx="7">
                  <c:v>2992.74447778</c:v>
                </c:pt>
                <c:pt idx="8">
                  <c:v>1913.7825</c:v>
                </c:pt>
                <c:pt idx="9">
                  <c:v>3317.29428704</c:v>
                </c:pt>
                <c:pt idx="10">
                  <c:v>2835.681725</c:v>
                </c:pt>
                <c:pt idx="11">
                  <c:v>3389.8453254</c:v>
                </c:pt>
                <c:pt idx="12">
                  <c:v>3079.43594697</c:v>
                </c:pt>
                <c:pt idx="13">
                  <c:v>6983.91874306</c:v>
                </c:pt>
                <c:pt idx="14">
                  <c:v>7154.05214</c:v>
                </c:pt>
                <c:pt idx="15">
                  <c:v>4668.95026923</c:v>
                </c:pt>
                <c:pt idx="16">
                  <c:v>7269.45224074</c:v>
                </c:pt>
                <c:pt idx="17">
                  <c:v>4218.56871429</c:v>
                </c:pt>
                <c:pt idx="18">
                  <c:v>6152.03631667</c:v>
                </c:pt>
                <c:pt idx="19">
                  <c:v>9976.18865625</c:v>
                </c:pt>
                <c:pt idx="20">
                  <c:v>8408.23260101</c:v>
                </c:pt>
                <c:pt idx="21">
                  <c:v>9039.94797549</c:v>
                </c:pt>
                <c:pt idx="22">
                  <c:v>10709.2579571</c:v>
                </c:pt>
                <c:pt idx="23">
                  <c:v>7422.53701389</c:v>
                </c:pt>
                <c:pt idx="24">
                  <c:v>8814.64017094</c:v>
                </c:pt>
                <c:pt idx="25">
                  <c:v>10362.1467708</c:v>
                </c:pt>
                <c:pt idx="26">
                  <c:v>8331.98199206</c:v>
                </c:pt>
                <c:pt idx="27">
                  <c:v>12512.5411894</c:v>
                </c:pt>
                <c:pt idx="28">
                  <c:v>13436.2478111</c:v>
                </c:pt>
                <c:pt idx="29">
                  <c:v>13193.8909375</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15.3681666667</c:v>
                </c:pt>
                <c:pt idx="1">
                  <c:v>32.82</c:v>
                </c:pt>
                <c:pt idx="2">
                  <c:v>515.535291667</c:v>
                </c:pt>
                <c:pt idx="3">
                  <c:v>1357.5897037</c:v>
                </c:pt>
                <c:pt idx="4">
                  <c:v>2637.83938333</c:v>
                </c:pt>
                <c:pt idx="5">
                  <c:v>2254.15404167</c:v>
                </c:pt>
                <c:pt idx="6">
                  <c:v>5802.90469048</c:v>
                </c:pt>
                <c:pt idx="7">
                  <c:v>4293.4633</c:v>
                </c:pt>
                <c:pt idx="8">
                  <c:v>4907.9431875</c:v>
                </c:pt>
                <c:pt idx="9">
                  <c:v>6412.79862963</c:v>
                </c:pt>
                <c:pt idx="10">
                  <c:v>3807.87705</c:v>
                </c:pt>
                <c:pt idx="11">
                  <c:v>4767.50755556</c:v>
                </c:pt>
                <c:pt idx="12">
                  <c:v>5074.86983333</c:v>
                </c:pt>
                <c:pt idx="13">
                  <c:v>10200.6767917</c:v>
                </c:pt>
                <c:pt idx="14">
                  <c:v>10907.9387533</c:v>
                </c:pt>
                <c:pt idx="15">
                  <c:v>5836.73651923</c:v>
                </c:pt>
                <c:pt idx="16">
                  <c:v>11292.6640617</c:v>
                </c:pt>
                <c:pt idx="17">
                  <c:v>13957.8444345</c:v>
                </c:pt>
                <c:pt idx="18">
                  <c:v>7940.59790556</c:v>
                </c:pt>
                <c:pt idx="19">
                  <c:v>12575.4079115</c:v>
                </c:pt>
                <c:pt idx="20">
                  <c:v>19944.8529394</c:v>
                </c:pt>
                <c:pt idx="21">
                  <c:v>13766.1351814</c:v>
                </c:pt>
                <c:pt idx="22">
                  <c:v>18855.901919</c:v>
                </c:pt>
                <c:pt idx="23">
                  <c:v>13667.8056389</c:v>
                </c:pt>
                <c:pt idx="24">
                  <c:v>22092.0231966</c:v>
                </c:pt>
                <c:pt idx="25">
                  <c:v>20184.8629667</c:v>
                </c:pt>
                <c:pt idx="26">
                  <c:v>21100.0965675</c:v>
                </c:pt>
                <c:pt idx="27">
                  <c:v>20385.3692386</c:v>
                </c:pt>
                <c:pt idx="28">
                  <c:v>25455.5774148</c:v>
                </c:pt>
                <c:pt idx="29">
                  <c:v>22197.0776111</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8.11729166667</c:v>
                </c:pt>
                <c:pt idx="1">
                  <c:v>13.6301666667</c:v>
                </c:pt>
                <c:pt idx="2">
                  <c:v>863.940708333</c:v>
                </c:pt>
                <c:pt idx="3">
                  <c:v>385.821240741</c:v>
                </c:pt>
                <c:pt idx="4">
                  <c:v>600.945116667</c:v>
                </c:pt>
                <c:pt idx="5">
                  <c:v>1105.44290278</c:v>
                </c:pt>
                <c:pt idx="6">
                  <c:v>3501.36942857</c:v>
                </c:pt>
                <c:pt idx="7">
                  <c:v>2702.55011111</c:v>
                </c:pt>
                <c:pt idx="8">
                  <c:v>2118.31820833</c:v>
                </c:pt>
                <c:pt idx="9">
                  <c:v>2737.93940741</c:v>
                </c:pt>
                <c:pt idx="10">
                  <c:v>4733.84311667</c:v>
                </c:pt>
                <c:pt idx="11">
                  <c:v>4167.19271429</c:v>
                </c:pt>
                <c:pt idx="12">
                  <c:v>6238.52815152</c:v>
                </c:pt>
                <c:pt idx="13">
                  <c:v>5491.272125</c:v>
                </c:pt>
                <c:pt idx="14">
                  <c:v>5214.2422</c:v>
                </c:pt>
                <c:pt idx="15">
                  <c:v>8121.65320513</c:v>
                </c:pt>
                <c:pt idx="16">
                  <c:v>5199.96095679</c:v>
                </c:pt>
                <c:pt idx="17">
                  <c:v>5131.45161905</c:v>
                </c:pt>
                <c:pt idx="18">
                  <c:v>5486.74823889</c:v>
                </c:pt>
                <c:pt idx="19">
                  <c:v>7105.16790625</c:v>
                </c:pt>
                <c:pt idx="20">
                  <c:v>13614.6539798</c:v>
                </c:pt>
                <c:pt idx="21">
                  <c:v>7289.09266176</c:v>
                </c:pt>
                <c:pt idx="22">
                  <c:v>6861.84754286</c:v>
                </c:pt>
                <c:pt idx="23">
                  <c:v>8312.5428287</c:v>
                </c:pt>
                <c:pt idx="24">
                  <c:v>12346.4206624</c:v>
                </c:pt>
                <c:pt idx="25">
                  <c:v>7761.51499583</c:v>
                </c:pt>
                <c:pt idx="26">
                  <c:v>12569.8670714</c:v>
                </c:pt>
                <c:pt idx="27">
                  <c:v>13715.9156591</c:v>
                </c:pt>
                <c:pt idx="28">
                  <c:v>14670.5336704</c:v>
                </c:pt>
                <c:pt idx="29">
                  <c:v>16990.0312813</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11.1222083333</c:v>
                </c:pt>
                <c:pt idx="1">
                  <c:v>164.038833333</c:v>
                </c:pt>
                <c:pt idx="2">
                  <c:v>1850.37489583</c:v>
                </c:pt>
                <c:pt idx="3">
                  <c:v>2009.27187037</c:v>
                </c:pt>
                <c:pt idx="4">
                  <c:v>2024.04065</c:v>
                </c:pt>
                <c:pt idx="5">
                  <c:v>1943.89020833</c:v>
                </c:pt>
                <c:pt idx="6">
                  <c:v>4290.99842857</c:v>
                </c:pt>
                <c:pt idx="7">
                  <c:v>3887.81481111</c:v>
                </c:pt>
                <c:pt idx="8">
                  <c:v>4290.59245833</c:v>
                </c:pt>
                <c:pt idx="9">
                  <c:v>5115.05669444</c:v>
                </c:pt>
                <c:pt idx="10">
                  <c:v>6467.37690833</c:v>
                </c:pt>
                <c:pt idx="11">
                  <c:v>10708.2449365</c:v>
                </c:pt>
                <c:pt idx="12">
                  <c:v>9484.32155303</c:v>
                </c:pt>
                <c:pt idx="13">
                  <c:v>7774.49402083</c:v>
                </c:pt>
                <c:pt idx="14">
                  <c:v>12746.39968</c:v>
                </c:pt>
                <c:pt idx="15">
                  <c:v>9389.97091026</c:v>
                </c:pt>
                <c:pt idx="16">
                  <c:v>9549.76010494</c:v>
                </c:pt>
                <c:pt idx="17">
                  <c:v>11736.0004464</c:v>
                </c:pt>
                <c:pt idx="18">
                  <c:v>9149.2192</c:v>
                </c:pt>
                <c:pt idx="19">
                  <c:v>7396.21628646</c:v>
                </c:pt>
                <c:pt idx="20">
                  <c:v>23413.3093889</c:v>
                </c:pt>
                <c:pt idx="21">
                  <c:v>14672.0465735</c:v>
                </c:pt>
                <c:pt idx="22">
                  <c:v>19930.4014429</c:v>
                </c:pt>
                <c:pt idx="23">
                  <c:v>12201.4342315</c:v>
                </c:pt>
                <c:pt idx="24">
                  <c:v>21878.5999188</c:v>
                </c:pt>
                <c:pt idx="25">
                  <c:v>15921.8536958</c:v>
                </c:pt>
                <c:pt idx="26">
                  <c:v>15119.481377</c:v>
                </c:pt>
                <c:pt idx="27">
                  <c:v>19387.6208068</c:v>
                </c:pt>
                <c:pt idx="28">
                  <c:v>18208.715263</c:v>
                </c:pt>
                <c:pt idx="29">
                  <c:v>22598.5336944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Alert-flag gather</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7.34475</c:v>
                </c:pt>
                <c:pt idx="1">
                  <c:v>13.9341111111</c:v>
                </c:pt>
                <c:pt idx="2">
                  <c:v>12.0812083333</c:v>
                </c:pt>
                <c:pt idx="3">
                  <c:v>12.5154666667</c:v>
                </c:pt>
                <c:pt idx="4">
                  <c:v>47.4721111111</c:v>
                </c:pt>
                <c:pt idx="5">
                  <c:v>19.336</c:v>
                </c:pt>
                <c:pt idx="6">
                  <c:v>324.887208333</c:v>
                </c:pt>
                <c:pt idx="7">
                  <c:v>544.787703704</c:v>
                </c:pt>
                <c:pt idx="8">
                  <c:v>516.361333333</c:v>
                </c:pt>
                <c:pt idx="9">
                  <c:v>559.443848485</c:v>
                </c:pt>
                <c:pt idx="10">
                  <c:v>1185.64576389</c:v>
                </c:pt>
                <c:pt idx="11">
                  <c:v>4298.3094359</c:v>
                </c:pt>
                <c:pt idx="12">
                  <c:v>1861.13446429</c:v>
                </c:pt>
                <c:pt idx="13">
                  <c:v>3503.92873333</c:v>
                </c:pt>
                <c:pt idx="14">
                  <c:v>4225.52372917</c:v>
                </c:pt>
                <c:pt idx="15">
                  <c:v>3315.01289216</c:v>
                </c:pt>
                <c:pt idx="16">
                  <c:v>4680.62781481</c:v>
                </c:pt>
                <c:pt idx="17">
                  <c:v>5859.15662281</c:v>
                </c:pt>
                <c:pt idx="18">
                  <c:v>7842.47361667</c:v>
                </c:pt>
                <c:pt idx="19">
                  <c:v>5163.28954762</c:v>
                </c:pt>
                <c:pt idx="20">
                  <c:v>9312.67859091</c:v>
                </c:pt>
                <c:pt idx="21">
                  <c:v>9424.5269058</c:v>
                </c:pt>
                <c:pt idx="22">
                  <c:v>9542.12661806</c:v>
                </c:pt>
                <c:pt idx="23">
                  <c:v>8374.52688667</c:v>
                </c:pt>
                <c:pt idx="24">
                  <c:v>9008.08838462</c:v>
                </c:pt>
                <c:pt idx="25">
                  <c:v>13711.3719691</c:v>
                </c:pt>
                <c:pt idx="26">
                  <c:v>10204.9394881</c:v>
                </c:pt>
                <c:pt idx="27">
                  <c:v>15478.9714828</c:v>
                </c:pt>
                <c:pt idx="28">
                  <c:v>14376.1219722</c:v>
                </c:pt>
                <c:pt idx="29">
                  <c:v>19581.6191398</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6.86025</c:v>
                </c:pt>
                <c:pt idx="1">
                  <c:v>7.15438888889</c:v>
                </c:pt>
                <c:pt idx="2">
                  <c:v>17.4324166667</c:v>
                </c:pt>
                <c:pt idx="3">
                  <c:v>9.08333333333</c:v>
                </c:pt>
                <c:pt idx="4">
                  <c:v>20.9939444444</c:v>
                </c:pt>
                <c:pt idx="5">
                  <c:v>51.7310714286</c:v>
                </c:pt>
                <c:pt idx="6">
                  <c:v>350.784916667</c:v>
                </c:pt>
                <c:pt idx="7">
                  <c:v>1233.83446296</c:v>
                </c:pt>
                <c:pt idx="8">
                  <c:v>1085.53755</c:v>
                </c:pt>
                <c:pt idx="9">
                  <c:v>1160.69968182</c:v>
                </c:pt>
                <c:pt idx="10">
                  <c:v>1350.65206944</c:v>
                </c:pt>
                <c:pt idx="11">
                  <c:v>1959.08361538</c:v>
                </c:pt>
                <c:pt idx="12">
                  <c:v>2849.97136905</c:v>
                </c:pt>
                <c:pt idx="13">
                  <c:v>4427.54051111</c:v>
                </c:pt>
                <c:pt idx="14">
                  <c:v>2954.46475</c:v>
                </c:pt>
                <c:pt idx="15">
                  <c:v>3396.07136275</c:v>
                </c:pt>
                <c:pt idx="16">
                  <c:v>3755.90271296</c:v>
                </c:pt>
                <c:pt idx="17">
                  <c:v>7780.81831579</c:v>
                </c:pt>
                <c:pt idx="18">
                  <c:v>5412.70495833</c:v>
                </c:pt>
                <c:pt idx="19">
                  <c:v>4547.67546032</c:v>
                </c:pt>
                <c:pt idx="20">
                  <c:v>6071.49149242</c:v>
                </c:pt>
                <c:pt idx="21">
                  <c:v>9390.89386957</c:v>
                </c:pt>
                <c:pt idx="22">
                  <c:v>7692.02341667</c:v>
                </c:pt>
                <c:pt idx="23">
                  <c:v>8436.85368667</c:v>
                </c:pt>
                <c:pt idx="24">
                  <c:v>5793.06952564</c:v>
                </c:pt>
                <c:pt idx="25">
                  <c:v>12245.3602963</c:v>
                </c:pt>
                <c:pt idx="26">
                  <c:v>9937.24549405</c:v>
                </c:pt>
                <c:pt idx="27">
                  <c:v>8017.16828161</c:v>
                </c:pt>
                <c:pt idx="28">
                  <c:v>11528.0699167</c:v>
                </c:pt>
                <c:pt idx="29">
                  <c:v>11438.1538495</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3.87716666667</c:v>
                </c:pt>
                <c:pt idx="1">
                  <c:v>6.71988888891</c:v>
                </c:pt>
                <c:pt idx="2">
                  <c:v>12.279625</c:v>
                </c:pt>
                <c:pt idx="3">
                  <c:v>11.4613333333</c:v>
                </c:pt>
                <c:pt idx="4">
                  <c:v>12.2445277778</c:v>
                </c:pt>
                <c:pt idx="5">
                  <c:v>35.0510714286</c:v>
                </c:pt>
                <c:pt idx="6">
                  <c:v>940.614458333</c:v>
                </c:pt>
                <c:pt idx="7">
                  <c:v>278.39712963</c:v>
                </c:pt>
                <c:pt idx="8">
                  <c:v>801.764266667</c:v>
                </c:pt>
                <c:pt idx="9">
                  <c:v>1270.30436364</c:v>
                </c:pt>
                <c:pt idx="10">
                  <c:v>1327.50309722</c:v>
                </c:pt>
                <c:pt idx="11">
                  <c:v>1981.22262821</c:v>
                </c:pt>
                <c:pt idx="12">
                  <c:v>2021.62429762</c:v>
                </c:pt>
                <c:pt idx="13">
                  <c:v>4698.74652222</c:v>
                </c:pt>
                <c:pt idx="14">
                  <c:v>4939.16583333</c:v>
                </c:pt>
                <c:pt idx="15">
                  <c:v>3649.58309804</c:v>
                </c:pt>
                <c:pt idx="16">
                  <c:v>3985.85648148</c:v>
                </c:pt>
                <c:pt idx="17">
                  <c:v>4073.14092105</c:v>
                </c:pt>
                <c:pt idx="18">
                  <c:v>9537.68983333</c:v>
                </c:pt>
                <c:pt idx="19">
                  <c:v>4926.07369841</c:v>
                </c:pt>
                <c:pt idx="20">
                  <c:v>6370.62284848</c:v>
                </c:pt>
                <c:pt idx="21">
                  <c:v>6602.24355797</c:v>
                </c:pt>
                <c:pt idx="22">
                  <c:v>8819.8275625</c:v>
                </c:pt>
                <c:pt idx="23">
                  <c:v>6878.68402</c:v>
                </c:pt>
                <c:pt idx="24">
                  <c:v>9877.47575</c:v>
                </c:pt>
                <c:pt idx="25">
                  <c:v>9251.36687037</c:v>
                </c:pt>
                <c:pt idx="26">
                  <c:v>12613.3967857</c:v>
                </c:pt>
                <c:pt idx="27">
                  <c:v>16310.5448506</c:v>
                </c:pt>
                <c:pt idx="28">
                  <c:v>12421.8139333</c:v>
                </c:pt>
                <c:pt idx="29">
                  <c:v>17341.7409462</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5.01758333333</c:v>
                </c:pt>
                <c:pt idx="1">
                  <c:v>11.8238888889</c:v>
                </c:pt>
                <c:pt idx="2">
                  <c:v>6.82070833333</c:v>
                </c:pt>
                <c:pt idx="3">
                  <c:v>10.9195</c:v>
                </c:pt>
                <c:pt idx="4">
                  <c:v>11.4671388889</c:v>
                </c:pt>
                <c:pt idx="5">
                  <c:v>15.4277619048</c:v>
                </c:pt>
                <c:pt idx="6">
                  <c:v>202.817541667</c:v>
                </c:pt>
                <c:pt idx="7">
                  <c:v>359.565203704</c:v>
                </c:pt>
                <c:pt idx="8">
                  <c:v>340.45125</c:v>
                </c:pt>
                <c:pt idx="9">
                  <c:v>422.2615</c:v>
                </c:pt>
                <c:pt idx="10">
                  <c:v>1171.41597222</c:v>
                </c:pt>
                <c:pt idx="11">
                  <c:v>1362.55089744</c:v>
                </c:pt>
                <c:pt idx="12">
                  <c:v>1710.02464286</c:v>
                </c:pt>
                <c:pt idx="13">
                  <c:v>3021.77447778</c:v>
                </c:pt>
                <c:pt idx="14">
                  <c:v>3074.31745833</c:v>
                </c:pt>
                <c:pt idx="15">
                  <c:v>2674.92517647</c:v>
                </c:pt>
                <c:pt idx="16">
                  <c:v>2845.41376852</c:v>
                </c:pt>
                <c:pt idx="17">
                  <c:v>5267.22795614</c:v>
                </c:pt>
                <c:pt idx="18">
                  <c:v>4321.80893333</c:v>
                </c:pt>
                <c:pt idx="19">
                  <c:v>3464.9927619</c:v>
                </c:pt>
                <c:pt idx="20">
                  <c:v>7403.75817424</c:v>
                </c:pt>
                <c:pt idx="21">
                  <c:v>7771.59282609</c:v>
                </c:pt>
                <c:pt idx="22">
                  <c:v>8225.69996528</c:v>
                </c:pt>
                <c:pt idx="23">
                  <c:v>4763.70990667</c:v>
                </c:pt>
                <c:pt idx="24">
                  <c:v>6044.97583974</c:v>
                </c:pt>
                <c:pt idx="25">
                  <c:v>11576.1974568</c:v>
                </c:pt>
                <c:pt idx="26">
                  <c:v>8872.98031548</c:v>
                </c:pt>
                <c:pt idx="27">
                  <c:v>10214.0418046</c:v>
                </c:pt>
                <c:pt idx="28">
                  <c:v>13662.9198111</c:v>
                </c:pt>
                <c:pt idx="29">
                  <c:v>17350.9387097</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7.75575</c:v>
                </c:pt>
                <c:pt idx="1">
                  <c:v>14.5612777778</c:v>
                </c:pt>
                <c:pt idx="2">
                  <c:v>15.744375</c:v>
                </c:pt>
                <c:pt idx="3">
                  <c:v>16.3219333333</c:v>
                </c:pt>
                <c:pt idx="4">
                  <c:v>82.6807222222</c:v>
                </c:pt>
                <c:pt idx="5">
                  <c:v>464.127738095</c:v>
                </c:pt>
                <c:pt idx="6">
                  <c:v>444.702041667</c:v>
                </c:pt>
                <c:pt idx="7">
                  <c:v>899.202925926</c:v>
                </c:pt>
                <c:pt idx="8">
                  <c:v>1553.71445</c:v>
                </c:pt>
                <c:pt idx="9">
                  <c:v>858.351015152</c:v>
                </c:pt>
                <c:pt idx="10">
                  <c:v>2752.26116667</c:v>
                </c:pt>
                <c:pt idx="11">
                  <c:v>4663.8959359</c:v>
                </c:pt>
                <c:pt idx="12">
                  <c:v>4063.95255952</c:v>
                </c:pt>
                <c:pt idx="13">
                  <c:v>3525.37887778</c:v>
                </c:pt>
                <c:pt idx="14">
                  <c:v>5183.72370833</c:v>
                </c:pt>
                <c:pt idx="15">
                  <c:v>4163.73040196</c:v>
                </c:pt>
                <c:pt idx="16">
                  <c:v>4787.83655556</c:v>
                </c:pt>
                <c:pt idx="17">
                  <c:v>8186.15227193</c:v>
                </c:pt>
                <c:pt idx="18">
                  <c:v>13101.209</c:v>
                </c:pt>
                <c:pt idx="19">
                  <c:v>6589.38688095</c:v>
                </c:pt>
                <c:pt idx="20">
                  <c:v>9365.65862879</c:v>
                </c:pt>
                <c:pt idx="21">
                  <c:v>11438.6831739</c:v>
                </c:pt>
                <c:pt idx="22">
                  <c:v>10278.8943333</c:v>
                </c:pt>
                <c:pt idx="23">
                  <c:v>9145.90378</c:v>
                </c:pt>
                <c:pt idx="24">
                  <c:v>11931.8365128</c:v>
                </c:pt>
                <c:pt idx="25">
                  <c:v>13749.1415247</c:v>
                </c:pt>
                <c:pt idx="26">
                  <c:v>18409.1789643</c:v>
                </c:pt>
                <c:pt idx="27">
                  <c:v>18759.8246379</c:v>
                </c:pt>
                <c:pt idx="28">
                  <c:v>14869.8851722</c:v>
                </c:pt>
                <c:pt idx="29">
                  <c:v>20355.6731989</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3.5345</c:v>
                </c:pt>
                <c:pt idx="1">
                  <c:v>7.14577777778</c:v>
                </c:pt>
                <c:pt idx="2">
                  <c:v>11.884875</c:v>
                </c:pt>
                <c:pt idx="3">
                  <c:v>7.8833</c:v>
                </c:pt>
                <c:pt idx="4">
                  <c:v>11.5237777778</c:v>
                </c:pt>
                <c:pt idx="5">
                  <c:v>22.5404047619</c:v>
                </c:pt>
                <c:pt idx="6">
                  <c:v>268.279895833</c:v>
                </c:pt>
                <c:pt idx="7">
                  <c:v>712.725537037</c:v>
                </c:pt>
                <c:pt idx="8">
                  <c:v>192.377366667</c:v>
                </c:pt>
                <c:pt idx="9">
                  <c:v>640.975393939</c:v>
                </c:pt>
                <c:pt idx="10">
                  <c:v>1291.80783333</c:v>
                </c:pt>
                <c:pt idx="11">
                  <c:v>1767.34146154</c:v>
                </c:pt>
                <c:pt idx="12">
                  <c:v>2096.02622619</c:v>
                </c:pt>
                <c:pt idx="13">
                  <c:v>2662.5745</c:v>
                </c:pt>
                <c:pt idx="14">
                  <c:v>2397.58632292</c:v>
                </c:pt>
                <c:pt idx="15">
                  <c:v>3276.48297059</c:v>
                </c:pt>
                <c:pt idx="16">
                  <c:v>3412.57513889</c:v>
                </c:pt>
                <c:pt idx="17">
                  <c:v>7115.52453509</c:v>
                </c:pt>
                <c:pt idx="18">
                  <c:v>5226.98271667</c:v>
                </c:pt>
                <c:pt idx="19">
                  <c:v>3920.8402381</c:v>
                </c:pt>
                <c:pt idx="20">
                  <c:v>5706.53931061</c:v>
                </c:pt>
                <c:pt idx="21">
                  <c:v>6670.73035507</c:v>
                </c:pt>
                <c:pt idx="22">
                  <c:v>4195.28392361</c:v>
                </c:pt>
                <c:pt idx="23">
                  <c:v>7141.56265333</c:v>
                </c:pt>
                <c:pt idx="24">
                  <c:v>3777.62357692</c:v>
                </c:pt>
                <c:pt idx="25">
                  <c:v>9863.15412346</c:v>
                </c:pt>
                <c:pt idx="26">
                  <c:v>7885.94314286</c:v>
                </c:pt>
                <c:pt idx="27">
                  <c:v>7890.6345</c:v>
                </c:pt>
                <c:pt idx="28">
                  <c:v>9659.03252778</c:v>
                </c:pt>
                <c:pt idx="29">
                  <c:v>9653.24339785</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7.57725</c:v>
                </c:pt>
                <c:pt idx="1">
                  <c:v>9.93544444444</c:v>
                </c:pt>
                <c:pt idx="2">
                  <c:v>26.3797916667</c:v>
                </c:pt>
                <c:pt idx="3">
                  <c:v>12.5166333333</c:v>
                </c:pt>
                <c:pt idx="4">
                  <c:v>142.270527778</c:v>
                </c:pt>
                <c:pt idx="5">
                  <c:v>496.846214286</c:v>
                </c:pt>
                <c:pt idx="6">
                  <c:v>504.670208333</c:v>
                </c:pt>
                <c:pt idx="7">
                  <c:v>1498.76133333</c:v>
                </c:pt>
                <c:pt idx="8">
                  <c:v>1548.04056667</c:v>
                </c:pt>
                <c:pt idx="9">
                  <c:v>2169.87936364</c:v>
                </c:pt>
                <c:pt idx="10">
                  <c:v>2506.25708333</c:v>
                </c:pt>
                <c:pt idx="11">
                  <c:v>3246.56752564</c:v>
                </c:pt>
                <c:pt idx="12">
                  <c:v>4549.07663095</c:v>
                </c:pt>
                <c:pt idx="13">
                  <c:v>5912.70561111</c:v>
                </c:pt>
                <c:pt idx="14">
                  <c:v>5062.57410417</c:v>
                </c:pt>
                <c:pt idx="15">
                  <c:v>4346.7229902</c:v>
                </c:pt>
                <c:pt idx="16">
                  <c:v>5020.55225</c:v>
                </c:pt>
                <c:pt idx="17">
                  <c:v>8117.84448246</c:v>
                </c:pt>
                <c:pt idx="18">
                  <c:v>8413.57301667</c:v>
                </c:pt>
                <c:pt idx="19">
                  <c:v>8888.01152381</c:v>
                </c:pt>
                <c:pt idx="20">
                  <c:v>6150.81901515</c:v>
                </c:pt>
                <c:pt idx="21">
                  <c:v>10656.7682971</c:v>
                </c:pt>
                <c:pt idx="22">
                  <c:v>11163.6153403</c:v>
                </c:pt>
                <c:pt idx="23">
                  <c:v>10861.6790467</c:v>
                </c:pt>
                <c:pt idx="24">
                  <c:v>13460.5878526</c:v>
                </c:pt>
                <c:pt idx="25">
                  <c:v>17350.594679</c:v>
                </c:pt>
                <c:pt idx="26">
                  <c:v>14223.2341667</c:v>
                </c:pt>
                <c:pt idx="27">
                  <c:v>11884.0867184</c:v>
                </c:pt>
                <c:pt idx="28">
                  <c:v>13799.1351056</c:v>
                </c:pt>
                <c:pt idx="29">
                  <c:v>12888.4195215</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3.751</c:v>
                </c:pt>
                <c:pt idx="1">
                  <c:v>5.17044444444</c:v>
                </c:pt>
                <c:pt idx="2">
                  <c:v>5.683125</c:v>
                </c:pt>
                <c:pt idx="3">
                  <c:v>8.8841</c:v>
                </c:pt>
                <c:pt idx="4">
                  <c:v>11.3477777778</c:v>
                </c:pt>
                <c:pt idx="5">
                  <c:v>21.2240238095</c:v>
                </c:pt>
                <c:pt idx="6">
                  <c:v>502.954104167</c:v>
                </c:pt>
                <c:pt idx="7">
                  <c:v>218.553018519</c:v>
                </c:pt>
                <c:pt idx="8">
                  <c:v>382.02005</c:v>
                </c:pt>
                <c:pt idx="9">
                  <c:v>742.054272727</c:v>
                </c:pt>
                <c:pt idx="10">
                  <c:v>713.560069444</c:v>
                </c:pt>
                <c:pt idx="11">
                  <c:v>1468.96575641</c:v>
                </c:pt>
                <c:pt idx="12">
                  <c:v>1661.42532143</c:v>
                </c:pt>
                <c:pt idx="13">
                  <c:v>3372.69362222</c:v>
                </c:pt>
                <c:pt idx="14">
                  <c:v>2449.01951042</c:v>
                </c:pt>
                <c:pt idx="15">
                  <c:v>3073.55722549</c:v>
                </c:pt>
                <c:pt idx="16">
                  <c:v>1936.24559259</c:v>
                </c:pt>
                <c:pt idx="17">
                  <c:v>2951.18231579</c:v>
                </c:pt>
                <c:pt idx="18">
                  <c:v>7233.47713333</c:v>
                </c:pt>
                <c:pt idx="19">
                  <c:v>3827.62996032</c:v>
                </c:pt>
                <c:pt idx="20">
                  <c:v>4674.72034091</c:v>
                </c:pt>
                <c:pt idx="21">
                  <c:v>6407.1386087</c:v>
                </c:pt>
                <c:pt idx="22">
                  <c:v>4851.09154167</c:v>
                </c:pt>
                <c:pt idx="23">
                  <c:v>5329.06561333</c:v>
                </c:pt>
                <c:pt idx="24">
                  <c:v>7140.10867949</c:v>
                </c:pt>
                <c:pt idx="25">
                  <c:v>5684.38577778</c:v>
                </c:pt>
                <c:pt idx="26">
                  <c:v>6975.57344048</c:v>
                </c:pt>
                <c:pt idx="27">
                  <c:v>9320.27466092</c:v>
                </c:pt>
                <c:pt idx="28">
                  <c:v>11342.2155833</c:v>
                </c:pt>
                <c:pt idx="29">
                  <c:v>10454.1573118</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9.63791666667</c:v>
                </c:pt>
                <c:pt idx="1">
                  <c:v>8.14605555556</c:v>
                </c:pt>
                <c:pt idx="2">
                  <c:v>194.183541667</c:v>
                </c:pt>
                <c:pt idx="3">
                  <c:v>13.1821666667</c:v>
                </c:pt>
                <c:pt idx="4">
                  <c:v>13.6673611111</c:v>
                </c:pt>
                <c:pt idx="5">
                  <c:v>558.57902381</c:v>
                </c:pt>
                <c:pt idx="6">
                  <c:v>1345.6518125</c:v>
                </c:pt>
                <c:pt idx="7">
                  <c:v>1234.69288889</c:v>
                </c:pt>
                <c:pt idx="8">
                  <c:v>1298.70368333</c:v>
                </c:pt>
                <c:pt idx="9">
                  <c:v>2102.62559091</c:v>
                </c:pt>
                <c:pt idx="10">
                  <c:v>1963.44654167</c:v>
                </c:pt>
                <c:pt idx="11">
                  <c:v>2609.00129487</c:v>
                </c:pt>
                <c:pt idx="12">
                  <c:v>2503.17166667</c:v>
                </c:pt>
                <c:pt idx="13">
                  <c:v>9189.64824444</c:v>
                </c:pt>
                <c:pt idx="14">
                  <c:v>5201.00722917</c:v>
                </c:pt>
                <c:pt idx="15">
                  <c:v>3952.89118627</c:v>
                </c:pt>
                <c:pt idx="16">
                  <c:v>7906.49606481</c:v>
                </c:pt>
                <c:pt idx="17">
                  <c:v>7299.44547368</c:v>
                </c:pt>
                <c:pt idx="18">
                  <c:v>9894.70801667</c:v>
                </c:pt>
                <c:pt idx="19">
                  <c:v>5877.67896032</c:v>
                </c:pt>
                <c:pt idx="20">
                  <c:v>7676.79000758</c:v>
                </c:pt>
                <c:pt idx="21">
                  <c:v>8075.7214058</c:v>
                </c:pt>
                <c:pt idx="22">
                  <c:v>9569.19330556</c:v>
                </c:pt>
                <c:pt idx="23">
                  <c:v>8025.63705333</c:v>
                </c:pt>
                <c:pt idx="24">
                  <c:v>12788.4411474</c:v>
                </c:pt>
                <c:pt idx="25">
                  <c:v>13435.6987407</c:v>
                </c:pt>
                <c:pt idx="26">
                  <c:v>19268.301369</c:v>
                </c:pt>
                <c:pt idx="27">
                  <c:v>18148.4570287</c:v>
                </c:pt>
                <c:pt idx="28">
                  <c:v>14626.5692222</c:v>
                </c:pt>
                <c:pt idx="29">
                  <c:v>19329.3802688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Shutdown ACK</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27.05875</c:v>
                </c:pt>
                <c:pt idx="1">
                  <c:v>53.6823333333</c:v>
                </c:pt>
                <c:pt idx="2">
                  <c:v>40.202</c:v>
                </c:pt>
                <c:pt idx="3">
                  <c:v>40.1281111111</c:v>
                </c:pt>
                <c:pt idx="4">
                  <c:v>25.0847</c:v>
                </c:pt>
                <c:pt idx="5">
                  <c:v>23.5984166667</c:v>
                </c:pt>
                <c:pt idx="6">
                  <c:v>51.1082142857</c:v>
                </c:pt>
                <c:pt idx="7">
                  <c:v>53.1936666667</c:v>
                </c:pt>
                <c:pt idx="8">
                  <c:v>40.6888125</c:v>
                </c:pt>
                <c:pt idx="9">
                  <c:v>42.867</c:v>
                </c:pt>
                <c:pt idx="10">
                  <c:v>66.14475</c:v>
                </c:pt>
                <c:pt idx="11">
                  <c:v>37.0203809524</c:v>
                </c:pt>
                <c:pt idx="12">
                  <c:v>45.0401818182</c:v>
                </c:pt>
                <c:pt idx="13">
                  <c:v>38.690875</c:v>
                </c:pt>
                <c:pt idx="14">
                  <c:v>35.82984</c:v>
                </c:pt>
                <c:pt idx="15">
                  <c:v>57.4100769231</c:v>
                </c:pt>
                <c:pt idx="16">
                  <c:v>42.1139259259</c:v>
                </c:pt>
                <c:pt idx="17">
                  <c:v>48.4147142857</c:v>
                </c:pt>
                <c:pt idx="18">
                  <c:v>62.8951333333</c:v>
                </c:pt>
                <c:pt idx="19">
                  <c:v>48.886</c:v>
                </c:pt>
                <c:pt idx="20">
                  <c:v>417.700666667</c:v>
                </c:pt>
                <c:pt idx="21">
                  <c:v>66.8076176471</c:v>
                </c:pt>
                <c:pt idx="22">
                  <c:v>57.3258285715</c:v>
                </c:pt>
                <c:pt idx="23">
                  <c:v>43.0398611111</c:v>
                </c:pt>
                <c:pt idx="24">
                  <c:v>33.9641282052</c:v>
                </c:pt>
                <c:pt idx="25">
                  <c:v>185.363625</c:v>
                </c:pt>
                <c:pt idx="26">
                  <c:v>75.6225714286</c:v>
                </c:pt>
                <c:pt idx="27">
                  <c:v>237.170272727</c:v>
                </c:pt>
                <c:pt idx="28">
                  <c:v>127.737222222</c:v>
                </c:pt>
                <c:pt idx="29">
                  <c:v>59.4520833333</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18.762</c:v>
                </c:pt>
                <c:pt idx="1">
                  <c:v>21.3383333333</c:v>
                </c:pt>
                <c:pt idx="2">
                  <c:v>37.140625</c:v>
                </c:pt>
                <c:pt idx="3">
                  <c:v>40.0926666667</c:v>
                </c:pt>
                <c:pt idx="4">
                  <c:v>46.3203</c:v>
                </c:pt>
                <c:pt idx="5">
                  <c:v>28.61425</c:v>
                </c:pt>
                <c:pt idx="6">
                  <c:v>57.5509285715</c:v>
                </c:pt>
                <c:pt idx="7">
                  <c:v>52.0703333333</c:v>
                </c:pt>
                <c:pt idx="8">
                  <c:v>37.315125</c:v>
                </c:pt>
                <c:pt idx="9">
                  <c:v>47.9523333333</c:v>
                </c:pt>
                <c:pt idx="10">
                  <c:v>29.3624</c:v>
                </c:pt>
                <c:pt idx="11">
                  <c:v>56.5022380952</c:v>
                </c:pt>
                <c:pt idx="12">
                  <c:v>35.4681818182</c:v>
                </c:pt>
                <c:pt idx="13">
                  <c:v>193.614416667</c:v>
                </c:pt>
                <c:pt idx="14">
                  <c:v>54.16136</c:v>
                </c:pt>
                <c:pt idx="15">
                  <c:v>69.4788846153</c:v>
                </c:pt>
                <c:pt idx="16">
                  <c:v>114.868518518</c:v>
                </c:pt>
                <c:pt idx="17">
                  <c:v>134.828214286</c:v>
                </c:pt>
                <c:pt idx="18">
                  <c:v>85.7626666667</c:v>
                </c:pt>
                <c:pt idx="19">
                  <c:v>61.0879375</c:v>
                </c:pt>
                <c:pt idx="20">
                  <c:v>55.2633030303</c:v>
                </c:pt>
                <c:pt idx="21">
                  <c:v>95.7477352941</c:v>
                </c:pt>
                <c:pt idx="22">
                  <c:v>120.589171429</c:v>
                </c:pt>
                <c:pt idx="23">
                  <c:v>404.1905</c:v>
                </c:pt>
                <c:pt idx="24">
                  <c:v>85.2751282052</c:v>
                </c:pt>
                <c:pt idx="25">
                  <c:v>47.4040750001</c:v>
                </c:pt>
                <c:pt idx="26">
                  <c:v>44.7149285714</c:v>
                </c:pt>
                <c:pt idx="27">
                  <c:v>66.5683636364</c:v>
                </c:pt>
                <c:pt idx="28">
                  <c:v>78.2264222222</c:v>
                </c:pt>
                <c:pt idx="29">
                  <c:v>65.4877291667</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19.531</c:v>
                </c:pt>
                <c:pt idx="1">
                  <c:v>54.277</c:v>
                </c:pt>
                <c:pt idx="2">
                  <c:v>32.605875</c:v>
                </c:pt>
                <c:pt idx="3">
                  <c:v>445.430666667</c:v>
                </c:pt>
                <c:pt idx="4">
                  <c:v>43.4078</c:v>
                </c:pt>
                <c:pt idx="5">
                  <c:v>38.7508333333</c:v>
                </c:pt>
                <c:pt idx="6">
                  <c:v>42.7481428571</c:v>
                </c:pt>
                <c:pt idx="7">
                  <c:v>37.1893333333</c:v>
                </c:pt>
                <c:pt idx="8">
                  <c:v>79.1475625</c:v>
                </c:pt>
                <c:pt idx="9">
                  <c:v>30.2612777778</c:v>
                </c:pt>
                <c:pt idx="10">
                  <c:v>50.08295</c:v>
                </c:pt>
                <c:pt idx="11">
                  <c:v>60.7873333333</c:v>
                </c:pt>
                <c:pt idx="12">
                  <c:v>50.4422727273</c:v>
                </c:pt>
                <c:pt idx="13">
                  <c:v>614.419</c:v>
                </c:pt>
                <c:pt idx="14">
                  <c:v>114.9826</c:v>
                </c:pt>
                <c:pt idx="15">
                  <c:v>47.2610769231</c:v>
                </c:pt>
                <c:pt idx="16">
                  <c:v>52.4804074074</c:v>
                </c:pt>
                <c:pt idx="17">
                  <c:v>361.015035714</c:v>
                </c:pt>
                <c:pt idx="18">
                  <c:v>33.8660333333</c:v>
                </c:pt>
                <c:pt idx="19">
                  <c:v>27.59240625</c:v>
                </c:pt>
                <c:pt idx="20">
                  <c:v>66.2304545455</c:v>
                </c:pt>
                <c:pt idx="21">
                  <c:v>41.4940294118</c:v>
                </c:pt>
                <c:pt idx="22">
                  <c:v>112.976514286</c:v>
                </c:pt>
                <c:pt idx="23">
                  <c:v>39.4000555556</c:v>
                </c:pt>
                <c:pt idx="24">
                  <c:v>55.5496923077</c:v>
                </c:pt>
                <c:pt idx="25">
                  <c:v>161.16225</c:v>
                </c:pt>
                <c:pt idx="26">
                  <c:v>53.3875476191</c:v>
                </c:pt>
                <c:pt idx="27">
                  <c:v>62.3152727272</c:v>
                </c:pt>
                <c:pt idx="28">
                  <c:v>49.211</c:v>
                </c:pt>
                <c:pt idx="29">
                  <c:v>430.687916667</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20.56425</c:v>
                </c:pt>
                <c:pt idx="1">
                  <c:v>43.3918333333</c:v>
                </c:pt>
                <c:pt idx="2">
                  <c:v>39.62625</c:v>
                </c:pt>
                <c:pt idx="3">
                  <c:v>23.6454444444</c:v>
                </c:pt>
                <c:pt idx="4">
                  <c:v>22.3038</c:v>
                </c:pt>
                <c:pt idx="5">
                  <c:v>23.1951666667</c:v>
                </c:pt>
                <c:pt idx="6">
                  <c:v>26.5947142857</c:v>
                </c:pt>
                <c:pt idx="7">
                  <c:v>41.0960666667</c:v>
                </c:pt>
                <c:pt idx="8">
                  <c:v>31.083375</c:v>
                </c:pt>
                <c:pt idx="9">
                  <c:v>35.7583333333</c:v>
                </c:pt>
                <c:pt idx="10">
                  <c:v>29.50285</c:v>
                </c:pt>
                <c:pt idx="11">
                  <c:v>28.4818571428</c:v>
                </c:pt>
                <c:pt idx="12">
                  <c:v>26.9610909091</c:v>
                </c:pt>
                <c:pt idx="13">
                  <c:v>31.7600416667</c:v>
                </c:pt>
                <c:pt idx="14">
                  <c:v>35.7264</c:v>
                </c:pt>
                <c:pt idx="15">
                  <c:v>45.5839615385</c:v>
                </c:pt>
                <c:pt idx="16">
                  <c:v>36.3429629629</c:v>
                </c:pt>
                <c:pt idx="17">
                  <c:v>43.0936785714</c:v>
                </c:pt>
                <c:pt idx="18">
                  <c:v>54.4682333333</c:v>
                </c:pt>
                <c:pt idx="19">
                  <c:v>35.46059375</c:v>
                </c:pt>
                <c:pt idx="20">
                  <c:v>172.944363636</c:v>
                </c:pt>
                <c:pt idx="21">
                  <c:v>34.6946764706</c:v>
                </c:pt>
                <c:pt idx="22">
                  <c:v>56.9735142857</c:v>
                </c:pt>
                <c:pt idx="23">
                  <c:v>40.6006111111</c:v>
                </c:pt>
                <c:pt idx="24">
                  <c:v>29.6751025641</c:v>
                </c:pt>
                <c:pt idx="25">
                  <c:v>49.90005</c:v>
                </c:pt>
                <c:pt idx="26">
                  <c:v>51.5084047619</c:v>
                </c:pt>
                <c:pt idx="27">
                  <c:v>46.0581818182</c:v>
                </c:pt>
                <c:pt idx="28">
                  <c:v>52.0501555555</c:v>
                </c:pt>
                <c:pt idx="29">
                  <c:v>48.8536458334</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33.50475</c:v>
                </c:pt>
                <c:pt idx="1">
                  <c:v>60.0953333333</c:v>
                </c:pt>
                <c:pt idx="2">
                  <c:v>47.270125</c:v>
                </c:pt>
                <c:pt idx="3">
                  <c:v>41.7412222222</c:v>
                </c:pt>
                <c:pt idx="4">
                  <c:v>51.8507</c:v>
                </c:pt>
                <c:pt idx="5">
                  <c:v>443.655083333</c:v>
                </c:pt>
                <c:pt idx="6">
                  <c:v>51.8793571429</c:v>
                </c:pt>
                <c:pt idx="7">
                  <c:v>56.2090666667</c:v>
                </c:pt>
                <c:pt idx="8">
                  <c:v>45.4155</c:v>
                </c:pt>
                <c:pt idx="9">
                  <c:v>59.1672777778</c:v>
                </c:pt>
                <c:pt idx="10">
                  <c:v>106.4148</c:v>
                </c:pt>
                <c:pt idx="11">
                  <c:v>89.4579047619</c:v>
                </c:pt>
                <c:pt idx="12">
                  <c:v>551.559090909</c:v>
                </c:pt>
                <c:pt idx="13">
                  <c:v>55.4092916666</c:v>
                </c:pt>
                <c:pt idx="14">
                  <c:v>66.90904</c:v>
                </c:pt>
                <c:pt idx="15">
                  <c:v>66.8631923077</c:v>
                </c:pt>
                <c:pt idx="16">
                  <c:v>45.4058148148</c:v>
                </c:pt>
                <c:pt idx="17">
                  <c:v>145.655964286</c:v>
                </c:pt>
                <c:pt idx="18">
                  <c:v>298.037266667</c:v>
                </c:pt>
                <c:pt idx="19">
                  <c:v>198.7408125</c:v>
                </c:pt>
                <c:pt idx="20">
                  <c:v>465.653727273</c:v>
                </c:pt>
                <c:pt idx="21">
                  <c:v>86.0682647058</c:v>
                </c:pt>
                <c:pt idx="22">
                  <c:v>315.981428571</c:v>
                </c:pt>
                <c:pt idx="23">
                  <c:v>64.0069722222</c:v>
                </c:pt>
                <c:pt idx="24">
                  <c:v>73.3735641026</c:v>
                </c:pt>
                <c:pt idx="25">
                  <c:v>805.2779</c:v>
                </c:pt>
                <c:pt idx="26">
                  <c:v>238.175666667</c:v>
                </c:pt>
                <c:pt idx="27">
                  <c:v>511.367</c:v>
                </c:pt>
                <c:pt idx="28">
                  <c:v>1591.82931111</c:v>
                </c:pt>
                <c:pt idx="29">
                  <c:v>686.915583333</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12.486</c:v>
                </c:pt>
                <c:pt idx="1">
                  <c:v>18.069</c:v>
                </c:pt>
                <c:pt idx="2">
                  <c:v>21.885</c:v>
                </c:pt>
                <c:pt idx="3">
                  <c:v>33.1972222222</c:v>
                </c:pt>
                <c:pt idx="4">
                  <c:v>38.077</c:v>
                </c:pt>
                <c:pt idx="5">
                  <c:v>26.86975</c:v>
                </c:pt>
                <c:pt idx="6">
                  <c:v>24.4476428571</c:v>
                </c:pt>
                <c:pt idx="7">
                  <c:v>31.6373333334</c:v>
                </c:pt>
                <c:pt idx="8">
                  <c:v>36.42575</c:v>
                </c:pt>
                <c:pt idx="9">
                  <c:v>30.5784444444</c:v>
                </c:pt>
                <c:pt idx="10">
                  <c:v>28.8294</c:v>
                </c:pt>
                <c:pt idx="11">
                  <c:v>54.6440952381</c:v>
                </c:pt>
                <c:pt idx="12">
                  <c:v>33.4515909091</c:v>
                </c:pt>
                <c:pt idx="13">
                  <c:v>113.016083333</c:v>
                </c:pt>
                <c:pt idx="14">
                  <c:v>44.41892</c:v>
                </c:pt>
                <c:pt idx="15">
                  <c:v>47.4145</c:v>
                </c:pt>
                <c:pt idx="16">
                  <c:v>96.4521481482</c:v>
                </c:pt>
                <c:pt idx="17">
                  <c:v>21.3821428571</c:v>
                </c:pt>
                <c:pt idx="18">
                  <c:v>46.7788666667</c:v>
                </c:pt>
                <c:pt idx="19">
                  <c:v>44.38675</c:v>
                </c:pt>
                <c:pt idx="20">
                  <c:v>25.1915151515</c:v>
                </c:pt>
                <c:pt idx="21">
                  <c:v>50.8079705883</c:v>
                </c:pt>
                <c:pt idx="22">
                  <c:v>58.2382</c:v>
                </c:pt>
                <c:pt idx="23">
                  <c:v>30.0819444444</c:v>
                </c:pt>
                <c:pt idx="24">
                  <c:v>33.5961794872</c:v>
                </c:pt>
                <c:pt idx="25">
                  <c:v>34.0782</c:v>
                </c:pt>
                <c:pt idx="26">
                  <c:v>41.0359761905</c:v>
                </c:pt>
                <c:pt idx="27">
                  <c:v>43.2183863636</c:v>
                </c:pt>
                <c:pt idx="28">
                  <c:v>42.6103333333</c:v>
                </c:pt>
                <c:pt idx="29">
                  <c:v>41.2071874999</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24.7345</c:v>
                </c:pt>
                <c:pt idx="1">
                  <c:v>46.9956666667</c:v>
                </c:pt>
                <c:pt idx="2">
                  <c:v>47.213</c:v>
                </c:pt>
                <c:pt idx="3">
                  <c:v>47.2693333333</c:v>
                </c:pt>
                <c:pt idx="4">
                  <c:v>49.6617</c:v>
                </c:pt>
                <c:pt idx="5">
                  <c:v>35.97425</c:v>
                </c:pt>
                <c:pt idx="6">
                  <c:v>66.2511428571</c:v>
                </c:pt>
                <c:pt idx="7">
                  <c:v>693.484933333</c:v>
                </c:pt>
                <c:pt idx="8">
                  <c:v>78.317125</c:v>
                </c:pt>
                <c:pt idx="9">
                  <c:v>52.9403333333</c:v>
                </c:pt>
                <c:pt idx="10">
                  <c:v>35.1767</c:v>
                </c:pt>
                <c:pt idx="11">
                  <c:v>60.5358095238</c:v>
                </c:pt>
                <c:pt idx="12">
                  <c:v>65.0404545455</c:v>
                </c:pt>
                <c:pt idx="13">
                  <c:v>278.266583333</c:v>
                </c:pt>
                <c:pt idx="14">
                  <c:v>56.0838</c:v>
                </c:pt>
                <c:pt idx="15">
                  <c:v>86.2043076923</c:v>
                </c:pt>
                <c:pt idx="16">
                  <c:v>646.423740741</c:v>
                </c:pt>
                <c:pt idx="17">
                  <c:v>227.655428571</c:v>
                </c:pt>
                <c:pt idx="18">
                  <c:v>188.902733333</c:v>
                </c:pt>
                <c:pt idx="19">
                  <c:v>157.72825</c:v>
                </c:pt>
                <c:pt idx="20">
                  <c:v>79.9649393939</c:v>
                </c:pt>
                <c:pt idx="21">
                  <c:v>1977.94208824</c:v>
                </c:pt>
                <c:pt idx="22">
                  <c:v>446.953028571</c:v>
                </c:pt>
                <c:pt idx="23">
                  <c:v>1047.015</c:v>
                </c:pt>
                <c:pt idx="24">
                  <c:v>136.726717949</c:v>
                </c:pt>
                <c:pt idx="25">
                  <c:v>96.062475</c:v>
                </c:pt>
                <c:pt idx="26">
                  <c:v>50.2209761904</c:v>
                </c:pt>
                <c:pt idx="27">
                  <c:v>105.023840909</c:v>
                </c:pt>
                <c:pt idx="28">
                  <c:v>81.6750222222</c:v>
                </c:pt>
                <c:pt idx="29">
                  <c:v>92.5802916667</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14.563</c:v>
                </c:pt>
                <c:pt idx="1">
                  <c:v>21.3938333333</c:v>
                </c:pt>
                <c:pt idx="2">
                  <c:v>25.035125</c:v>
                </c:pt>
                <c:pt idx="3">
                  <c:v>27.0877777778</c:v>
                </c:pt>
                <c:pt idx="4">
                  <c:v>30.0973</c:v>
                </c:pt>
                <c:pt idx="5">
                  <c:v>30.4375</c:v>
                </c:pt>
                <c:pt idx="6">
                  <c:v>33.5527857143</c:v>
                </c:pt>
                <c:pt idx="7">
                  <c:v>31.1459333333</c:v>
                </c:pt>
                <c:pt idx="8">
                  <c:v>32.12175</c:v>
                </c:pt>
                <c:pt idx="9">
                  <c:v>25.9539444444</c:v>
                </c:pt>
                <c:pt idx="10">
                  <c:v>38.3596</c:v>
                </c:pt>
                <c:pt idx="11">
                  <c:v>33.2060952381</c:v>
                </c:pt>
                <c:pt idx="12">
                  <c:v>46.3934090909</c:v>
                </c:pt>
                <c:pt idx="13">
                  <c:v>54.644375</c:v>
                </c:pt>
                <c:pt idx="14">
                  <c:v>49.5658</c:v>
                </c:pt>
                <c:pt idx="15">
                  <c:v>32.4516923076</c:v>
                </c:pt>
                <c:pt idx="16">
                  <c:v>32.6422962963</c:v>
                </c:pt>
                <c:pt idx="17">
                  <c:v>48.6372142857</c:v>
                </c:pt>
                <c:pt idx="18">
                  <c:v>33.8140666667</c:v>
                </c:pt>
                <c:pt idx="19">
                  <c:v>26.6029375</c:v>
                </c:pt>
                <c:pt idx="20">
                  <c:v>30.4243636364</c:v>
                </c:pt>
                <c:pt idx="21">
                  <c:v>32.6737647059</c:v>
                </c:pt>
                <c:pt idx="22">
                  <c:v>63.9603428572</c:v>
                </c:pt>
                <c:pt idx="23">
                  <c:v>34.8328611111</c:v>
                </c:pt>
                <c:pt idx="24">
                  <c:v>47.496076923</c:v>
                </c:pt>
                <c:pt idx="25">
                  <c:v>47.840675</c:v>
                </c:pt>
                <c:pt idx="26">
                  <c:v>38.8325952381</c:v>
                </c:pt>
                <c:pt idx="27">
                  <c:v>48.7982954546</c:v>
                </c:pt>
                <c:pt idx="28">
                  <c:v>45.8568888889</c:v>
                </c:pt>
                <c:pt idx="29">
                  <c:v>396.447479167</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24.8135</c:v>
                </c:pt>
                <c:pt idx="1">
                  <c:v>77.5721666667</c:v>
                </c:pt>
                <c:pt idx="2">
                  <c:v>119.9865</c:v>
                </c:pt>
                <c:pt idx="3">
                  <c:v>490.308333333</c:v>
                </c:pt>
                <c:pt idx="4">
                  <c:v>67.818</c:v>
                </c:pt>
                <c:pt idx="5">
                  <c:v>87.08875</c:v>
                </c:pt>
                <c:pt idx="6">
                  <c:v>169.156571429</c:v>
                </c:pt>
                <c:pt idx="7">
                  <c:v>93.1430666667</c:v>
                </c:pt>
                <c:pt idx="8">
                  <c:v>98.5399375</c:v>
                </c:pt>
                <c:pt idx="9">
                  <c:v>30.7308888889</c:v>
                </c:pt>
                <c:pt idx="10">
                  <c:v>101.7039</c:v>
                </c:pt>
                <c:pt idx="11">
                  <c:v>69.2808095238</c:v>
                </c:pt>
                <c:pt idx="12">
                  <c:v>85.6823636364</c:v>
                </c:pt>
                <c:pt idx="13">
                  <c:v>622.017958333</c:v>
                </c:pt>
                <c:pt idx="14">
                  <c:v>823.77296</c:v>
                </c:pt>
                <c:pt idx="15">
                  <c:v>47.7311538461</c:v>
                </c:pt>
                <c:pt idx="16">
                  <c:v>70.5577037037</c:v>
                </c:pt>
                <c:pt idx="17">
                  <c:v>405.328857143</c:v>
                </c:pt>
                <c:pt idx="18">
                  <c:v>90.4026</c:v>
                </c:pt>
                <c:pt idx="19">
                  <c:v>34.7345</c:v>
                </c:pt>
                <c:pt idx="20">
                  <c:v>278.654636364</c:v>
                </c:pt>
                <c:pt idx="21">
                  <c:v>103.133235294</c:v>
                </c:pt>
                <c:pt idx="22">
                  <c:v>1213.2126</c:v>
                </c:pt>
                <c:pt idx="23">
                  <c:v>51.3368055555</c:v>
                </c:pt>
                <c:pt idx="24">
                  <c:v>68.0759230769</c:v>
                </c:pt>
                <c:pt idx="25">
                  <c:v>205.065025</c:v>
                </c:pt>
                <c:pt idx="26">
                  <c:v>118.305785714</c:v>
                </c:pt>
                <c:pt idx="27">
                  <c:v>95.5747272728</c:v>
                </c:pt>
                <c:pt idx="28">
                  <c:v>288.127822222</c:v>
                </c:pt>
                <c:pt idx="29">
                  <c:v>727.9431875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Shutdown ACK</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29.444</c:v>
                </c:pt>
                <c:pt idx="1">
                  <c:v>20.4406666667</c:v>
                </c:pt>
                <c:pt idx="2">
                  <c:v>24.77375</c:v>
                </c:pt>
                <c:pt idx="3">
                  <c:v>19.9424</c:v>
                </c:pt>
                <c:pt idx="4">
                  <c:v>33.4856666667</c:v>
                </c:pt>
                <c:pt idx="5">
                  <c:v>42.4592857143</c:v>
                </c:pt>
                <c:pt idx="6">
                  <c:v>37.163</c:v>
                </c:pt>
                <c:pt idx="7">
                  <c:v>26.0582222222</c:v>
                </c:pt>
                <c:pt idx="8">
                  <c:v>38.5542</c:v>
                </c:pt>
                <c:pt idx="9">
                  <c:v>50.6963636364</c:v>
                </c:pt>
                <c:pt idx="10">
                  <c:v>30.95875</c:v>
                </c:pt>
                <c:pt idx="11">
                  <c:v>50.0986923077</c:v>
                </c:pt>
                <c:pt idx="12">
                  <c:v>37.7368571429</c:v>
                </c:pt>
                <c:pt idx="13">
                  <c:v>67.0324</c:v>
                </c:pt>
                <c:pt idx="14">
                  <c:v>39.249375</c:v>
                </c:pt>
                <c:pt idx="15">
                  <c:v>42.5551764706</c:v>
                </c:pt>
                <c:pt idx="16">
                  <c:v>67.7302222222</c:v>
                </c:pt>
                <c:pt idx="17">
                  <c:v>62.2702105263</c:v>
                </c:pt>
                <c:pt idx="18">
                  <c:v>59.0423</c:v>
                </c:pt>
                <c:pt idx="19">
                  <c:v>36.8219047619</c:v>
                </c:pt>
                <c:pt idx="20">
                  <c:v>44.0258181818</c:v>
                </c:pt>
                <c:pt idx="21">
                  <c:v>59.5962173913</c:v>
                </c:pt>
                <c:pt idx="22">
                  <c:v>52.0170833333</c:v>
                </c:pt>
                <c:pt idx="23">
                  <c:v>113.65112</c:v>
                </c:pt>
                <c:pt idx="24">
                  <c:v>53.1003461539</c:v>
                </c:pt>
                <c:pt idx="25">
                  <c:v>59.2767037037</c:v>
                </c:pt>
                <c:pt idx="26">
                  <c:v>92.1348571429</c:v>
                </c:pt>
                <c:pt idx="27">
                  <c:v>70.5562068966</c:v>
                </c:pt>
                <c:pt idx="28">
                  <c:v>51.9000666667</c:v>
                </c:pt>
                <c:pt idx="29">
                  <c:v>77.222</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36.171</c:v>
                </c:pt>
                <c:pt idx="1">
                  <c:v>18.6736666667</c:v>
                </c:pt>
                <c:pt idx="2">
                  <c:v>14.852</c:v>
                </c:pt>
                <c:pt idx="3">
                  <c:v>18.8198</c:v>
                </c:pt>
                <c:pt idx="4">
                  <c:v>22.5358333333</c:v>
                </c:pt>
                <c:pt idx="5">
                  <c:v>21.1848571429</c:v>
                </c:pt>
                <c:pt idx="6">
                  <c:v>27.0595</c:v>
                </c:pt>
                <c:pt idx="7">
                  <c:v>45.1265555556</c:v>
                </c:pt>
                <c:pt idx="8">
                  <c:v>36.1616</c:v>
                </c:pt>
                <c:pt idx="9">
                  <c:v>29.5651818182</c:v>
                </c:pt>
                <c:pt idx="10">
                  <c:v>33.1958333333</c:v>
                </c:pt>
                <c:pt idx="11">
                  <c:v>51.0743076923</c:v>
                </c:pt>
                <c:pt idx="12">
                  <c:v>32.5680714286</c:v>
                </c:pt>
                <c:pt idx="13">
                  <c:v>81.2729333333</c:v>
                </c:pt>
                <c:pt idx="14">
                  <c:v>42.296</c:v>
                </c:pt>
                <c:pt idx="15">
                  <c:v>47.6196470588</c:v>
                </c:pt>
                <c:pt idx="16">
                  <c:v>55.1615555556</c:v>
                </c:pt>
                <c:pt idx="17">
                  <c:v>78.7831052632</c:v>
                </c:pt>
                <c:pt idx="18">
                  <c:v>108.10385</c:v>
                </c:pt>
                <c:pt idx="19">
                  <c:v>52.4486190476</c:v>
                </c:pt>
                <c:pt idx="20">
                  <c:v>43.6182727273</c:v>
                </c:pt>
                <c:pt idx="21">
                  <c:v>67.9997391305</c:v>
                </c:pt>
                <c:pt idx="22">
                  <c:v>52.1740416667</c:v>
                </c:pt>
                <c:pt idx="23">
                  <c:v>93.438</c:v>
                </c:pt>
                <c:pt idx="24">
                  <c:v>64.5146923077</c:v>
                </c:pt>
                <c:pt idx="25">
                  <c:v>71.5998148149</c:v>
                </c:pt>
                <c:pt idx="26">
                  <c:v>161.293535714</c:v>
                </c:pt>
                <c:pt idx="27">
                  <c:v>61.5801724138</c:v>
                </c:pt>
                <c:pt idx="28">
                  <c:v>79.3981666666</c:v>
                </c:pt>
                <c:pt idx="29">
                  <c:v>106.589258064</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18.2025</c:v>
                </c:pt>
                <c:pt idx="1">
                  <c:v>27.278</c:v>
                </c:pt>
                <c:pt idx="2">
                  <c:v>18.238</c:v>
                </c:pt>
                <c:pt idx="3">
                  <c:v>14.4288</c:v>
                </c:pt>
                <c:pt idx="4">
                  <c:v>14.6711666667</c:v>
                </c:pt>
                <c:pt idx="5">
                  <c:v>29.2957142857</c:v>
                </c:pt>
                <c:pt idx="6">
                  <c:v>39.36475</c:v>
                </c:pt>
                <c:pt idx="7">
                  <c:v>45.2973333333</c:v>
                </c:pt>
                <c:pt idx="8">
                  <c:v>25.8303</c:v>
                </c:pt>
                <c:pt idx="9">
                  <c:v>31.6659090909</c:v>
                </c:pt>
                <c:pt idx="10">
                  <c:v>51.1159166667</c:v>
                </c:pt>
                <c:pt idx="11">
                  <c:v>41.369</c:v>
                </c:pt>
                <c:pt idx="12">
                  <c:v>29.8877857143</c:v>
                </c:pt>
                <c:pt idx="13">
                  <c:v>60.7214666667</c:v>
                </c:pt>
                <c:pt idx="14">
                  <c:v>31.2813125</c:v>
                </c:pt>
                <c:pt idx="15">
                  <c:v>142.524411765</c:v>
                </c:pt>
                <c:pt idx="16">
                  <c:v>42.1618333333</c:v>
                </c:pt>
                <c:pt idx="17">
                  <c:v>36.0334210527</c:v>
                </c:pt>
                <c:pt idx="18">
                  <c:v>64.64175</c:v>
                </c:pt>
                <c:pt idx="19">
                  <c:v>56.9154285714</c:v>
                </c:pt>
                <c:pt idx="20">
                  <c:v>29.4230909091</c:v>
                </c:pt>
                <c:pt idx="21">
                  <c:v>48.5442608696</c:v>
                </c:pt>
                <c:pt idx="22">
                  <c:v>76.0949583333</c:v>
                </c:pt>
                <c:pt idx="23">
                  <c:v>38.31576</c:v>
                </c:pt>
                <c:pt idx="24">
                  <c:v>56.6535384615</c:v>
                </c:pt>
                <c:pt idx="25">
                  <c:v>66.883</c:v>
                </c:pt>
                <c:pt idx="26">
                  <c:v>47.3184642857</c:v>
                </c:pt>
                <c:pt idx="27">
                  <c:v>130.61937931</c:v>
                </c:pt>
                <c:pt idx="28">
                  <c:v>103.122933333</c:v>
                </c:pt>
                <c:pt idx="29">
                  <c:v>89.9275483872</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22.9275</c:v>
                </c:pt>
                <c:pt idx="1">
                  <c:v>19.1583333333</c:v>
                </c:pt>
                <c:pt idx="2">
                  <c:v>21.5965</c:v>
                </c:pt>
                <c:pt idx="3">
                  <c:v>14.4918</c:v>
                </c:pt>
                <c:pt idx="4">
                  <c:v>10.04</c:v>
                </c:pt>
                <c:pt idx="5">
                  <c:v>22.7268571429</c:v>
                </c:pt>
                <c:pt idx="6">
                  <c:v>24.51375</c:v>
                </c:pt>
                <c:pt idx="7">
                  <c:v>21.2305555556</c:v>
                </c:pt>
                <c:pt idx="8">
                  <c:v>32.3991</c:v>
                </c:pt>
                <c:pt idx="9">
                  <c:v>47.7603636364</c:v>
                </c:pt>
                <c:pt idx="10">
                  <c:v>18.894</c:v>
                </c:pt>
                <c:pt idx="11">
                  <c:v>39.8129230769</c:v>
                </c:pt>
                <c:pt idx="12">
                  <c:v>30.6322857143</c:v>
                </c:pt>
                <c:pt idx="13">
                  <c:v>42.6698666667</c:v>
                </c:pt>
                <c:pt idx="14">
                  <c:v>37.54</c:v>
                </c:pt>
                <c:pt idx="15">
                  <c:v>31.8210588235</c:v>
                </c:pt>
                <c:pt idx="16">
                  <c:v>57.0895555555</c:v>
                </c:pt>
                <c:pt idx="17">
                  <c:v>37.7232105263</c:v>
                </c:pt>
                <c:pt idx="18">
                  <c:v>54.5264</c:v>
                </c:pt>
                <c:pt idx="19">
                  <c:v>27.6036190476</c:v>
                </c:pt>
                <c:pt idx="20">
                  <c:v>36.3447272728</c:v>
                </c:pt>
                <c:pt idx="21">
                  <c:v>41.3546086956</c:v>
                </c:pt>
                <c:pt idx="22">
                  <c:v>41.4772083333</c:v>
                </c:pt>
                <c:pt idx="23">
                  <c:v>74.66824</c:v>
                </c:pt>
                <c:pt idx="24">
                  <c:v>41.5544615384</c:v>
                </c:pt>
                <c:pt idx="25">
                  <c:v>55.3364444445</c:v>
                </c:pt>
                <c:pt idx="26">
                  <c:v>86.2931785714</c:v>
                </c:pt>
                <c:pt idx="27">
                  <c:v>64.9343793103</c:v>
                </c:pt>
                <c:pt idx="28">
                  <c:v>48.5625333333</c:v>
                </c:pt>
                <c:pt idx="29">
                  <c:v>53.7689677419</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41.1905</c:v>
                </c:pt>
                <c:pt idx="1">
                  <c:v>21.0643333333</c:v>
                </c:pt>
                <c:pt idx="2">
                  <c:v>26.7055</c:v>
                </c:pt>
                <c:pt idx="3">
                  <c:v>20.7346</c:v>
                </c:pt>
                <c:pt idx="4">
                  <c:v>353.608166667</c:v>
                </c:pt>
                <c:pt idx="5">
                  <c:v>49.9837142857</c:v>
                </c:pt>
                <c:pt idx="6">
                  <c:v>447.024875</c:v>
                </c:pt>
                <c:pt idx="7">
                  <c:v>32.5265555556</c:v>
                </c:pt>
                <c:pt idx="8">
                  <c:v>75.6667</c:v>
                </c:pt>
                <c:pt idx="9">
                  <c:v>66.0878181818</c:v>
                </c:pt>
                <c:pt idx="10">
                  <c:v>372.08675</c:v>
                </c:pt>
                <c:pt idx="11">
                  <c:v>56.7676153846</c:v>
                </c:pt>
                <c:pt idx="12">
                  <c:v>102.177214286</c:v>
                </c:pt>
                <c:pt idx="13">
                  <c:v>132.2772</c:v>
                </c:pt>
                <c:pt idx="14">
                  <c:v>49.2924375</c:v>
                </c:pt>
                <c:pt idx="15">
                  <c:v>47.3057647059</c:v>
                </c:pt>
                <c:pt idx="16">
                  <c:v>302.656333333</c:v>
                </c:pt>
                <c:pt idx="17">
                  <c:v>121.705631579</c:v>
                </c:pt>
                <c:pt idx="18">
                  <c:v>63.7754499999</c:v>
                </c:pt>
                <c:pt idx="19">
                  <c:v>67.9482380952</c:v>
                </c:pt>
                <c:pt idx="20">
                  <c:v>46.6409090909</c:v>
                </c:pt>
                <c:pt idx="21">
                  <c:v>149.364608696</c:v>
                </c:pt>
                <c:pt idx="22">
                  <c:v>73.1744166667</c:v>
                </c:pt>
                <c:pt idx="23">
                  <c:v>363.10332</c:v>
                </c:pt>
                <c:pt idx="24">
                  <c:v>142.514307692</c:v>
                </c:pt>
                <c:pt idx="25">
                  <c:v>78.214</c:v>
                </c:pt>
                <c:pt idx="26">
                  <c:v>129.509821429</c:v>
                </c:pt>
                <c:pt idx="27">
                  <c:v>103.468827586</c:v>
                </c:pt>
                <c:pt idx="28">
                  <c:v>78.5620666666</c:v>
                </c:pt>
                <c:pt idx="29">
                  <c:v>700.685451613</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13.493</c:v>
                </c:pt>
                <c:pt idx="1">
                  <c:v>17.3716666667</c:v>
                </c:pt>
                <c:pt idx="2">
                  <c:v>13.059</c:v>
                </c:pt>
                <c:pt idx="3">
                  <c:v>17.996</c:v>
                </c:pt>
                <c:pt idx="4">
                  <c:v>18.6863333333</c:v>
                </c:pt>
                <c:pt idx="5">
                  <c:v>17.9277142857</c:v>
                </c:pt>
                <c:pt idx="6">
                  <c:v>20.758125</c:v>
                </c:pt>
                <c:pt idx="7">
                  <c:v>24.5183333333</c:v>
                </c:pt>
                <c:pt idx="8">
                  <c:v>20.7132</c:v>
                </c:pt>
                <c:pt idx="9">
                  <c:v>29.474</c:v>
                </c:pt>
                <c:pt idx="10">
                  <c:v>22.995</c:v>
                </c:pt>
                <c:pt idx="11">
                  <c:v>33.2143846154</c:v>
                </c:pt>
                <c:pt idx="12">
                  <c:v>28.4427142857</c:v>
                </c:pt>
                <c:pt idx="13">
                  <c:v>64.2572666667</c:v>
                </c:pt>
                <c:pt idx="14">
                  <c:v>27.8115625</c:v>
                </c:pt>
                <c:pt idx="15">
                  <c:v>28.2518823529</c:v>
                </c:pt>
                <c:pt idx="16">
                  <c:v>40.5598888889</c:v>
                </c:pt>
                <c:pt idx="17">
                  <c:v>51.4396842105</c:v>
                </c:pt>
                <c:pt idx="18">
                  <c:v>53.9387</c:v>
                </c:pt>
                <c:pt idx="19">
                  <c:v>35.006047619</c:v>
                </c:pt>
                <c:pt idx="20">
                  <c:v>42.7647727273</c:v>
                </c:pt>
                <c:pt idx="21">
                  <c:v>34.2957826087</c:v>
                </c:pt>
                <c:pt idx="22">
                  <c:v>38.526</c:v>
                </c:pt>
                <c:pt idx="23">
                  <c:v>35.36856</c:v>
                </c:pt>
                <c:pt idx="24">
                  <c:v>35.3966153846</c:v>
                </c:pt>
                <c:pt idx="25">
                  <c:v>71.5197777778</c:v>
                </c:pt>
                <c:pt idx="26">
                  <c:v>89.9714285714</c:v>
                </c:pt>
                <c:pt idx="27">
                  <c:v>40.7164482759</c:v>
                </c:pt>
                <c:pt idx="28">
                  <c:v>54.0127666667</c:v>
                </c:pt>
                <c:pt idx="29">
                  <c:v>70.9615806451</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57.972</c:v>
                </c:pt>
                <c:pt idx="1">
                  <c:v>41.2636666667</c:v>
                </c:pt>
                <c:pt idx="2">
                  <c:v>933.33625</c:v>
                </c:pt>
                <c:pt idx="3">
                  <c:v>28.9326</c:v>
                </c:pt>
                <c:pt idx="4">
                  <c:v>52.0775</c:v>
                </c:pt>
                <c:pt idx="5">
                  <c:v>62.7781428571</c:v>
                </c:pt>
                <c:pt idx="6">
                  <c:v>109.036625</c:v>
                </c:pt>
                <c:pt idx="7">
                  <c:v>56.2008888889</c:v>
                </c:pt>
                <c:pt idx="8">
                  <c:v>170.0401</c:v>
                </c:pt>
                <c:pt idx="9">
                  <c:v>39.2419090909</c:v>
                </c:pt>
                <c:pt idx="10">
                  <c:v>47.5091666667</c:v>
                </c:pt>
                <c:pt idx="11">
                  <c:v>53.8026923077</c:v>
                </c:pt>
                <c:pt idx="12">
                  <c:v>52.3345</c:v>
                </c:pt>
                <c:pt idx="13">
                  <c:v>1055.98766667</c:v>
                </c:pt>
                <c:pt idx="14">
                  <c:v>42.44975</c:v>
                </c:pt>
                <c:pt idx="15">
                  <c:v>99.5538235294</c:v>
                </c:pt>
                <c:pt idx="16">
                  <c:v>101.551055556</c:v>
                </c:pt>
                <c:pt idx="17">
                  <c:v>81.7878947369</c:v>
                </c:pt>
                <c:pt idx="18">
                  <c:v>128.77235</c:v>
                </c:pt>
                <c:pt idx="19">
                  <c:v>58.9126190476</c:v>
                </c:pt>
                <c:pt idx="20">
                  <c:v>45.635</c:v>
                </c:pt>
                <c:pt idx="21">
                  <c:v>71.946</c:v>
                </c:pt>
                <c:pt idx="22">
                  <c:v>308.231541667</c:v>
                </c:pt>
                <c:pt idx="23">
                  <c:v>375.35252</c:v>
                </c:pt>
                <c:pt idx="24">
                  <c:v>71.5058461538</c:v>
                </c:pt>
                <c:pt idx="25">
                  <c:v>382.639037037</c:v>
                </c:pt>
                <c:pt idx="26">
                  <c:v>461.298571429</c:v>
                </c:pt>
                <c:pt idx="27">
                  <c:v>140.543793103</c:v>
                </c:pt>
                <c:pt idx="28">
                  <c:v>140.811666667</c:v>
                </c:pt>
                <c:pt idx="29">
                  <c:v>119.961967742</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11.7795</c:v>
                </c:pt>
                <c:pt idx="1">
                  <c:v>18.921</c:v>
                </c:pt>
                <c:pt idx="2">
                  <c:v>17.3575</c:v>
                </c:pt>
                <c:pt idx="3">
                  <c:v>10.5184</c:v>
                </c:pt>
                <c:pt idx="4">
                  <c:v>13.2446666667</c:v>
                </c:pt>
                <c:pt idx="5">
                  <c:v>22.4522857143</c:v>
                </c:pt>
                <c:pt idx="6">
                  <c:v>31.90825</c:v>
                </c:pt>
                <c:pt idx="7">
                  <c:v>37.0924444444</c:v>
                </c:pt>
                <c:pt idx="8">
                  <c:v>22.9889</c:v>
                </c:pt>
                <c:pt idx="9">
                  <c:v>21.1750909091</c:v>
                </c:pt>
                <c:pt idx="10">
                  <c:v>37.6576666667</c:v>
                </c:pt>
                <c:pt idx="11">
                  <c:v>37.1937692308</c:v>
                </c:pt>
                <c:pt idx="12">
                  <c:v>28.4545</c:v>
                </c:pt>
                <c:pt idx="13">
                  <c:v>42.3610666667</c:v>
                </c:pt>
                <c:pt idx="14">
                  <c:v>27.177125</c:v>
                </c:pt>
                <c:pt idx="15">
                  <c:v>37.3595882353</c:v>
                </c:pt>
                <c:pt idx="16">
                  <c:v>39.3866666667</c:v>
                </c:pt>
                <c:pt idx="17">
                  <c:v>35.1301578947</c:v>
                </c:pt>
                <c:pt idx="18">
                  <c:v>51.32055</c:v>
                </c:pt>
                <c:pt idx="19">
                  <c:v>49.2343809524</c:v>
                </c:pt>
                <c:pt idx="20">
                  <c:v>29.0087727273</c:v>
                </c:pt>
                <c:pt idx="21">
                  <c:v>38.8786521739</c:v>
                </c:pt>
                <c:pt idx="22">
                  <c:v>53.924</c:v>
                </c:pt>
                <c:pt idx="23">
                  <c:v>28.75188</c:v>
                </c:pt>
                <c:pt idx="24">
                  <c:v>48.4078846154</c:v>
                </c:pt>
                <c:pt idx="25">
                  <c:v>53.2844074074</c:v>
                </c:pt>
                <c:pt idx="26">
                  <c:v>42.4947857143</c:v>
                </c:pt>
                <c:pt idx="27">
                  <c:v>119.601517241</c:v>
                </c:pt>
                <c:pt idx="28">
                  <c:v>77.8566</c:v>
                </c:pt>
                <c:pt idx="29">
                  <c:v>60.4511612903</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28.795</c:v>
                </c:pt>
                <c:pt idx="1">
                  <c:v>29.5586666667</c:v>
                </c:pt>
                <c:pt idx="2">
                  <c:v>24.29425</c:v>
                </c:pt>
                <c:pt idx="3">
                  <c:v>57.5944</c:v>
                </c:pt>
                <c:pt idx="4">
                  <c:v>15.1346666667</c:v>
                </c:pt>
                <c:pt idx="5">
                  <c:v>52.0022857142</c:v>
                </c:pt>
                <c:pt idx="6">
                  <c:v>58.205125</c:v>
                </c:pt>
                <c:pt idx="7">
                  <c:v>131.083222222</c:v>
                </c:pt>
                <c:pt idx="8">
                  <c:v>38.557</c:v>
                </c:pt>
                <c:pt idx="9">
                  <c:v>43.38</c:v>
                </c:pt>
                <c:pt idx="10">
                  <c:v>59.912</c:v>
                </c:pt>
                <c:pt idx="11">
                  <c:v>78.7570769231</c:v>
                </c:pt>
                <c:pt idx="12">
                  <c:v>33.0044285714</c:v>
                </c:pt>
                <c:pt idx="13">
                  <c:v>142.901266667</c:v>
                </c:pt>
                <c:pt idx="14">
                  <c:v>114.30925</c:v>
                </c:pt>
                <c:pt idx="15">
                  <c:v>246.410941176</c:v>
                </c:pt>
                <c:pt idx="16">
                  <c:v>46.6152777778</c:v>
                </c:pt>
                <c:pt idx="17">
                  <c:v>62.373</c:v>
                </c:pt>
                <c:pt idx="18">
                  <c:v>1180.7207</c:v>
                </c:pt>
                <c:pt idx="19">
                  <c:v>82.258</c:v>
                </c:pt>
                <c:pt idx="20">
                  <c:v>45.8719545455</c:v>
                </c:pt>
                <c:pt idx="21">
                  <c:v>422.476173913</c:v>
                </c:pt>
                <c:pt idx="22">
                  <c:v>109.526541667</c:v>
                </c:pt>
                <c:pt idx="23">
                  <c:v>63.43324</c:v>
                </c:pt>
                <c:pt idx="24">
                  <c:v>60.1232307693</c:v>
                </c:pt>
                <c:pt idx="25">
                  <c:v>156.581925926</c:v>
                </c:pt>
                <c:pt idx="26">
                  <c:v>650.720821429</c:v>
                </c:pt>
                <c:pt idx="27">
                  <c:v>151.187206897</c:v>
                </c:pt>
                <c:pt idx="28">
                  <c:v>1777.2747</c:v>
                </c:pt>
                <c:pt idx="29">
                  <c:v>1306.66070968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Round barrier</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538.657</c:v>
                </c:pt>
                <c:pt idx="1">
                  <c:v>3873.87783333</c:v>
                </c:pt>
                <c:pt idx="2">
                  <c:v>5587.57739583</c:v>
                </c:pt>
                <c:pt idx="3">
                  <c:v>3284.0482037</c:v>
                </c:pt>
                <c:pt idx="4">
                  <c:v>3934.93673333</c:v>
                </c:pt>
                <c:pt idx="5">
                  <c:v>6521.73975</c:v>
                </c:pt>
                <c:pt idx="6">
                  <c:v>19004.595381</c:v>
                </c:pt>
                <c:pt idx="7">
                  <c:v>15852.5211333</c:v>
                </c:pt>
                <c:pt idx="8">
                  <c:v>12642.0568333</c:v>
                </c:pt>
                <c:pt idx="9">
                  <c:v>14590.3064815</c:v>
                </c:pt>
                <c:pt idx="10">
                  <c:v>36872.0604833</c:v>
                </c:pt>
                <c:pt idx="11">
                  <c:v>34807.2511587</c:v>
                </c:pt>
                <c:pt idx="12">
                  <c:v>23575.4796818</c:v>
                </c:pt>
                <c:pt idx="13">
                  <c:v>35570.6323542</c:v>
                </c:pt>
                <c:pt idx="14">
                  <c:v>28556.59716</c:v>
                </c:pt>
                <c:pt idx="15">
                  <c:v>40387.3941154</c:v>
                </c:pt>
                <c:pt idx="16">
                  <c:v>53618.2250988</c:v>
                </c:pt>
                <c:pt idx="17">
                  <c:v>52551.8629286</c:v>
                </c:pt>
                <c:pt idx="18">
                  <c:v>59420.6401056</c:v>
                </c:pt>
                <c:pt idx="19">
                  <c:v>68250.5356354</c:v>
                </c:pt>
                <c:pt idx="20">
                  <c:v>58684.533904</c:v>
                </c:pt>
                <c:pt idx="21">
                  <c:v>69835.2555539</c:v>
                </c:pt>
                <c:pt idx="22">
                  <c:v>64959.1564333</c:v>
                </c:pt>
                <c:pt idx="23">
                  <c:v>79252.3812269</c:v>
                </c:pt>
                <c:pt idx="24">
                  <c:v>77898.5425769</c:v>
                </c:pt>
                <c:pt idx="25">
                  <c:v>99056.3331208</c:v>
                </c:pt>
                <c:pt idx="26">
                  <c:v>127445.896909</c:v>
                </c:pt>
                <c:pt idx="27">
                  <c:v>106786.490383</c:v>
                </c:pt>
                <c:pt idx="28">
                  <c:v>146368.834774</c:v>
                </c:pt>
                <c:pt idx="29">
                  <c:v>139706.228056</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79.46175</c:v>
                </c:pt>
                <c:pt idx="1">
                  <c:v>1088.04411111</c:v>
                </c:pt>
                <c:pt idx="2">
                  <c:v>2515.72914583</c:v>
                </c:pt>
                <c:pt idx="3">
                  <c:v>7139.77235185</c:v>
                </c:pt>
                <c:pt idx="4">
                  <c:v>5462.11428333</c:v>
                </c:pt>
                <c:pt idx="5">
                  <c:v>9199.97731944</c:v>
                </c:pt>
                <c:pt idx="6">
                  <c:v>25236.5972262</c:v>
                </c:pt>
                <c:pt idx="7">
                  <c:v>17223.4539667</c:v>
                </c:pt>
                <c:pt idx="8">
                  <c:v>14897.4011562</c:v>
                </c:pt>
                <c:pt idx="9">
                  <c:v>34340.37125</c:v>
                </c:pt>
                <c:pt idx="10">
                  <c:v>21321.6633</c:v>
                </c:pt>
                <c:pt idx="11">
                  <c:v>22047.6270238</c:v>
                </c:pt>
                <c:pt idx="12">
                  <c:v>25406.3150303</c:v>
                </c:pt>
                <c:pt idx="13">
                  <c:v>50932.4822431</c:v>
                </c:pt>
                <c:pt idx="14">
                  <c:v>57353.2451533</c:v>
                </c:pt>
                <c:pt idx="15">
                  <c:v>37136.6342692</c:v>
                </c:pt>
                <c:pt idx="16">
                  <c:v>61567.1427037</c:v>
                </c:pt>
                <c:pt idx="17">
                  <c:v>81380.0989643</c:v>
                </c:pt>
                <c:pt idx="18">
                  <c:v>52712.3995167</c:v>
                </c:pt>
                <c:pt idx="19">
                  <c:v>68413.9778385</c:v>
                </c:pt>
                <c:pt idx="20">
                  <c:v>46950.7900909</c:v>
                </c:pt>
                <c:pt idx="21">
                  <c:v>65201.7827108</c:v>
                </c:pt>
                <c:pt idx="22">
                  <c:v>80508.1754381</c:v>
                </c:pt>
                <c:pt idx="23">
                  <c:v>61052.0531204</c:v>
                </c:pt>
                <c:pt idx="24">
                  <c:v>73567.4206239</c:v>
                </c:pt>
                <c:pt idx="25">
                  <c:v>77149.5427375</c:v>
                </c:pt>
                <c:pt idx="26">
                  <c:v>130481.801202</c:v>
                </c:pt>
                <c:pt idx="27">
                  <c:v>93362.3293864</c:v>
                </c:pt>
                <c:pt idx="28">
                  <c:v>138715.356063</c:v>
                </c:pt>
                <c:pt idx="29">
                  <c:v>125950.372354</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62.5195416667</c:v>
                </c:pt>
                <c:pt idx="1">
                  <c:v>2388.03205556</c:v>
                </c:pt>
                <c:pt idx="2">
                  <c:v>7686.05352083</c:v>
                </c:pt>
                <c:pt idx="3">
                  <c:v>4314.61457407</c:v>
                </c:pt>
                <c:pt idx="4">
                  <c:v>8533.1337</c:v>
                </c:pt>
                <c:pt idx="5">
                  <c:v>11848.5939861</c:v>
                </c:pt>
                <c:pt idx="6">
                  <c:v>18962.7725357</c:v>
                </c:pt>
                <c:pt idx="7">
                  <c:v>12432.8274444</c:v>
                </c:pt>
                <c:pt idx="8">
                  <c:v>20013.112375</c:v>
                </c:pt>
                <c:pt idx="9">
                  <c:v>26286.9508704</c:v>
                </c:pt>
                <c:pt idx="10">
                  <c:v>31422.74275</c:v>
                </c:pt>
                <c:pt idx="11">
                  <c:v>46554.0177698</c:v>
                </c:pt>
                <c:pt idx="12">
                  <c:v>40138.1717576</c:v>
                </c:pt>
                <c:pt idx="13">
                  <c:v>40269.5072986</c:v>
                </c:pt>
                <c:pt idx="14">
                  <c:v>32825.2393</c:v>
                </c:pt>
                <c:pt idx="15">
                  <c:v>54014.7554744</c:v>
                </c:pt>
                <c:pt idx="16">
                  <c:v>45948.6621481</c:v>
                </c:pt>
                <c:pt idx="17">
                  <c:v>71687.4626071</c:v>
                </c:pt>
                <c:pt idx="18">
                  <c:v>45837.0432778</c:v>
                </c:pt>
                <c:pt idx="19">
                  <c:v>40173.913026</c:v>
                </c:pt>
                <c:pt idx="20">
                  <c:v>71534.668697</c:v>
                </c:pt>
                <c:pt idx="21">
                  <c:v>47757.5747843</c:v>
                </c:pt>
                <c:pt idx="22">
                  <c:v>104307.127781</c:v>
                </c:pt>
                <c:pt idx="23">
                  <c:v>61321.667787</c:v>
                </c:pt>
                <c:pt idx="24">
                  <c:v>82995.9427137</c:v>
                </c:pt>
                <c:pt idx="25">
                  <c:v>77813.0482375</c:v>
                </c:pt>
                <c:pt idx="26">
                  <c:v>108661.99877</c:v>
                </c:pt>
                <c:pt idx="27">
                  <c:v>112016.900686</c:v>
                </c:pt>
                <c:pt idx="28">
                  <c:v>96311.9965889</c:v>
                </c:pt>
                <c:pt idx="29">
                  <c:v>121340.182517</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289.629041667</c:v>
                </c:pt>
                <c:pt idx="1">
                  <c:v>2243.33561111</c:v>
                </c:pt>
                <c:pt idx="2">
                  <c:v>850.680854167</c:v>
                </c:pt>
                <c:pt idx="3">
                  <c:v>2235.59144444</c:v>
                </c:pt>
                <c:pt idx="4">
                  <c:v>3848.24781667</c:v>
                </c:pt>
                <c:pt idx="5">
                  <c:v>6303.78640278</c:v>
                </c:pt>
                <c:pt idx="6">
                  <c:v>7549.19259524</c:v>
                </c:pt>
                <c:pt idx="7">
                  <c:v>12862.8986222</c:v>
                </c:pt>
                <c:pt idx="8">
                  <c:v>12295.5835313</c:v>
                </c:pt>
                <c:pt idx="9">
                  <c:v>14014.6555926</c:v>
                </c:pt>
                <c:pt idx="10">
                  <c:v>30066.489975</c:v>
                </c:pt>
                <c:pt idx="11">
                  <c:v>28218.7925238</c:v>
                </c:pt>
                <c:pt idx="12">
                  <c:v>20734.9662424</c:v>
                </c:pt>
                <c:pt idx="13">
                  <c:v>31923.6605833</c:v>
                </c:pt>
                <c:pt idx="14">
                  <c:v>27261.2033667</c:v>
                </c:pt>
                <c:pt idx="15">
                  <c:v>30208.8414487</c:v>
                </c:pt>
                <c:pt idx="16">
                  <c:v>49419.4821543</c:v>
                </c:pt>
                <c:pt idx="17">
                  <c:v>40428.3126488</c:v>
                </c:pt>
                <c:pt idx="18">
                  <c:v>39097.9192056</c:v>
                </c:pt>
                <c:pt idx="19">
                  <c:v>45759.4074583</c:v>
                </c:pt>
                <c:pt idx="20">
                  <c:v>53169.4744444</c:v>
                </c:pt>
                <c:pt idx="21">
                  <c:v>53629.6406029</c:v>
                </c:pt>
                <c:pt idx="22">
                  <c:v>51857.8519905</c:v>
                </c:pt>
                <c:pt idx="23">
                  <c:v>54154.463463</c:v>
                </c:pt>
                <c:pt idx="24">
                  <c:v>51465.060094</c:v>
                </c:pt>
                <c:pt idx="25">
                  <c:v>51866.9722917</c:v>
                </c:pt>
                <c:pt idx="26">
                  <c:v>92235.2566746</c:v>
                </c:pt>
                <c:pt idx="27">
                  <c:v>97787.9596515</c:v>
                </c:pt>
                <c:pt idx="28">
                  <c:v>68281.3406815</c:v>
                </c:pt>
                <c:pt idx="29">
                  <c:v>130691.947872</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1560.71120833</c:v>
                </c:pt>
                <c:pt idx="1">
                  <c:v>4156.90397222</c:v>
                </c:pt>
                <c:pt idx="2">
                  <c:v>11305.5974792</c:v>
                </c:pt>
                <c:pt idx="3">
                  <c:v>3449.36368519</c:v>
                </c:pt>
                <c:pt idx="4">
                  <c:v>6570.1018</c:v>
                </c:pt>
                <c:pt idx="5">
                  <c:v>14914.4053333</c:v>
                </c:pt>
                <c:pt idx="6">
                  <c:v>19488.0521667</c:v>
                </c:pt>
                <c:pt idx="7">
                  <c:v>19786.0562778</c:v>
                </c:pt>
                <c:pt idx="8">
                  <c:v>13005.6976979</c:v>
                </c:pt>
                <c:pt idx="9">
                  <c:v>20132.6285</c:v>
                </c:pt>
                <c:pt idx="10">
                  <c:v>37379.5373667</c:v>
                </c:pt>
                <c:pt idx="11">
                  <c:v>35178.3169524</c:v>
                </c:pt>
                <c:pt idx="12">
                  <c:v>48114.0544394</c:v>
                </c:pt>
                <c:pt idx="13">
                  <c:v>43058.9301667</c:v>
                </c:pt>
                <c:pt idx="14">
                  <c:v>60638.1206733</c:v>
                </c:pt>
                <c:pt idx="15">
                  <c:v>45119.0554167</c:v>
                </c:pt>
                <c:pt idx="16">
                  <c:v>74548.9559691</c:v>
                </c:pt>
                <c:pt idx="17">
                  <c:v>86252.1790595</c:v>
                </c:pt>
                <c:pt idx="18">
                  <c:v>88365.4496944</c:v>
                </c:pt>
                <c:pt idx="19">
                  <c:v>82414.0065625</c:v>
                </c:pt>
                <c:pt idx="20">
                  <c:v>117639.087121</c:v>
                </c:pt>
                <c:pt idx="21">
                  <c:v>93775.3869559</c:v>
                </c:pt>
                <c:pt idx="22">
                  <c:v>103644.248533</c:v>
                </c:pt>
                <c:pt idx="23">
                  <c:v>82932.7554398</c:v>
                </c:pt>
                <c:pt idx="24">
                  <c:v>84807.9464274</c:v>
                </c:pt>
                <c:pt idx="25">
                  <c:v>112164.964775</c:v>
                </c:pt>
                <c:pt idx="26">
                  <c:v>142769.211282</c:v>
                </c:pt>
                <c:pt idx="27">
                  <c:v>129655.731356</c:v>
                </c:pt>
                <c:pt idx="28">
                  <c:v>167073.712937</c:v>
                </c:pt>
                <c:pt idx="29">
                  <c:v>152955.489698</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72.0645</c:v>
                </c:pt>
                <c:pt idx="1">
                  <c:v>344.772972222</c:v>
                </c:pt>
                <c:pt idx="2">
                  <c:v>1594.126125</c:v>
                </c:pt>
                <c:pt idx="3">
                  <c:v>5502.55512963</c:v>
                </c:pt>
                <c:pt idx="4">
                  <c:v>4103.72446667</c:v>
                </c:pt>
                <c:pt idx="5">
                  <c:v>5436.24815278</c:v>
                </c:pt>
                <c:pt idx="6">
                  <c:v>12080.2716905</c:v>
                </c:pt>
                <c:pt idx="7">
                  <c:v>13993.2601889</c:v>
                </c:pt>
                <c:pt idx="8">
                  <c:v>12327.1506458</c:v>
                </c:pt>
                <c:pt idx="9">
                  <c:v>18707.3495648</c:v>
                </c:pt>
                <c:pt idx="10">
                  <c:v>18469.8874833</c:v>
                </c:pt>
                <c:pt idx="11">
                  <c:v>20788.8601111</c:v>
                </c:pt>
                <c:pt idx="12">
                  <c:v>24791.2620379</c:v>
                </c:pt>
                <c:pt idx="13">
                  <c:v>45539.3854167</c:v>
                </c:pt>
                <c:pt idx="14">
                  <c:v>54947.26158</c:v>
                </c:pt>
                <c:pt idx="15">
                  <c:v>34546.815609</c:v>
                </c:pt>
                <c:pt idx="16">
                  <c:v>39605.0618704</c:v>
                </c:pt>
                <c:pt idx="17">
                  <c:v>37684.8245417</c:v>
                </c:pt>
                <c:pt idx="18">
                  <c:v>37400.7384611</c:v>
                </c:pt>
                <c:pt idx="19">
                  <c:v>56730.1856458</c:v>
                </c:pt>
                <c:pt idx="20">
                  <c:v>44194.3803939</c:v>
                </c:pt>
                <c:pt idx="21">
                  <c:v>57653.19125</c:v>
                </c:pt>
                <c:pt idx="22">
                  <c:v>59542.2309333</c:v>
                </c:pt>
                <c:pt idx="23">
                  <c:v>49007.7940787</c:v>
                </c:pt>
                <c:pt idx="24">
                  <c:v>54986.0712179</c:v>
                </c:pt>
                <c:pt idx="25">
                  <c:v>71486.6353958</c:v>
                </c:pt>
                <c:pt idx="26">
                  <c:v>55705.7655238</c:v>
                </c:pt>
                <c:pt idx="27">
                  <c:v>77217.3413447</c:v>
                </c:pt>
                <c:pt idx="28">
                  <c:v>98090.9251148</c:v>
                </c:pt>
                <c:pt idx="29">
                  <c:v>92254.7748785</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80.5299166667</c:v>
                </c:pt>
                <c:pt idx="1">
                  <c:v>2456.97394444</c:v>
                </c:pt>
                <c:pt idx="2">
                  <c:v>8125.73877083</c:v>
                </c:pt>
                <c:pt idx="3">
                  <c:v>13497.2734444</c:v>
                </c:pt>
                <c:pt idx="4">
                  <c:v>7608.79498333</c:v>
                </c:pt>
                <c:pt idx="5">
                  <c:v>17261.9985556</c:v>
                </c:pt>
                <c:pt idx="6">
                  <c:v>32561.1737857</c:v>
                </c:pt>
                <c:pt idx="7">
                  <c:v>25953.0700444</c:v>
                </c:pt>
                <c:pt idx="8">
                  <c:v>24165.7426771</c:v>
                </c:pt>
                <c:pt idx="9">
                  <c:v>35569.9012685</c:v>
                </c:pt>
                <c:pt idx="10">
                  <c:v>32631.6911917</c:v>
                </c:pt>
                <c:pt idx="11">
                  <c:v>22160.0756905</c:v>
                </c:pt>
                <c:pt idx="12">
                  <c:v>41892.3843333</c:v>
                </c:pt>
                <c:pt idx="13">
                  <c:v>67891.0003194</c:v>
                </c:pt>
                <c:pt idx="14">
                  <c:v>61897.07238</c:v>
                </c:pt>
                <c:pt idx="15">
                  <c:v>41612.1345449</c:v>
                </c:pt>
                <c:pt idx="16">
                  <c:v>80493.2796481</c:v>
                </c:pt>
                <c:pt idx="17">
                  <c:v>88318.4393988</c:v>
                </c:pt>
                <c:pt idx="18">
                  <c:v>64848.0470056</c:v>
                </c:pt>
                <c:pt idx="19">
                  <c:v>99237.7321563</c:v>
                </c:pt>
                <c:pt idx="20">
                  <c:v>87818.0094596</c:v>
                </c:pt>
                <c:pt idx="21">
                  <c:v>94831.680902</c:v>
                </c:pt>
                <c:pt idx="22">
                  <c:v>105764.282795</c:v>
                </c:pt>
                <c:pt idx="23">
                  <c:v>76414.6330139</c:v>
                </c:pt>
                <c:pt idx="24">
                  <c:v>111671.908791</c:v>
                </c:pt>
                <c:pt idx="25">
                  <c:v>130048.003733</c:v>
                </c:pt>
                <c:pt idx="26">
                  <c:v>133280.238456</c:v>
                </c:pt>
                <c:pt idx="27">
                  <c:v>125350.229803</c:v>
                </c:pt>
                <c:pt idx="28">
                  <c:v>159008.548737</c:v>
                </c:pt>
                <c:pt idx="29">
                  <c:v>133766.26583</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62.3535416667</c:v>
                </c:pt>
                <c:pt idx="1">
                  <c:v>1025.13730556</c:v>
                </c:pt>
                <c:pt idx="2">
                  <c:v>2589.57385417</c:v>
                </c:pt>
                <c:pt idx="3">
                  <c:v>2667.28548148</c:v>
                </c:pt>
                <c:pt idx="4">
                  <c:v>4652.34385</c:v>
                </c:pt>
                <c:pt idx="5">
                  <c:v>9260.02879167</c:v>
                </c:pt>
                <c:pt idx="6">
                  <c:v>18744.1181667</c:v>
                </c:pt>
                <c:pt idx="7">
                  <c:v>10824.0188</c:v>
                </c:pt>
                <c:pt idx="8">
                  <c:v>14469.3947917</c:v>
                </c:pt>
                <c:pt idx="9">
                  <c:v>16716.5903889</c:v>
                </c:pt>
                <c:pt idx="10">
                  <c:v>31407.7324167</c:v>
                </c:pt>
                <c:pt idx="11">
                  <c:v>22383.5396508</c:v>
                </c:pt>
                <c:pt idx="12">
                  <c:v>28872.5901364</c:v>
                </c:pt>
                <c:pt idx="13">
                  <c:v>36201.8633542</c:v>
                </c:pt>
                <c:pt idx="14">
                  <c:v>31197.5532467</c:v>
                </c:pt>
                <c:pt idx="15">
                  <c:v>52394.414859</c:v>
                </c:pt>
                <c:pt idx="16">
                  <c:v>36838.0545</c:v>
                </c:pt>
                <c:pt idx="17">
                  <c:v>39839.8356964</c:v>
                </c:pt>
                <c:pt idx="18">
                  <c:v>44415.6904333</c:v>
                </c:pt>
                <c:pt idx="19">
                  <c:v>38640.0332708</c:v>
                </c:pt>
                <c:pt idx="20">
                  <c:v>61497.6139495</c:v>
                </c:pt>
                <c:pt idx="21">
                  <c:v>45431.0590882</c:v>
                </c:pt>
                <c:pt idx="22">
                  <c:v>52443.8781095</c:v>
                </c:pt>
                <c:pt idx="23">
                  <c:v>50866.0715278</c:v>
                </c:pt>
                <c:pt idx="24">
                  <c:v>59569.137</c:v>
                </c:pt>
                <c:pt idx="25">
                  <c:v>53166.9682917</c:v>
                </c:pt>
                <c:pt idx="26">
                  <c:v>74274.3774643</c:v>
                </c:pt>
                <c:pt idx="27">
                  <c:v>80568.6293068</c:v>
                </c:pt>
                <c:pt idx="28">
                  <c:v>84684.5143074</c:v>
                </c:pt>
                <c:pt idx="29">
                  <c:v>121050.919594</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71.1867916667</c:v>
                </c:pt>
                <c:pt idx="1">
                  <c:v>10627.0071667</c:v>
                </c:pt>
                <c:pt idx="2">
                  <c:v>10432.9497708</c:v>
                </c:pt>
                <c:pt idx="3">
                  <c:v>9071.81892593</c:v>
                </c:pt>
                <c:pt idx="4">
                  <c:v>10746.7278833</c:v>
                </c:pt>
                <c:pt idx="5">
                  <c:v>12805.6142222</c:v>
                </c:pt>
                <c:pt idx="6">
                  <c:v>21429.0753929</c:v>
                </c:pt>
                <c:pt idx="7">
                  <c:v>15913.5377778</c:v>
                </c:pt>
                <c:pt idx="8">
                  <c:v>21846.4181458</c:v>
                </c:pt>
                <c:pt idx="9">
                  <c:v>31498.2321759</c:v>
                </c:pt>
                <c:pt idx="10">
                  <c:v>37266.01545</c:v>
                </c:pt>
                <c:pt idx="11">
                  <c:v>50457.405381</c:v>
                </c:pt>
                <c:pt idx="12">
                  <c:v>54047.6008258</c:v>
                </c:pt>
                <c:pt idx="13">
                  <c:v>51835.3507292</c:v>
                </c:pt>
                <c:pt idx="14">
                  <c:v>75258.64396</c:v>
                </c:pt>
                <c:pt idx="15">
                  <c:v>57529.1458526</c:v>
                </c:pt>
                <c:pt idx="16">
                  <c:v>51422.2187963</c:v>
                </c:pt>
                <c:pt idx="17">
                  <c:v>89143.4382798</c:v>
                </c:pt>
                <c:pt idx="18">
                  <c:v>65408.4309778</c:v>
                </c:pt>
                <c:pt idx="19">
                  <c:v>50533.3416562</c:v>
                </c:pt>
                <c:pt idx="20">
                  <c:v>114640.394727</c:v>
                </c:pt>
                <c:pt idx="21">
                  <c:v>77726.2503627</c:v>
                </c:pt>
                <c:pt idx="22">
                  <c:v>109054.969038</c:v>
                </c:pt>
                <c:pt idx="23">
                  <c:v>74657.2289444</c:v>
                </c:pt>
                <c:pt idx="24">
                  <c:v>110682.370295</c:v>
                </c:pt>
                <c:pt idx="25">
                  <c:v>105501.247729</c:v>
                </c:pt>
                <c:pt idx="26">
                  <c:v>110539.039671</c:v>
                </c:pt>
                <c:pt idx="27">
                  <c:v>158869.969655</c:v>
                </c:pt>
                <c:pt idx="28">
                  <c:v>138807.752796</c:v>
                </c:pt>
                <c:pt idx="29">
                  <c:v>125246.580736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Round barrier</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32.6446666667</c:v>
                </c:pt>
                <c:pt idx="1">
                  <c:v>86.1741111111</c:v>
                </c:pt>
                <c:pt idx="2">
                  <c:v>49.6910416667</c:v>
                </c:pt>
                <c:pt idx="3">
                  <c:v>84.3376</c:v>
                </c:pt>
                <c:pt idx="4">
                  <c:v>1220.84444444</c:v>
                </c:pt>
                <c:pt idx="5">
                  <c:v>490.241666667</c:v>
                </c:pt>
                <c:pt idx="6">
                  <c:v>3262.8260625</c:v>
                </c:pt>
                <c:pt idx="7">
                  <c:v>4787.31944444</c:v>
                </c:pt>
                <c:pt idx="8">
                  <c:v>5353.9172</c:v>
                </c:pt>
                <c:pt idx="9">
                  <c:v>6319.98148485</c:v>
                </c:pt>
                <c:pt idx="10">
                  <c:v>9327.09856944</c:v>
                </c:pt>
                <c:pt idx="11">
                  <c:v>25129.9206667</c:v>
                </c:pt>
                <c:pt idx="12">
                  <c:v>15949.2476786</c:v>
                </c:pt>
                <c:pt idx="13">
                  <c:v>19236.4569</c:v>
                </c:pt>
                <c:pt idx="14">
                  <c:v>23866.7248646</c:v>
                </c:pt>
                <c:pt idx="15">
                  <c:v>21275.8464608</c:v>
                </c:pt>
                <c:pt idx="16">
                  <c:v>21311.3777037</c:v>
                </c:pt>
                <c:pt idx="17">
                  <c:v>40874.7964035</c:v>
                </c:pt>
                <c:pt idx="18">
                  <c:v>64362.92075</c:v>
                </c:pt>
                <c:pt idx="19">
                  <c:v>40880.7575159</c:v>
                </c:pt>
                <c:pt idx="20">
                  <c:v>60545.8878636</c:v>
                </c:pt>
                <c:pt idx="21">
                  <c:v>51952.8563913</c:v>
                </c:pt>
                <c:pt idx="22">
                  <c:v>50367.9139444</c:v>
                </c:pt>
                <c:pt idx="23">
                  <c:v>56569.5807867</c:v>
                </c:pt>
                <c:pt idx="24">
                  <c:v>63669.2692115</c:v>
                </c:pt>
                <c:pt idx="25">
                  <c:v>80096.9250988</c:v>
                </c:pt>
                <c:pt idx="26">
                  <c:v>66488.5571905</c:v>
                </c:pt>
                <c:pt idx="27">
                  <c:v>113343.289121</c:v>
                </c:pt>
                <c:pt idx="28">
                  <c:v>99119.3862389</c:v>
                </c:pt>
                <c:pt idx="29">
                  <c:v>133581.124183</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58.6364166667</c:v>
                </c:pt>
                <c:pt idx="1">
                  <c:v>47.7167777778</c:v>
                </c:pt>
                <c:pt idx="2">
                  <c:v>167.193416667</c:v>
                </c:pt>
                <c:pt idx="3">
                  <c:v>129.5615</c:v>
                </c:pt>
                <c:pt idx="4">
                  <c:v>898.168111111</c:v>
                </c:pt>
                <c:pt idx="5">
                  <c:v>1971.5072619</c:v>
                </c:pt>
                <c:pt idx="6">
                  <c:v>2817.595</c:v>
                </c:pt>
                <c:pt idx="7">
                  <c:v>5227.19840741</c:v>
                </c:pt>
                <c:pt idx="8">
                  <c:v>7714.9989</c:v>
                </c:pt>
                <c:pt idx="9">
                  <c:v>7784.54389394</c:v>
                </c:pt>
                <c:pt idx="10">
                  <c:v>10534.0806667</c:v>
                </c:pt>
                <c:pt idx="11">
                  <c:v>19340.8339231</c:v>
                </c:pt>
                <c:pt idx="12">
                  <c:v>18719.5306667</c:v>
                </c:pt>
                <c:pt idx="13">
                  <c:v>17825.7226111</c:v>
                </c:pt>
                <c:pt idx="14">
                  <c:v>29636.9893437</c:v>
                </c:pt>
                <c:pt idx="15">
                  <c:v>23306.3302451</c:v>
                </c:pt>
                <c:pt idx="16">
                  <c:v>32645.6511852</c:v>
                </c:pt>
                <c:pt idx="17">
                  <c:v>39486.1368421</c:v>
                </c:pt>
                <c:pt idx="18">
                  <c:v>53569.7132</c:v>
                </c:pt>
                <c:pt idx="19">
                  <c:v>38687.0499603</c:v>
                </c:pt>
                <c:pt idx="20">
                  <c:v>50299.371803</c:v>
                </c:pt>
                <c:pt idx="21">
                  <c:v>71337.1085797</c:v>
                </c:pt>
                <c:pt idx="22">
                  <c:v>62084.9114583</c:v>
                </c:pt>
                <c:pt idx="23">
                  <c:v>49559.6620733</c:v>
                </c:pt>
                <c:pt idx="24">
                  <c:v>56449.6779551</c:v>
                </c:pt>
                <c:pt idx="25">
                  <c:v>84602.6119383</c:v>
                </c:pt>
                <c:pt idx="26">
                  <c:v>79970.940369</c:v>
                </c:pt>
                <c:pt idx="27">
                  <c:v>69168.7668046</c:v>
                </c:pt>
                <c:pt idx="28">
                  <c:v>96381.0221056</c:v>
                </c:pt>
                <c:pt idx="29">
                  <c:v>72176.2539032</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33.4640833333</c:v>
                </c:pt>
                <c:pt idx="1">
                  <c:v>54.3164444444</c:v>
                </c:pt>
                <c:pt idx="2">
                  <c:v>118.540333333</c:v>
                </c:pt>
                <c:pt idx="3">
                  <c:v>132.321633333</c:v>
                </c:pt>
                <c:pt idx="4">
                  <c:v>183.155222222</c:v>
                </c:pt>
                <c:pt idx="5">
                  <c:v>217.489166667</c:v>
                </c:pt>
                <c:pt idx="6">
                  <c:v>9593.63191667</c:v>
                </c:pt>
                <c:pt idx="7">
                  <c:v>11153.214963</c:v>
                </c:pt>
                <c:pt idx="8">
                  <c:v>5205.41118333</c:v>
                </c:pt>
                <c:pt idx="9">
                  <c:v>11509.5528333</c:v>
                </c:pt>
                <c:pt idx="10">
                  <c:v>11984.6115278</c:v>
                </c:pt>
                <c:pt idx="11">
                  <c:v>13704.2889359</c:v>
                </c:pt>
                <c:pt idx="12">
                  <c:v>17498.7838571</c:v>
                </c:pt>
                <c:pt idx="13">
                  <c:v>26733.1582444</c:v>
                </c:pt>
                <c:pt idx="14">
                  <c:v>27094.0230208</c:v>
                </c:pt>
                <c:pt idx="15">
                  <c:v>25340.7710588</c:v>
                </c:pt>
                <c:pt idx="16">
                  <c:v>25280.6197407</c:v>
                </c:pt>
                <c:pt idx="17">
                  <c:v>26098.8890351</c:v>
                </c:pt>
                <c:pt idx="18">
                  <c:v>60652.5784583</c:v>
                </c:pt>
                <c:pt idx="19">
                  <c:v>42090.5731984</c:v>
                </c:pt>
                <c:pt idx="20">
                  <c:v>46723.2262121</c:v>
                </c:pt>
                <c:pt idx="21">
                  <c:v>47793.3155145</c:v>
                </c:pt>
                <c:pt idx="22">
                  <c:v>57008.5762431</c:v>
                </c:pt>
                <c:pt idx="23">
                  <c:v>41878.8168</c:v>
                </c:pt>
                <c:pt idx="24">
                  <c:v>65082.8817692</c:v>
                </c:pt>
                <c:pt idx="25">
                  <c:v>59388.562963</c:v>
                </c:pt>
                <c:pt idx="26">
                  <c:v>94030.1797024</c:v>
                </c:pt>
                <c:pt idx="27">
                  <c:v>134036.609592</c:v>
                </c:pt>
                <c:pt idx="28">
                  <c:v>85435.5434833</c:v>
                </c:pt>
                <c:pt idx="29">
                  <c:v>106255.385887</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29.383</c:v>
                </c:pt>
                <c:pt idx="1">
                  <c:v>67.3336111111</c:v>
                </c:pt>
                <c:pt idx="2">
                  <c:v>34.5665416667</c:v>
                </c:pt>
                <c:pt idx="3">
                  <c:v>60.0289</c:v>
                </c:pt>
                <c:pt idx="4">
                  <c:v>102.568027778</c:v>
                </c:pt>
                <c:pt idx="5">
                  <c:v>291.645404762</c:v>
                </c:pt>
                <c:pt idx="6">
                  <c:v>1672.22383333</c:v>
                </c:pt>
                <c:pt idx="7">
                  <c:v>1743.97503704</c:v>
                </c:pt>
                <c:pt idx="8">
                  <c:v>4374.4731</c:v>
                </c:pt>
                <c:pt idx="9">
                  <c:v>6108.76942424</c:v>
                </c:pt>
                <c:pt idx="10">
                  <c:v>6920.69713889</c:v>
                </c:pt>
                <c:pt idx="11">
                  <c:v>8672.27417949</c:v>
                </c:pt>
                <c:pt idx="12">
                  <c:v>11110.9637738</c:v>
                </c:pt>
                <c:pt idx="13">
                  <c:v>11163.1135333</c:v>
                </c:pt>
                <c:pt idx="14">
                  <c:v>15114.6017604</c:v>
                </c:pt>
                <c:pt idx="15">
                  <c:v>15266.7187059</c:v>
                </c:pt>
                <c:pt idx="16">
                  <c:v>15988.6847963</c:v>
                </c:pt>
                <c:pt idx="17">
                  <c:v>36379.3412368</c:v>
                </c:pt>
                <c:pt idx="18">
                  <c:v>34354.5907333</c:v>
                </c:pt>
                <c:pt idx="19">
                  <c:v>19422.7665317</c:v>
                </c:pt>
                <c:pt idx="20">
                  <c:v>43253.7631136</c:v>
                </c:pt>
                <c:pt idx="21">
                  <c:v>49598.8781957</c:v>
                </c:pt>
                <c:pt idx="22">
                  <c:v>45380.1030069</c:v>
                </c:pt>
                <c:pt idx="23">
                  <c:v>45601.6543333</c:v>
                </c:pt>
                <c:pt idx="24">
                  <c:v>34412.30825</c:v>
                </c:pt>
                <c:pt idx="25">
                  <c:v>77343.8338642</c:v>
                </c:pt>
                <c:pt idx="26">
                  <c:v>61586.6593333</c:v>
                </c:pt>
                <c:pt idx="27">
                  <c:v>72706.822477</c:v>
                </c:pt>
                <c:pt idx="28">
                  <c:v>96541.1606833</c:v>
                </c:pt>
                <c:pt idx="29">
                  <c:v>131410.477629</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73.80925</c:v>
                </c:pt>
                <c:pt idx="1">
                  <c:v>119.335388889</c:v>
                </c:pt>
                <c:pt idx="2">
                  <c:v>65.1908333333</c:v>
                </c:pt>
                <c:pt idx="3">
                  <c:v>99.5712666667</c:v>
                </c:pt>
                <c:pt idx="4">
                  <c:v>3596.89075</c:v>
                </c:pt>
                <c:pt idx="5">
                  <c:v>7769.3202381</c:v>
                </c:pt>
                <c:pt idx="6">
                  <c:v>9666.74991667</c:v>
                </c:pt>
                <c:pt idx="7">
                  <c:v>5265.96409259</c:v>
                </c:pt>
                <c:pt idx="8">
                  <c:v>10240.9315167</c:v>
                </c:pt>
                <c:pt idx="9">
                  <c:v>6980.71357576</c:v>
                </c:pt>
                <c:pt idx="10">
                  <c:v>12666.3649444</c:v>
                </c:pt>
                <c:pt idx="11">
                  <c:v>29172.2973974</c:v>
                </c:pt>
                <c:pt idx="12">
                  <c:v>22784.3771429</c:v>
                </c:pt>
                <c:pt idx="13">
                  <c:v>24254.5228222</c:v>
                </c:pt>
                <c:pt idx="14">
                  <c:v>30673.5972708</c:v>
                </c:pt>
                <c:pt idx="15">
                  <c:v>22473.2524412</c:v>
                </c:pt>
                <c:pt idx="16">
                  <c:v>28181.2568241</c:v>
                </c:pt>
                <c:pt idx="17">
                  <c:v>53531.4821842</c:v>
                </c:pt>
                <c:pt idx="18">
                  <c:v>66000.9845</c:v>
                </c:pt>
                <c:pt idx="19">
                  <c:v>43970.5409921</c:v>
                </c:pt>
                <c:pt idx="20">
                  <c:v>67220.1301515</c:v>
                </c:pt>
                <c:pt idx="21">
                  <c:v>66544.6375725</c:v>
                </c:pt>
                <c:pt idx="22">
                  <c:v>61228.7817847</c:v>
                </c:pt>
                <c:pt idx="23">
                  <c:v>96053.16434</c:v>
                </c:pt>
                <c:pt idx="24">
                  <c:v>91166.5411667</c:v>
                </c:pt>
                <c:pt idx="25">
                  <c:v>110716.147123</c:v>
                </c:pt>
                <c:pt idx="26">
                  <c:v>134345.083119</c:v>
                </c:pt>
                <c:pt idx="27">
                  <c:v>137638.493477</c:v>
                </c:pt>
                <c:pt idx="28">
                  <c:v>116972.766706</c:v>
                </c:pt>
                <c:pt idx="29">
                  <c:v>144881.240833</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15.9625</c:v>
                </c:pt>
                <c:pt idx="1">
                  <c:v>43.8099444444</c:v>
                </c:pt>
                <c:pt idx="2">
                  <c:v>137.752625</c:v>
                </c:pt>
                <c:pt idx="3">
                  <c:v>99.4958666667</c:v>
                </c:pt>
                <c:pt idx="4">
                  <c:v>74.4630833333</c:v>
                </c:pt>
                <c:pt idx="5">
                  <c:v>1123.73569048</c:v>
                </c:pt>
                <c:pt idx="6">
                  <c:v>2129.9881875</c:v>
                </c:pt>
                <c:pt idx="7">
                  <c:v>4865.54361111</c:v>
                </c:pt>
                <c:pt idx="8">
                  <c:v>3312.07926667</c:v>
                </c:pt>
                <c:pt idx="9">
                  <c:v>5359.92406061</c:v>
                </c:pt>
                <c:pt idx="10">
                  <c:v>6432.01513889</c:v>
                </c:pt>
                <c:pt idx="11">
                  <c:v>16767.8885128</c:v>
                </c:pt>
                <c:pt idx="12">
                  <c:v>15692.1897976</c:v>
                </c:pt>
                <c:pt idx="13">
                  <c:v>12813.6734778</c:v>
                </c:pt>
                <c:pt idx="14">
                  <c:v>18317.8175104</c:v>
                </c:pt>
                <c:pt idx="15">
                  <c:v>17228.9395882</c:v>
                </c:pt>
                <c:pt idx="16">
                  <c:v>22948.5204444</c:v>
                </c:pt>
                <c:pt idx="17">
                  <c:v>38351.8265351</c:v>
                </c:pt>
                <c:pt idx="18">
                  <c:v>51628.5739583</c:v>
                </c:pt>
                <c:pt idx="19">
                  <c:v>36577.5667619</c:v>
                </c:pt>
                <c:pt idx="20">
                  <c:v>39920.3835</c:v>
                </c:pt>
                <c:pt idx="21">
                  <c:v>35163.9151377</c:v>
                </c:pt>
                <c:pt idx="22">
                  <c:v>31714.9381458</c:v>
                </c:pt>
                <c:pt idx="23">
                  <c:v>48135.2383733</c:v>
                </c:pt>
                <c:pt idx="24">
                  <c:v>31794.2432244</c:v>
                </c:pt>
                <c:pt idx="25">
                  <c:v>73148.4398827</c:v>
                </c:pt>
                <c:pt idx="26">
                  <c:v>68284.2154762</c:v>
                </c:pt>
                <c:pt idx="27">
                  <c:v>58831.669477</c:v>
                </c:pt>
                <c:pt idx="28">
                  <c:v>72467.7628278</c:v>
                </c:pt>
                <c:pt idx="29">
                  <c:v>52338.834328</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59.9621666667</c:v>
                </c:pt>
                <c:pt idx="1">
                  <c:v>50.2471666667</c:v>
                </c:pt>
                <c:pt idx="2">
                  <c:v>2114.19041667</c:v>
                </c:pt>
                <c:pt idx="3">
                  <c:v>406.143433333</c:v>
                </c:pt>
                <c:pt idx="4">
                  <c:v>2758.69030556</c:v>
                </c:pt>
                <c:pt idx="5">
                  <c:v>4362.341</c:v>
                </c:pt>
                <c:pt idx="6">
                  <c:v>7630.35658333</c:v>
                </c:pt>
                <c:pt idx="7">
                  <c:v>8024.34418519</c:v>
                </c:pt>
                <c:pt idx="8">
                  <c:v>10998.3478833</c:v>
                </c:pt>
                <c:pt idx="9">
                  <c:v>14344.7279697</c:v>
                </c:pt>
                <c:pt idx="10">
                  <c:v>19263.2515139</c:v>
                </c:pt>
                <c:pt idx="11">
                  <c:v>24348.8924359</c:v>
                </c:pt>
                <c:pt idx="12">
                  <c:v>32567.1002738</c:v>
                </c:pt>
                <c:pt idx="13">
                  <c:v>25327.6297333</c:v>
                </c:pt>
                <c:pt idx="14">
                  <c:v>30968.7922813</c:v>
                </c:pt>
                <c:pt idx="15">
                  <c:v>23460.186049</c:v>
                </c:pt>
                <c:pt idx="16">
                  <c:v>33821.6900833</c:v>
                </c:pt>
                <c:pt idx="17">
                  <c:v>47712.9948596</c:v>
                </c:pt>
                <c:pt idx="18">
                  <c:v>70442.969025</c:v>
                </c:pt>
                <c:pt idx="19">
                  <c:v>51019.4915</c:v>
                </c:pt>
                <c:pt idx="20">
                  <c:v>56393.1068182</c:v>
                </c:pt>
                <c:pt idx="21">
                  <c:v>71776.1556377</c:v>
                </c:pt>
                <c:pt idx="22">
                  <c:v>70861.8177083</c:v>
                </c:pt>
                <c:pt idx="23">
                  <c:v>71488.8432733</c:v>
                </c:pt>
                <c:pt idx="24">
                  <c:v>79500.9884423</c:v>
                </c:pt>
                <c:pt idx="25">
                  <c:v>106395.085519</c:v>
                </c:pt>
                <c:pt idx="26">
                  <c:v>87210.4853274</c:v>
                </c:pt>
                <c:pt idx="27">
                  <c:v>75549.4606264</c:v>
                </c:pt>
                <c:pt idx="28">
                  <c:v>114903.330406</c:v>
                </c:pt>
                <c:pt idx="29">
                  <c:v>84136.0751344</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16.5761666667</c:v>
                </c:pt>
                <c:pt idx="1">
                  <c:v>26.2141111111</c:v>
                </c:pt>
                <c:pt idx="2">
                  <c:v>49.6676666667</c:v>
                </c:pt>
                <c:pt idx="3">
                  <c:v>106.294966667</c:v>
                </c:pt>
                <c:pt idx="4">
                  <c:v>95.5123055556</c:v>
                </c:pt>
                <c:pt idx="5">
                  <c:v>116.104071429</c:v>
                </c:pt>
                <c:pt idx="6">
                  <c:v>4777.75935417</c:v>
                </c:pt>
                <c:pt idx="7">
                  <c:v>4821.3177037</c:v>
                </c:pt>
                <c:pt idx="8">
                  <c:v>4151.59598333</c:v>
                </c:pt>
                <c:pt idx="9">
                  <c:v>6911.17607576</c:v>
                </c:pt>
                <c:pt idx="10">
                  <c:v>9035.19179167</c:v>
                </c:pt>
                <c:pt idx="11">
                  <c:v>11913.494359</c:v>
                </c:pt>
                <c:pt idx="12">
                  <c:v>13909.5966548</c:v>
                </c:pt>
                <c:pt idx="13">
                  <c:v>12778.2763</c:v>
                </c:pt>
                <c:pt idx="14">
                  <c:v>14802.4509271</c:v>
                </c:pt>
                <c:pt idx="15">
                  <c:v>16674.2113922</c:v>
                </c:pt>
                <c:pt idx="16">
                  <c:v>15481.2778056</c:v>
                </c:pt>
                <c:pt idx="17">
                  <c:v>21736.1387368</c:v>
                </c:pt>
                <c:pt idx="18">
                  <c:v>56428.0940833</c:v>
                </c:pt>
                <c:pt idx="19">
                  <c:v>40237.7944206</c:v>
                </c:pt>
                <c:pt idx="20">
                  <c:v>26155.7707955</c:v>
                </c:pt>
                <c:pt idx="21">
                  <c:v>40905.796913</c:v>
                </c:pt>
                <c:pt idx="22">
                  <c:v>38825.0184653</c:v>
                </c:pt>
                <c:pt idx="23">
                  <c:v>41790.85778</c:v>
                </c:pt>
                <c:pt idx="24">
                  <c:v>41498.9833654</c:v>
                </c:pt>
                <c:pt idx="25">
                  <c:v>37062.8487407</c:v>
                </c:pt>
                <c:pt idx="26">
                  <c:v>86282.4913274</c:v>
                </c:pt>
                <c:pt idx="27">
                  <c:v>64174.1433276</c:v>
                </c:pt>
                <c:pt idx="28">
                  <c:v>80261.1490167</c:v>
                </c:pt>
                <c:pt idx="29">
                  <c:v>52111.1511129</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61.2844166667</c:v>
                </c:pt>
                <c:pt idx="1">
                  <c:v>123.338722222</c:v>
                </c:pt>
                <c:pt idx="2">
                  <c:v>697.002625</c:v>
                </c:pt>
                <c:pt idx="3">
                  <c:v>979.624333333</c:v>
                </c:pt>
                <c:pt idx="4">
                  <c:v>185.627583333</c:v>
                </c:pt>
                <c:pt idx="5">
                  <c:v>5397.71164286</c:v>
                </c:pt>
                <c:pt idx="6">
                  <c:v>9941.84547917</c:v>
                </c:pt>
                <c:pt idx="7">
                  <c:v>11734.2782963</c:v>
                </c:pt>
                <c:pt idx="8">
                  <c:v>13808.2900667</c:v>
                </c:pt>
                <c:pt idx="9">
                  <c:v>19697.3386364</c:v>
                </c:pt>
                <c:pt idx="10">
                  <c:v>18123.89575</c:v>
                </c:pt>
                <c:pt idx="11">
                  <c:v>19003.6204103</c:v>
                </c:pt>
                <c:pt idx="12">
                  <c:v>29205.809881</c:v>
                </c:pt>
                <c:pt idx="13">
                  <c:v>35348.1356556</c:v>
                </c:pt>
                <c:pt idx="14">
                  <c:v>27435.9863646</c:v>
                </c:pt>
                <c:pt idx="15">
                  <c:v>38114.133902</c:v>
                </c:pt>
                <c:pt idx="16">
                  <c:v>35067.3706111</c:v>
                </c:pt>
                <c:pt idx="17">
                  <c:v>41652.6692632</c:v>
                </c:pt>
                <c:pt idx="18">
                  <c:v>78668.2768667</c:v>
                </c:pt>
                <c:pt idx="19">
                  <c:v>43347.2783968</c:v>
                </c:pt>
                <c:pt idx="20">
                  <c:v>64984.0443864</c:v>
                </c:pt>
                <c:pt idx="21">
                  <c:v>57895.5547826</c:v>
                </c:pt>
                <c:pt idx="22">
                  <c:v>58131.0168333</c:v>
                </c:pt>
                <c:pt idx="23">
                  <c:v>53151.7139133</c:v>
                </c:pt>
                <c:pt idx="24">
                  <c:v>76575.8815192</c:v>
                </c:pt>
                <c:pt idx="25">
                  <c:v>62827.9182099</c:v>
                </c:pt>
                <c:pt idx="26">
                  <c:v>155261.162786</c:v>
                </c:pt>
                <c:pt idx="27">
                  <c:v>148393.333546</c:v>
                </c:pt>
                <c:pt idx="28">
                  <c:v>98496.6653111</c:v>
                </c:pt>
                <c:pt idx="29">
                  <c:v>109878.069742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Grid: Alert-response round trip</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Data'!$B$2:$B$31</c:f>
              <c:numCache>
                <c:formatCode>0.000</c:formatCode>
                <c:ptCount val="30"/>
                <c:pt idx="0">
                  <c:v>247.8024375</c:v>
                </c:pt>
                <c:pt idx="1">
                  <c:v>1616.93608333</c:v>
                </c:pt>
                <c:pt idx="2">
                  <c:v>3014.18690625</c:v>
                </c:pt>
                <c:pt idx="3">
                  <c:v>1490.2365</c:v>
                </c:pt>
                <c:pt idx="4">
                  <c:v>3832.685025</c:v>
                </c:pt>
                <c:pt idx="5">
                  <c:v>7321.16529167</c:v>
                </c:pt>
                <c:pt idx="6">
                  <c:v>11410.9476071</c:v>
                </c:pt>
                <c:pt idx="7">
                  <c:v>14924.3279167</c:v>
                </c:pt>
                <c:pt idx="8">
                  <c:v>14931.3316719</c:v>
                </c:pt>
                <c:pt idx="9">
                  <c:v>19483.2951111</c:v>
                </c:pt>
                <c:pt idx="10">
                  <c:v>28830.79515</c:v>
                </c:pt>
                <c:pt idx="11">
                  <c:v>32831.1300714</c:v>
                </c:pt>
                <c:pt idx="12">
                  <c:v>21981.7716818</c:v>
                </c:pt>
                <c:pt idx="13">
                  <c:v>29536.5072917</c:v>
                </c:pt>
                <c:pt idx="14">
                  <c:v>27342.10496</c:v>
                </c:pt>
                <c:pt idx="15">
                  <c:v>44268.3447404</c:v>
                </c:pt>
                <c:pt idx="16">
                  <c:v>39009.4260093</c:v>
                </c:pt>
                <c:pt idx="17">
                  <c:v>63262.8666161</c:v>
                </c:pt>
                <c:pt idx="18">
                  <c:v>67634.5840333</c:v>
                </c:pt>
                <c:pt idx="19">
                  <c:v>80030.7546797</c:v>
                </c:pt>
                <c:pt idx="20">
                  <c:v>91810.7655758</c:v>
                </c:pt>
                <c:pt idx="21">
                  <c:v>74769.8176691</c:v>
                </c:pt>
                <c:pt idx="22">
                  <c:v>54064.6114571</c:v>
                </c:pt>
                <c:pt idx="23">
                  <c:v>72840.1136944</c:v>
                </c:pt>
                <c:pt idx="24">
                  <c:v>74101.3723269</c:v>
                </c:pt>
                <c:pt idx="25">
                  <c:v>110652.241194</c:v>
                </c:pt>
                <c:pt idx="26">
                  <c:v>123227.726131</c:v>
                </c:pt>
                <c:pt idx="27">
                  <c:v>110764.980392</c:v>
                </c:pt>
                <c:pt idx="28">
                  <c:v>160249.987972</c:v>
                </c:pt>
                <c:pt idx="29">
                  <c:v>135030.163068</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Data'!$D$2:$D$31</c:f>
              <c:numCache>
                <c:formatCode>0.000</c:formatCode>
                <c:ptCount val="30"/>
                <c:pt idx="0">
                  <c:v>204.9946875</c:v>
                </c:pt>
                <c:pt idx="1">
                  <c:v>392.374416667</c:v>
                </c:pt>
                <c:pt idx="2">
                  <c:v>2726.804375</c:v>
                </c:pt>
                <c:pt idx="3">
                  <c:v>6223.3485</c:v>
                </c:pt>
                <c:pt idx="4">
                  <c:v>7807.549175</c:v>
                </c:pt>
                <c:pt idx="5">
                  <c:v>8763.46445833</c:v>
                </c:pt>
                <c:pt idx="6">
                  <c:v>17708.5998571</c:v>
                </c:pt>
                <c:pt idx="7">
                  <c:v>17620.1036833</c:v>
                </c:pt>
                <c:pt idx="8">
                  <c:v>11353.9084687</c:v>
                </c:pt>
                <c:pt idx="9">
                  <c:v>36753.8503889</c:v>
                </c:pt>
                <c:pt idx="10">
                  <c:v>19821.8381125</c:v>
                </c:pt>
                <c:pt idx="11">
                  <c:v>22698.7147262</c:v>
                </c:pt>
                <c:pt idx="12">
                  <c:v>25688.4083409</c:v>
                </c:pt>
                <c:pt idx="13">
                  <c:v>58645.4097188</c:v>
                </c:pt>
                <c:pt idx="14">
                  <c:v>50838.38987</c:v>
                </c:pt>
                <c:pt idx="15">
                  <c:v>35538.3250192</c:v>
                </c:pt>
                <c:pt idx="16">
                  <c:v>58632.333287</c:v>
                </c:pt>
                <c:pt idx="17">
                  <c:v>83485.8923393</c:v>
                </c:pt>
                <c:pt idx="18">
                  <c:v>37436.7303833</c:v>
                </c:pt>
                <c:pt idx="19">
                  <c:v>49317.7302578</c:v>
                </c:pt>
                <c:pt idx="20">
                  <c:v>38020.5259773</c:v>
                </c:pt>
                <c:pt idx="21">
                  <c:v>74370.0048824</c:v>
                </c:pt>
                <c:pt idx="22">
                  <c:v>82907.3377214</c:v>
                </c:pt>
                <c:pt idx="23">
                  <c:v>42562.8958611</c:v>
                </c:pt>
                <c:pt idx="24">
                  <c:v>38324.9053397</c:v>
                </c:pt>
                <c:pt idx="25">
                  <c:v>65237.0305813</c:v>
                </c:pt>
                <c:pt idx="26">
                  <c:v>142644.481946</c:v>
                </c:pt>
                <c:pt idx="27">
                  <c:v>102081.952983</c:v>
                </c:pt>
                <c:pt idx="28">
                  <c:v>113050.838522</c:v>
                </c:pt>
                <c:pt idx="29">
                  <c:v>71079.7142812</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Data'!$F$2:$F$31</c:f>
              <c:numCache>
                <c:formatCode>0.000</c:formatCode>
                <c:ptCount val="30"/>
                <c:pt idx="0">
                  <c:v>256.1493125</c:v>
                </c:pt>
                <c:pt idx="1">
                  <c:v>686.184541667</c:v>
                </c:pt>
                <c:pt idx="2">
                  <c:v>5884.19940625</c:v>
                </c:pt>
                <c:pt idx="3">
                  <c:v>4346.91430556</c:v>
                </c:pt>
                <c:pt idx="4">
                  <c:v>6253.396375</c:v>
                </c:pt>
                <c:pt idx="5">
                  <c:v>9162.2981875</c:v>
                </c:pt>
                <c:pt idx="6">
                  <c:v>18924.87975</c:v>
                </c:pt>
                <c:pt idx="7">
                  <c:v>15033.5369</c:v>
                </c:pt>
                <c:pt idx="8">
                  <c:v>27741.9175469</c:v>
                </c:pt>
                <c:pt idx="9">
                  <c:v>22630.873125</c:v>
                </c:pt>
                <c:pt idx="10">
                  <c:v>41674.447</c:v>
                </c:pt>
                <c:pt idx="11">
                  <c:v>39583.2057857</c:v>
                </c:pt>
                <c:pt idx="12">
                  <c:v>33536.6637727</c:v>
                </c:pt>
                <c:pt idx="13">
                  <c:v>32427.5334896</c:v>
                </c:pt>
                <c:pt idx="14">
                  <c:v>27898.3737</c:v>
                </c:pt>
                <c:pt idx="15">
                  <c:v>50368.8051154</c:v>
                </c:pt>
                <c:pt idx="16">
                  <c:v>38745.8665741</c:v>
                </c:pt>
                <c:pt idx="17">
                  <c:v>53550.9930982</c:v>
                </c:pt>
                <c:pt idx="18">
                  <c:v>32100.28915</c:v>
                </c:pt>
                <c:pt idx="19">
                  <c:v>43438.8579453</c:v>
                </c:pt>
                <c:pt idx="20">
                  <c:v>64906.9848712</c:v>
                </c:pt>
                <c:pt idx="21">
                  <c:v>40391.7795294</c:v>
                </c:pt>
                <c:pt idx="22">
                  <c:v>79402.7921786</c:v>
                </c:pt>
                <c:pt idx="23">
                  <c:v>53875.0380625</c:v>
                </c:pt>
                <c:pt idx="24">
                  <c:v>60025.9934231</c:v>
                </c:pt>
                <c:pt idx="25">
                  <c:v>59458.7967188</c:v>
                </c:pt>
                <c:pt idx="26">
                  <c:v>76863.4391012</c:v>
                </c:pt>
                <c:pt idx="27">
                  <c:v>79424.8132784</c:v>
                </c:pt>
                <c:pt idx="28">
                  <c:v>89468.2648889</c:v>
                </c:pt>
                <c:pt idx="29">
                  <c:v>115419.552094</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Data'!$H$2:$H$31</c:f>
              <c:numCache>
                <c:formatCode>0.000</c:formatCode>
                <c:ptCount val="30"/>
                <c:pt idx="0">
                  <c:v>247.0375625</c:v>
                </c:pt>
                <c:pt idx="1">
                  <c:v>1067.257375</c:v>
                </c:pt>
                <c:pt idx="2">
                  <c:v>1684.90903125</c:v>
                </c:pt>
                <c:pt idx="3">
                  <c:v>1445.24097222</c:v>
                </c:pt>
                <c:pt idx="4">
                  <c:v>2176.928975</c:v>
                </c:pt>
                <c:pt idx="5">
                  <c:v>5899.32789583</c:v>
                </c:pt>
                <c:pt idx="6">
                  <c:v>7400.347625</c:v>
                </c:pt>
                <c:pt idx="7">
                  <c:v>14848.4584667</c:v>
                </c:pt>
                <c:pt idx="8">
                  <c:v>11564.3389219</c:v>
                </c:pt>
                <c:pt idx="9">
                  <c:v>13919.9130278</c:v>
                </c:pt>
                <c:pt idx="10">
                  <c:v>22051.911625</c:v>
                </c:pt>
                <c:pt idx="11">
                  <c:v>29456.7849762</c:v>
                </c:pt>
                <c:pt idx="12">
                  <c:v>14452.3024886</c:v>
                </c:pt>
                <c:pt idx="13">
                  <c:v>26981.0689583</c:v>
                </c:pt>
                <c:pt idx="14">
                  <c:v>18293.24243</c:v>
                </c:pt>
                <c:pt idx="15">
                  <c:v>29862.400625</c:v>
                </c:pt>
                <c:pt idx="16">
                  <c:v>24680.642037</c:v>
                </c:pt>
                <c:pt idx="17">
                  <c:v>29907.1197679</c:v>
                </c:pt>
                <c:pt idx="18">
                  <c:v>30628.720175</c:v>
                </c:pt>
                <c:pt idx="19">
                  <c:v>41446.6330156</c:v>
                </c:pt>
                <c:pt idx="20">
                  <c:v>77018.080197</c:v>
                </c:pt>
                <c:pt idx="21">
                  <c:v>57303.9590735</c:v>
                </c:pt>
                <c:pt idx="22">
                  <c:v>53794.1164143</c:v>
                </c:pt>
                <c:pt idx="23">
                  <c:v>62311.3206042</c:v>
                </c:pt>
                <c:pt idx="24">
                  <c:v>46215.4384231</c:v>
                </c:pt>
                <c:pt idx="25">
                  <c:v>49919.4641875</c:v>
                </c:pt>
                <c:pt idx="26">
                  <c:v>80215.6825833</c:v>
                </c:pt>
                <c:pt idx="27">
                  <c:v>96765.205625</c:v>
                </c:pt>
                <c:pt idx="28">
                  <c:v>57840.0408444</c:v>
                </c:pt>
                <c:pt idx="29">
                  <c:v>84738.9869375</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Data'!$J$2:$J$31</c:f>
              <c:numCache>
                <c:formatCode>0.000</c:formatCode>
                <c:ptCount val="30"/>
                <c:pt idx="0">
                  <c:v>2144.6084375</c:v>
                </c:pt>
                <c:pt idx="1">
                  <c:v>4544.08483333</c:v>
                </c:pt>
                <c:pt idx="2">
                  <c:v>24729.199375</c:v>
                </c:pt>
                <c:pt idx="3">
                  <c:v>3081.44797222</c:v>
                </c:pt>
                <c:pt idx="4">
                  <c:v>11877.844925</c:v>
                </c:pt>
                <c:pt idx="5">
                  <c:v>26313.8103125</c:v>
                </c:pt>
                <c:pt idx="6">
                  <c:v>25859.5412857</c:v>
                </c:pt>
                <c:pt idx="7">
                  <c:v>16276.2431167</c:v>
                </c:pt>
                <c:pt idx="8">
                  <c:v>15746.1679531</c:v>
                </c:pt>
                <c:pt idx="9">
                  <c:v>19860.9312083</c:v>
                </c:pt>
                <c:pt idx="10">
                  <c:v>29239.915775</c:v>
                </c:pt>
                <c:pt idx="11">
                  <c:v>39290.5317738</c:v>
                </c:pt>
                <c:pt idx="12">
                  <c:v>28584.2345682</c:v>
                </c:pt>
                <c:pt idx="13">
                  <c:v>52572.8622604</c:v>
                </c:pt>
                <c:pt idx="14">
                  <c:v>90617.11278</c:v>
                </c:pt>
                <c:pt idx="15">
                  <c:v>44972.1352019</c:v>
                </c:pt>
                <c:pt idx="16">
                  <c:v>73788.0517222</c:v>
                </c:pt>
                <c:pt idx="17">
                  <c:v>106460.903741</c:v>
                </c:pt>
                <c:pt idx="18">
                  <c:v>122333.813125</c:v>
                </c:pt>
                <c:pt idx="19">
                  <c:v>84514.7877187</c:v>
                </c:pt>
                <c:pt idx="20">
                  <c:v>92226.7492955</c:v>
                </c:pt>
                <c:pt idx="21">
                  <c:v>76489.3694926</c:v>
                </c:pt>
                <c:pt idx="22">
                  <c:v>110237.385279</c:v>
                </c:pt>
                <c:pt idx="23">
                  <c:v>102226.552576</c:v>
                </c:pt>
                <c:pt idx="24">
                  <c:v>91449.1099295</c:v>
                </c:pt>
                <c:pt idx="25">
                  <c:v>128929.553956</c:v>
                </c:pt>
                <c:pt idx="26">
                  <c:v>153956.286458</c:v>
                </c:pt>
                <c:pt idx="27">
                  <c:v>144526.274148</c:v>
                </c:pt>
                <c:pt idx="28">
                  <c:v>161452.912628</c:v>
                </c:pt>
                <c:pt idx="29">
                  <c:v>184782.31251</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Data'!$L$2:$L$31</c:f>
              <c:numCache>
                <c:formatCode>0.000</c:formatCode>
                <c:ptCount val="30"/>
                <c:pt idx="0">
                  <c:v>192.2958125</c:v>
                </c:pt>
                <c:pt idx="1">
                  <c:v>317.405208333</c:v>
                </c:pt>
                <c:pt idx="2">
                  <c:v>1325.19121875</c:v>
                </c:pt>
                <c:pt idx="3">
                  <c:v>4568.0145</c:v>
                </c:pt>
                <c:pt idx="4">
                  <c:v>5288.0436</c:v>
                </c:pt>
                <c:pt idx="5">
                  <c:v>8234.20466667</c:v>
                </c:pt>
                <c:pt idx="6">
                  <c:v>12136.8999107</c:v>
                </c:pt>
                <c:pt idx="7">
                  <c:v>11534.6511833</c:v>
                </c:pt>
                <c:pt idx="8">
                  <c:v>10644.672375</c:v>
                </c:pt>
                <c:pt idx="9">
                  <c:v>14585.8470694</c:v>
                </c:pt>
                <c:pt idx="10">
                  <c:v>14298.8158375</c:v>
                </c:pt>
                <c:pt idx="11">
                  <c:v>19106.816631</c:v>
                </c:pt>
                <c:pt idx="12">
                  <c:v>17143.0150114</c:v>
                </c:pt>
                <c:pt idx="13">
                  <c:v>55154.7383437</c:v>
                </c:pt>
                <c:pt idx="14">
                  <c:v>42999.90193</c:v>
                </c:pt>
                <c:pt idx="15">
                  <c:v>29594.3114038</c:v>
                </c:pt>
                <c:pt idx="16">
                  <c:v>30722.043537</c:v>
                </c:pt>
                <c:pt idx="17">
                  <c:v>26892.0882054</c:v>
                </c:pt>
                <c:pt idx="18">
                  <c:v>27571.3163333</c:v>
                </c:pt>
                <c:pt idx="19">
                  <c:v>41499.2928594</c:v>
                </c:pt>
                <c:pt idx="20">
                  <c:v>34836.215197</c:v>
                </c:pt>
                <c:pt idx="21">
                  <c:v>66107.4413824</c:v>
                </c:pt>
                <c:pt idx="22">
                  <c:v>44454.2203643</c:v>
                </c:pt>
                <c:pt idx="23">
                  <c:v>35335.6554931</c:v>
                </c:pt>
                <c:pt idx="24">
                  <c:v>31119.443391</c:v>
                </c:pt>
                <c:pt idx="25">
                  <c:v>58577.8118688</c:v>
                </c:pt>
                <c:pt idx="26">
                  <c:v>39450.6272976</c:v>
                </c:pt>
                <c:pt idx="27">
                  <c:v>60684.0508864</c:v>
                </c:pt>
                <c:pt idx="28">
                  <c:v>58302.6774222</c:v>
                </c:pt>
                <c:pt idx="29">
                  <c:v>62066.2096875</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Data'!$N$2:$N$31</c:f>
              <c:numCache>
                <c:formatCode>0.000</c:formatCode>
                <c:ptCount val="30"/>
                <c:pt idx="0">
                  <c:v>223.2689375</c:v>
                </c:pt>
                <c:pt idx="1">
                  <c:v>3688.95829167</c:v>
                </c:pt>
                <c:pt idx="2">
                  <c:v>5638.47153125</c:v>
                </c:pt>
                <c:pt idx="3">
                  <c:v>13158.3604167</c:v>
                </c:pt>
                <c:pt idx="4">
                  <c:v>14090.1955</c:v>
                </c:pt>
                <c:pt idx="5">
                  <c:v>12280.4997917</c:v>
                </c:pt>
                <c:pt idx="6">
                  <c:v>17795.3215357</c:v>
                </c:pt>
                <c:pt idx="7">
                  <c:v>19395.5290833</c:v>
                </c:pt>
                <c:pt idx="8">
                  <c:v>23234.2983281</c:v>
                </c:pt>
                <c:pt idx="9">
                  <c:v>43951.3842083</c:v>
                </c:pt>
                <c:pt idx="10">
                  <c:v>24212.5418875</c:v>
                </c:pt>
                <c:pt idx="11">
                  <c:v>23905.2274286</c:v>
                </c:pt>
                <c:pt idx="12">
                  <c:v>45459.6609205</c:v>
                </c:pt>
                <c:pt idx="13">
                  <c:v>66944.8865625</c:v>
                </c:pt>
                <c:pt idx="14">
                  <c:v>56850.59776</c:v>
                </c:pt>
                <c:pt idx="15">
                  <c:v>40451.872625</c:v>
                </c:pt>
                <c:pt idx="16">
                  <c:v>63418.4303611</c:v>
                </c:pt>
                <c:pt idx="17">
                  <c:v>96779.0305357</c:v>
                </c:pt>
                <c:pt idx="18">
                  <c:v>45817.07715</c:v>
                </c:pt>
                <c:pt idx="19">
                  <c:v>73909.8593984</c:v>
                </c:pt>
                <c:pt idx="20">
                  <c:v>92467.7051288</c:v>
                </c:pt>
                <c:pt idx="21">
                  <c:v>84107.0647353</c:v>
                </c:pt>
                <c:pt idx="22">
                  <c:v>92007.4457</c:v>
                </c:pt>
                <c:pt idx="23">
                  <c:v>58046.5848264</c:v>
                </c:pt>
                <c:pt idx="24">
                  <c:v>93534.0808526</c:v>
                </c:pt>
                <c:pt idx="25">
                  <c:v>141999.0006</c:v>
                </c:pt>
                <c:pt idx="26">
                  <c:v>160656.853905</c:v>
                </c:pt>
                <c:pt idx="27">
                  <c:v>146841.722562</c:v>
                </c:pt>
                <c:pt idx="28">
                  <c:v>149891.182256</c:v>
                </c:pt>
                <c:pt idx="29">
                  <c:v>160878.036625</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Data'!$P$2:$P$31</c:f>
              <c:numCache>
                <c:formatCode>0.000</c:formatCode>
                <c:ptCount val="30"/>
                <c:pt idx="0">
                  <c:v>213.630625</c:v>
                </c:pt>
                <c:pt idx="1">
                  <c:v>271.26675</c:v>
                </c:pt>
                <c:pt idx="2">
                  <c:v>2541.623</c:v>
                </c:pt>
                <c:pt idx="3">
                  <c:v>4192.23963889</c:v>
                </c:pt>
                <c:pt idx="4">
                  <c:v>2003.420725</c:v>
                </c:pt>
                <c:pt idx="5">
                  <c:v>7182.7831875</c:v>
                </c:pt>
                <c:pt idx="6">
                  <c:v>16759.498</c:v>
                </c:pt>
                <c:pt idx="7">
                  <c:v>10136.449</c:v>
                </c:pt>
                <c:pt idx="8">
                  <c:v>12223.7127187</c:v>
                </c:pt>
                <c:pt idx="9">
                  <c:v>10263.2188194</c:v>
                </c:pt>
                <c:pt idx="10">
                  <c:v>32709.5509375</c:v>
                </c:pt>
                <c:pt idx="11">
                  <c:v>17095.1930119</c:v>
                </c:pt>
                <c:pt idx="12">
                  <c:v>29625.9189886</c:v>
                </c:pt>
                <c:pt idx="13">
                  <c:v>30960.3813542</c:v>
                </c:pt>
                <c:pt idx="14">
                  <c:v>23609.2058</c:v>
                </c:pt>
                <c:pt idx="15">
                  <c:v>27273.4320577</c:v>
                </c:pt>
                <c:pt idx="16">
                  <c:v>27786.3081667</c:v>
                </c:pt>
                <c:pt idx="17">
                  <c:v>27358.128125</c:v>
                </c:pt>
                <c:pt idx="18">
                  <c:v>29858.83295</c:v>
                </c:pt>
                <c:pt idx="19">
                  <c:v>39466.1759453</c:v>
                </c:pt>
                <c:pt idx="20">
                  <c:v>42156.0235303</c:v>
                </c:pt>
                <c:pt idx="21">
                  <c:v>39567.693625</c:v>
                </c:pt>
                <c:pt idx="22">
                  <c:v>46441.1200786</c:v>
                </c:pt>
                <c:pt idx="23">
                  <c:v>37837.509625</c:v>
                </c:pt>
                <c:pt idx="24">
                  <c:v>47831.9460385</c:v>
                </c:pt>
                <c:pt idx="25">
                  <c:v>31616.3532625</c:v>
                </c:pt>
                <c:pt idx="26">
                  <c:v>54163.8726726</c:v>
                </c:pt>
                <c:pt idx="27">
                  <c:v>56071.1706477</c:v>
                </c:pt>
                <c:pt idx="28">
                  <c:v>75851.6896611</c:v>
                </c:pt>
                <c:pt idx="29">
                  <c:v>104079.203057</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4</c:v>
                </c:pt>
                <c:pt idx="1">
                  <c:v>6</c:v>
                </c:pt>
                <c:pt idx="2">
                  <c:v>8</c:v>
                </c:pt>
                <c:pt idx="3">
                  <c:v>9</c:v>
                </c:pt>
                <c:pt idx="4">
                  <c:v>10</c:v>
                </c:pt>
                <c:pt idx="5">
                  <c:v>12</c:v>
                </c:pt>
                <c:pt idx="6">
                  <c:v>14</c:v>
                </c:pt>
                <c:pt idx="7">
                  <c:v>15</c:v>
                </c:pt>
                <c:pt idx="8">
                  <c:v>16</c:v>
                </c:pt>
                <c:pt idx="9">
                  <c:v>18</c:v>
                </c:pt>
                <c:pt idx="10">
                  <c:v>20</c:v>
                </c:pt>
                <c:pt idx="11">
                  <c:v>21</c:v>
                </c:pt>
                <c:pt idx="12">
                  <c:v>22</c:v>
                </c:pt>
                <c:pt idx="13">
                  <c:v>24</c:v>
                </c:pt>
                <c:pt idx="14">
                  <c:v>25</c:v>
                </c:pt>
                <c:pt idx="15">
                  <c:v>26</c:v>
                </c:pt>
                <c:pt idx="16">
                  <c:v>27</c:v>
                </c:pt>
                <c:pt idx="17">
                  <c:v>28</c:v>
                </c:pt>
                <c:pt idx="18">
                  <c:v>30</c:v>
                </c:pt>
                <c:pt idx="19">
                  <c:v>32</c:v>
                </c:pt>
                <c:pt idx="20">
                  <c:v>33</c:v>
                </c:pt>
                <c:pt idx="21">
                  <c:v>34</c:v>
                </c:pt>
                <c:pt idx="22">
                  <c:v>35</c:v>
                </c:pt>
                <c:pt idx="23">
                  <c:v>36</c:v>
                </c:pt>
                <c:pt idx="24">
                  <c:v>39</c:v>
                </c:pt>
                <c:pt idx="25">
                  <c:v>40</c:v>
                </c:pt>
                <c:pt idx="26">
                  <c:v>42</c:v>
                </c:pt>
                <c:pt idx="27">
                  <c:v>44</c:v>
                </c:pt>
                <c:pt idx="28">
                  <c:v>45</c:v>
                </c:pt>
                <c:pt idx="29">
                  <c:v>48</c:v>
                </c:pt>
              </c:numCache>
            </c:numRef>
          </c:xVal>
          <c:yVal>
            <c:numRef>
              <c:f>'Chart Data'!$R$2:$R$31</c:f>
              <c:numCache>
                <c:formatCode>0.000</c:formatCode>
                <c:ptCount val="30"/>
                <c:pt idx="0">
                  <c:v>259.222875</c:v>
                </c:pt>
                <c:pt idx="1">
                  <c:v>4342.51991667</c:v>
                </c:pt>
                <c:pt idx="2">
                  <c:v>11787.0605</c:v>
                </c:pt>
                <c:pt idx="3">
                  <c:v>7883.47875</c:v>
                </c:pt>
                <c:pt idx="4">
                  <c:v>22213.850175</c:v>
                </c:pt>
                <c:pt idx="5">
                  <c:v>20361.6171875</c:v>
                </c:pt>
                <c:pt idx="6">
                  <c:v>20177.5990536</c:v>
                </c:pt>
                <c:pt idx="7">
                  <c:v>24297.3624333</c:v>
                </c:pt>
                <c:pt idx="8">
                  <c:v>31831.082625</c:v>
                </c:pt>
                <c:pt idx="9">
                  <c:v>28204.3000417</c:v>
                </c:pt>
                <c:pt idx="10">
                  <c:v>41992.4523375</c:v>
                </c:pt>
                <c:pt idx="11">
                  <c:v>43402.9056667</c:v>
                </c:pt>
                <c:pt idx="12">
                  <c:v>34861.9155568</c:v>
                </c:pt>
                <c:pt idx="13">
                  <c:v>53385.4461458</c:v>
                </c:pt>
                <c:pt idx="14">
                  <c:v>77825.42349</c:v>
                </c:pt>
                <c:pt idx="15">
                  <c:v>63964.9588077</c:v>
                </c:pt>
                <c:pt idx="16">
                  <c:v>57819.1902037</c:v>
                </c:pt>
                <c:pt idx="17">
                  <c:v>83135.9387321</c:v>
                </c:pt>
                <c:pt idx="18">
                  <c:v>38694.8973833</c:v>
                </c:pt>
                <c:pt idx="19">
                  <c:v>55264.1856875</c:v>
                </c:pt>
                <c:pt idx="20">
                  <c:v>107896.440689</c:v>
                </c:pt>
                <c:pt idx="21">
                  <c:v>67753.2618235</c:v>
                </c:pt>
                <c:pt idx="22">
                  <c:v>118735.155164</c:v>
                </c:pt>
                <c:pt idx="23">
                  <c:v>58948.4313889</c:v>
                </c:pt>
                <c:pt idx="24">
                  <c:v>93366.8415321</c:v>
                </c:pt>
                <c:pt idx="25">
                  <c:v>74016.776775</c:v>
                </c:pt>
                <c:pt idx="26">
                  <c:v>134303.536161</c:v>
                </c:pt>
                <c:pt idx="27">
                  <c:v>91706.5299886</c:v>
                </c:pt>
                <c:pt idx="28">
                  <c:v>91648.2086056</c:v>
                </c:pt>
                <c:pt idx="29">
                  <c:v>120419.586687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b="0">
                <a:solidFill>
                  <a:srgbClr val="122B40"/>
                </a:solidFill>
                <a:latin typeface="Arial"/>
                <a:ea typeface="Arial"/>
                <a:cs typeface="Arial"/>
              </a:rPr>
              <a:t>Line: Alert-response round trip</a:t>
            </a:r>
          </a:p>
        </c:rich>
      </c:tx>
      <c:overlay val="0"/>
      <c:txPr>
        <a:bodyPr xmlns:a="http://schemas.openxmlformats.org/drawingml/2006/main" anchorCtr="1"/>
        <a:lstStyle xmlns:a="http://schemas.openxmlformats.org/drawingml/2006/main"/>
        <a:p xmlns:a="http://schemas.openxmlformats.org/drawingml/2006/main">
          <a:pPr>
            <a:defRPr sz="975" b="0">
              <a:solidFill>
                <a:srgbClr val="122B40"/>
              </a:solidFill>
              <a:latin typeface="Arial"/>
              <a:ea typeface="Arial"/>
              <a:cs typeface="Arial"/>
            </a:defRPr>
          </a:pPr>
        </a:p>
      </c:txPr>
    </c:title>
    <c:plotArea>
      <c:scatterChart>
        <c:scatterStyle val="line"/>
        <c:varyColors val="0"/>
        <c:ser>
          <c:idx val="0"/>
          <c:order val="0"/>
          <c:tx>
            <c:v>V0</c:v>
          </c:tx>
          <c:spPr>
            <a:ln xmlns:a="http://schemas.openxmlformats.org/drawingml/2006/main" w="17145">
              <a:solidFill>
                <a:srgbClr val="667085"/>
              </a:solidFill>
            </a:ln>
          </c:spPr>
          <c:marker>
            <c:symbol val="none"/>
          </c:marker>
          <c:xVal>
            <c:numRef>
              <c:f>'Chart Data'!$A$2:$A$31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Data'!$B$2:$B$31</c:f>
              <c:numCache>
                <c:formatCode>0.000</c:formatCode>
                <c:ptCount val="30"/>
                <c:pt idx="0">
                  <c:v>27.9925</c:v>
                </c:pt>
                <c:pt idx="1">
                  <c:v>51.3823333333</c:v>
                </c:pt>
                <c:pt idx="2">
                  <c:v>283.22475</c:v>
                </c:pt>
                <c:pt idx="3">
                  <c:v>213.02645</c:v>
                </c:pt>
                <c:pt idx="4">
                  <c:v>547.943791667</c:v>
                </c:pt>
                <c:pt idx="5">
                  <c:v>832.161714286</c:v>
                </c:pt>
                <c:pt idx="6">
                  <c:v>3436.95334375</c:v>
                </c:pt>
                <c:pt idx="7">
                  <c:v>2866.26108333</c:v>
                </c:pt>
                <c:pt idx="8">
                  <c:v>8174.082925</c:v>
                </c:pt>
                <c:pt idx="9">
                  <c:v>3368.87904545</c:v>
                </c:pt>
                <c:pt idx="10">
                  <c:v>5445.7135</c:v>
                </c:pt>
                <c:pt idx="11">
                  <c:v>33185.7375577</c:v>
                </c:pt>
                <c:pt idx="12">
                  <c:v>12316.8817143</c:v>
                </c:pt>
                <c:pt idx="13">
                  <c:v>26739.7758333</c:v>
                </c:pt>
                <c:pt idx="14">
                  <c:v>24972.0722969</c:v>
                </c:pt>
                <c:pt idx="15">
                  <c:v>31914.6085294</c:v>
                </c:pt>
                <c:pt idx="16">
                  <c:v>24711.4687083</c:v>
                </c:pt>
                <c:pt idx="17">
                  <c:v>58025.5456184</c:v>
                </c:pt>
                <c:pt idx="18">
                  <c:v>70402.7881375</c:v>
                </c:pt>
                <c:pt idx="19">
                  <c:v>32559.6031429</c:v>
                </c:pt>
                <c:pt idx="20">
                  <c:v>62063.2597159</c:v>
                </c:pt>
                <c:pt idx="21">
                  <c:v>85646.8386957</c:v>
                </c:pt>
                <c:pt idx="22">
                  <c:v>87975.6189688</c:v>
                </c:pt>
                <c:pt idx="23">
                  <c:v>60966.89655</c:v>
                </c:pt>
                <c:pt idx="24">
                  <c:v>81056.7456538</c:v>
                </c:pt>
                <c:pt idx="25">
                  <c:v>132642.241204</c:v>
                </c:pt>
                <c:pt idx="26">
                  <c:v>93133.3795893</c:v>
                </c:pt>
                <c:pt idx="27">
                  <c:v>92936.4987414</c:v>
                </c:pt>
                <c:pt idx="28">
                  <c:v>116148.494475</c:v>
                </c:pt>
                <c:pt idx="29">
                  <c:v>188258.910516</c:v>
                </c:pt>
              </c:numCache>
            </c:numRef>
          </c:yVal>
          <c:smooth val="0"/>
        </c:ser>
        <c:ser>
          <c:idx val="1"/>
          <c:order val="1"/>
          <c:tx>
            <c:v>V1</c:v>
          </c:tx>
          <c:spPr>
            <a:ln xmlns:a="http://schemas.openxmlformats.org/drawingml/2006/main" w="17145">
              <a:solidFill>
                <a:srgbClr val="117C91"/>
              </a:solidFill>
            </a:ln>
          </c:spPr>
          <c:marker>
            <c:symbol val="none"/>
          </c:marker>
          <c:xVal>
            <c:numRef>
              <c:f>'Chart Data'!$C$2:$C$31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Data'!$D$2:$D$31</c:f>
              <c:numCache>
                <c:formatCode>0.000</c:formatCode>
                <c:ptCount val="30"/>
                <c:pt idx="0">
                  <c:v>32.9365</c:v>
                </c:pt>
                <c:pt idx="1">
                  <c:v>31.0205</c:v>
                </c:pt>
                <c:pt idx="2">
                  <c:v>1025.3988125</c:v>
                </c:pt>
                <c:pt idx="3">
                  <c:v>290.0381</c:v>
                </c:pt>
                <c:pt idx="4">
                  <c:v>395.104833333</c:v>
                </c:pt>
                <c:pt idx="5">
                  <c:v>1674.20085714</c:v>
                </c:pt>
                <c:pt idx="6">
                  <c:v>6517.63065625</c:v>
                </c:pt>
                <c:pt idx="7">
                  <c:v>11604.8731944</c:v>
                </c:pt>
                <c:pt idx="8">
                  <c:v>15386.77675</c:v>
                </c:pt>
                <c:pt idx="9">
                  <c:v>6524.27454545</c:v>
                </c:pt>
                <c:pt idx="10">
                  <c:v>16059.5972917</c:v>
                </c:pt>
                <c:pt idx="11">
                  <c:v>20813.9618462</c:v>
                </c:pt>
                <c:pt idx="12">
                  <c:v>18017.5549821</c:v>
                </c:pt>
                <c:pt idx="13">
                  <c:v>34184.89535</c:v>
                </c:pt>
                <c:pt idx="14">
                  <c:v>31497.54225</c:v>
                </c:pt>
                <c:pt idx="15">
                  <c:v>24899.3149559</c:v>
                </c:pt>
                <c:pt idx="16">
                  <c:v>32844.1502361</c:v>
                </c:pt>
                <c:pt idx="17">
                  <c:v>34715.9626316</c:v>
                </c:pt>
                <c:pt idx="18">
                  <c:v>88796.6979125</c:v>
                </c:pt>
                <c:pt idx="19">
                  <c:v>60204.4804762</c:v>
                </c:pt>
                <c:pt idx="20">
                  <c:v>51933.2560795</c:v>
                </c:pt>
                <c:pt idx="21">
                  <c:v>57147.7429348</c:v>
                </c:pt>
                <c:pt idx="22">
                  <c:v>47479.0185</c:v>
                </c:pt>
                <c:pt idx="23">
                  <c:v>62914.07835</c:v>
                </c:pt>
                <c:pt idx="24">
                  <c:v>49728.8923365</c:v>
                </c:pt>
                <c:pt idx="25">
                  <c:v>83877.5476204</c:v>
                </c:pt>
                <c:pt idx="26">
                  <c:v>67079.1330804</c:v>
                </c:pt>
                <c:pt idx="27">
                  <c:v>84243.9159138</c:v>
                </c:pt>
                <c:pt idx="28">
                  <c:v>136492.879508</c:v>
                </c:pt>
                <c:pt idx="29">
                  <c:v>73759.1443306</c:v>
                </c:pt>
              </c:numCache>
            </c:numRef>
          </c:yVal>
          <c:smooth val="0"/>
        </c:ser>
        <c:ser>
          <c:idx val="2"/>
          <c:order val="2"/>
          <c:tx>
            <c:v>V2</c:v>
          </c:tx>
          <c:spPr>
            <a:ln xmlns:a="http://schemas.openxmlformats.org/drawingml/2006/main" w="17145">
              <a:solidFill>
                <a:srgbClr val="D76B27"/>
              </a:solidFill>
            </a:ln>
          </c:spPr>
          <c:marker>
            <c:symbol val="none"/>
          </c:marker>
          <c:xVal>
            <c:numRef>
              <c:f>'Chart Data'!$E$2:$E$31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Data'!$F$2:$F$31</c:f>
              <c:numCache>
                <c:formatCode>0.000</c:formatCode>
                <c:ptCount val="30"/>
                <c:pt idx="0">
                  <c:v>31.956875</c:v>
                </c:pt>
                <c:pt idx="1">
                  <c:v>26.0958333333</c:v>
                </c:pt>
                <c:pt idx="2">
                  <c:v>284.9965</c:v>
                </c:pt>
                <c:pt idx="3">
                  <c:v>369.418</c:v>
                </c:pt>
                <c:pt idx="4">
                  <c:v>260.259791667</c:v>
                </c:pt>
                <c:pt idx="5">
                  <c:v>693.730214286</c:v>
                </c:pt>
                <c:pt idx="6">
                  <c:v>11268.9070938</c:v>
                </c:pt>
                <c:pt idx="7">
                  <c:v>6606.19980556</c:v>
                </c:pt>
                <c:pt idx="8">
                  <c:v>9512.292125</c:v>
                </c:pt>
                <c:pt idx="9">
                  <c:v>15325.2439545</c:v>
                </c:pt>
                <c:pt idx="10">
                  <c:v>20150.4593125</c:v>
                </c:pt>
                <c:pt idx="11">
                  <c:v>18376.3585385</c:v>
                </c:pt>
                <c:pt idx="12">
                  <c:v>12827.5021786</c:v>
                </c:pt>
                <c:pt idx="13">
                  <c:v>25988.6061167</c:v>
                </c:pt>
                <c:pt idx="14">
                  <c:v>28548.1253906</c:v>
                </c:pt>
                <c:pt idx="15">
                  <c:v>30294.3441765</c:v>
                </c:pt>
                <c:pt idx="16">
                  <c:v>36450.8259861</c:v>
                </c:pt>
                <c:pt idx="17">
                  <c:v>22523.1513553</c:v>
                </c:pt>
                <c:pt idx="18">
                  <c:v>95478.9281</c:v>
                </c:pt>
                <c:pt idx="19">
                  <c:v>45145.1627143</c:v>
                </c:pt>
                <c:pt idx="20">
                  <c:v>33771.1471023</c:v>
                </c:pt>
                <c:pt idx="21">
                  <c:v>61818.3346739</c:v>
                </c:pt>
                <c:pt idx="22">
                  <c:v>57340.0789583</c:v>
                </c:pt>
                <c:pt idx="23">
                  <c:v>34827.36879</c:v>
                </c:pt>
                <c:pt idx="24">
                  <c:v>42224.21275</c:v>
                </c:pt>
                <c:pt idx="25">
                  <c:v>54810.31775</c:v>
                </c:pt>
                <c:pt idx="26">
                  <c:v>90419.4579464</c:v>
                </c:pt>
                <c:pt idx="27">
                  <c:v>84645.4470948</c:v>
                </c:pt>
                <c:pt idx="28">
                  <c:v>101770.841558</c:v>
                </c:pt>
                <c:pt idx="29">
                  <c:v>115744.196476</c:v>
                </c:pt>
              </c:numCache>
            </c:numRef>
          </c:yVal>
          <c:smooth val="0"/>
        </c:ser>
        <c:ser>
          <c:idx val="3"/>
          <c:order val="3"/>
          <c:tx>
            <c:v>V0 min_us</c:v>
          </c:tx>
          <c:spPr>
            <a:ln xmlns:a="http://schemas.openxmlformats.org/drawingml/2006/main" w="7620">
              <a:solidFill>
                <a:srgbClr val="CBD0D7"/>
              </a:solidFill>
            </a:ln>
          </c:spPr>
          <c:marker>
            <c:symbol val="none"/>
          </c:marker>
          <c:xVal>
            <c:numRef>
              <c:f>'Chart Data'!$G$2:$G$31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Data'!$H$2:$H$31</c:f>
              <c:numCache>
                <c:formatCode>0.000</c:formatCode>
                <c:ptCount val="30"/>
                <c:pt idx="0">
                  <c:v>23.24</c:v>
                </c:pt>
                <c:pt idx="1">
                  <c:v>32.1695</c:v>
                </c:pt>
                <c:pt idx="2">
                  <c:v>132.352125</c:v>
                </c:pt>
                <c:pt idx="3">
                  <c:v>207.1338</c:v>
                </c:pt>
                <c:pt idx="4">
                  <c:v>203.122291667</c:v>
                </c:pt>
                <c:pt idx="5">
                  <c:v>263.181892857</c:v>
                </c:pt>
                <c:pt idx="6">
                  <c:v>2041.2839375</c:v>
                </c:pt>
                <c:pt idx="7">
                  <c:v>2434.36388889</c:v>
                </c:pt>
                <c:pt idx="8">
                  <c:v>5533.206275</c:v>
                </c:pt>
                <c:pt idx="9">
                  <c:v>2634.98588636</c:v>
                </c:pt>
                <c:pt idx="10">
                  <c:v>4317.32354167</c:v>
                </c:pt>
                <c:pt idx="11">
                  <c:v>12877.7396538</c:v>
                </c:pt>
                <c:pt idx="12">
                  <c:v>7279.17360714</c:v>
                </c:pt>
                <c:pt idx="13">
                  <c:v>13213.3029667</c:v>
                </c:pt>
                <c:pt idx="14">
                  <c:v>14451.0290156</c:v>
                </c:pt>
                <c:pt idx="15">
                  <c:v>19696.8831176</c:v>
                </c:pt>
                <c:pt idx="16">
                  <c:v>14578.9279861</c:v>
                </c:pt>
                <c:pt idx="17">
                  <c:v>38071.4283421</c:v>
                </c:pt>
                <c:pt idx="18">
                  <c:v>57904.9699125</c:v>
                </c:pt>
                <c:pt idx="19">
                  <c:v>24513.2569643</c:v>
                </c:pt>
                <c:pt idx="20">
                  <c:v>49070.6483523</c:v>
                </c:pt>
                <c:pt idx="21">
                  <c:v>74122.1126739</c:v>
                </c:pt>
                <c:pt idx="22">
                  <c:v>62578.2874896</c:v>
                </c:pt>
                <c:pt idx="23">
                  <c:v>44153.8349</c:v>
                </c:pt>
                <c:pt idx="24">
                  <c:v>39284.2806154</c:v>
                </c:pt>
                <c:pt idx="25">
                  <c:v>107319.869954</c:v>
                </c:pt>
                <c:pt idx="26">
                  <c:v>49931.3249732</c:v>
                </c:pt>
                <c:pt idx="27">
                  <c:v>92357.4948362</c:v>
                </c:pt>
                <c:pt idx="28">
                  <c:v>108434.805117</c:v>
                </c:pt>
                <c:pt idx="29">
                  <c:v>147822.118718</c:v>
                </c:pt>
              </c:numCache>
            </c:numRef>
          </c:yVal>
          <c:smooth val="0"/>
        </c:ser>
        <c:ser>
          <c:idx val="4"/>
          <c:order val="4"/>
          <c:tx>
            <c:v>V0 max_us</c:v>
          </c:tx>
          <c:spPr>
            <a:ln xmlns:a="http://schemas.openxmlformats.org/drawingml/2006/main" w="7620">
              <a:solidFill>
                <a:srgbClr val="CBD0D7"/>
              </a:solidFill>
            </a:ln>
          </c:spPr>
          <c:marker>
            <c:symbol val="none"/>
          </c:marker>
          <c:xVal>
            <c:numRef>
              <c:f>'Chart Data'!$I$2:$I$31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Data'!$J$2:$J$31</c:f>
              <c:numCache>
                <c:formatCode>0.000</c:formatCode>
                <c:ptCount val="30"/>
                <c:pt idx="0">
                  <c:v>81.34675</c:v>
                </c:pt>
                <c:pt idx="1">
                  <c:v>80.5876666667</c:v>
                </c:pt>
                <c:pt idx="2">
                  <c:v>349.7690625</c:v>
                </c:pt>
                <c:pt idx="3">
                  <c:v>289.4994</c:v>
                </c:pt>
                <c:pt idx="4">
                  <c:v>9121.17425</c:v>
                </c:pt>
                <c:pt idx="5">
                  <c:v>3574.12314286</c:v>
                </c:pt>
                <c:pt idx="6">
                  <c:v>4910.1625625</c:v>
                </c:pt>
                <c:pt idx="7">
                  <c:v>9298.73836111</c:v>
                </c:pt>
                <c:pt idx="8">
                  <c:v>14148.919525</c:v>
                </c:pt>
                <c:pt idx="9">
                  <c:v>5055.36402273</c:v>
                </c:pt>
                <c:pt idx="10">
                  <c:v>23511.993125</c:v>
                </c:pt>
                <c:pt idx="11">
                  <c:v>41562.5676538</c:v>
                </c:pt>
                <c:pt idx="12">
                  <c:v>16971.9188214</c:v>
                </c:pt>
                <c:pt idx="13">
                  <c:v>44016.6518</c:v>
                </c:pt>
                <c:pt idx="14">
                  <c:v>37871.0365938</c:v>
                </c:pt>
                <c:pt idx="15">
                  <c:v>41355.3638088</c:v>
                </c:pt>
                <c:pt idx="16">
                  <c:v>29770.30325</c:v>
                </c:pt>
                <c:pt idx="17">
                  <c:v>76664.4065395</c:v>
                </c:pt>
                <c:pt idx="18">
                  <c:v>73706.971025</c:v>
                </c:pt>
                <c:pt idx="19">
                  <c:v>48499.5459524</c:v>
                </c:pt>
                <c:pt idx="20">
                  <c:v>121391.383091</c:v>
                </c:pt>
                <c:pt idx="21">
                  <c:v>228589.75463</c:v>
                </c:pt>
                <c:pt idx="22">
                  <c:v>114267.247125</c:v>
                </c:pt>
                <c:pt idx="23">
                  <c:v>100965.56528</c:v>
                </c:pt>
                <c:pt idx="24">
                  <c:v>87748.4340577</c:v>
                </c:pt>
                <c:pt idx="25">
                  <c:v>169825.576343</c:v>
                </c:pt>
                <c:pt idx="26">
                  <c:v>115874.390732</c:v>
                </c:pt>
                <c:pt idx="27">
                  <c:v>157535.815207</c:v>
                </c:pt>
                <c:pt idx="28">
                  <c:v>163491.758</c:v>
                </c:pt>
                <c:pt idx="29">
                  <c:v>225391.807097</c:v>
                </c:pt>
              </c:numCache>
            </c:numRef>
          </c:yVal>
          <c:smooth val="0"/>
        </c:ser>
        <c:ser>
          <c:idx val="5"/>
          <c:order val="5"/>
          <c:tx>
            <c:v>V1 min_us</c:v>
          </c:tx>
          <c:spPr>
            <a:ln xmlns:a="http://schemas.openxmlformats.org/drawingml/2006/main" w="7620">
              <a:solidFill>
                <a:srgbClr val="B7D8DF"/>
              </a:solidFill>
            </a:ln>
          </c:spPr>
          <c:marker>
            <c:symbol val="none"/>
          </c:marker>
          <c:xVal>
            <c:numRef>
              <c:f>'Chart Data'!$K$2:$K$31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Data'!$L$2:$L$31</c:f>
              <c:numCache>
                <c:formatCode>0.000</c:formatCode>
                <c:ptCount val="30"/>
                <c:pt idx="0">
                  <c:v>16.567375</c:v>
                </c:pt>
                <c:pt idx="1">
                  <c:v>23.531</c:v>
                </c:pt>
                <c:pt idx="2">
                  <c:v>216.9578125</c:v>
                </c:pt>
                <c:pt idx="3">
                  <c:v>180.5569</c:v>
                </c:pt>
                <c:pt idx="4">
                  <c:v>348.951541667</c:v>
                </c:pt>
                <c:pt idx="5">
                  <c:v>411.782071429</c:v>
                </c:pt>
                <c:pt idx="6">
                  <c:v>4555.21625</c:v>
                </c:pt>
                <c:pt idx="7">
                  <c:v>2906.79811111</c:v>
                </c:pt>
                <c:pt idx="8">
                  <c:v>7684.134975</c:v>
                </c:pt>
                <c:pt idx="9">
                  <c:v>4263.84702273</c:v>
                </c:pt>
                <c:pt idx="10">
                  <c:v>9576.21245833</c:v>
                </c:pt>
                <c:pt idx="11">
                  <c:v>13691.3888077</c:v>
                </c:pt>
                <c:pt idx="12">
                  <c:v>10125.8770893</c:v>
                </c:pt>
                <c:pt idx="13">
                  <c:v>11911.7361667</c:v>
                </c:pt>
                <c:pt idx="14">
                  <c:v>29437.8165312</c:v>
                </c:pt>
                <c:pt idx="15">
                  <c:v>16157.6061618</c:v>
                </c:pt>
                <c:pt idx="16">
                  <c:v>22914.4385556</c:v>
                </c:pt>
                <c:pt idx="17">
                  <c:v>33718.9309474</c:v>
                </c:pt>
                <c:pt idx="18">
                  <c:v>59876.8418125</c:v>
                </c:pt>
                <c:pt idx="19">
                  <c:v>56817.2005595</c:v>
                </c:pt>
                <c:pt idx="20">
                  <c:v>32343.4593409</c:v>
                </c:pt>
                <c:pt idx="21">
                  <c:v>35522.2781413</c:v>
                </c:pt>
                <c:pt idx="22">
                  <c:v>31932.7864063</c:v>
                </c:pt>
                <c:pt idx="23">
                  <c:v>42419.48083</c:v>
                </c:pt>
                <c:pt idx="24">
                  <c:v>25724.9023365</c:v>
                </c:pt>
                <c:pt idx="25">
                  <c:v>49963.8452037</c:v>
                </c:pt>
                <c:pt idx="26">
                  <c:v>51853.0697589</c:v>
                </c:pt>
                <c:pt idx="27">
                  <c:v>47923.5376724</c:v>
                </c:pt>
                <c:pt idx="28">
                  <c:v>46347.549625</c:v>
                </c:pt>
                <c:pt idx="29">
                  <c:v>64285.2878065</c:v>
                </c:pt>
              </c:numCache>
            </c:numRef>
          </c:yVal>
          <c:smooth val="0"/>
        </c:ser>
        <c:ser>
          <c:idx val="6"/>
          <c:order val="6"/>
          <c:tx>
            <c:v>V1 max_us</c:v>
          </c:tx>
          <c:spPr>
            <a:ln xmlns:a="http://schemas.openxmlformats.org/drawingml/2006/main" w="7620">
              <a:solidFill>
                <a:srgbClr val="B7D8DF"/>
              </a:solidFill>
            </a:ln>
          </c:spPr>
          <c:marker>
            <c:symbol val="none"/>
          </c:marker>
          <c:xVal>
            <c:numRef>
              <c:f>'Chart Data'!$M$2:$M$31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Data'!$N$2:$N$31</c:f>
              <c:numCache>
                <c:formatCode>0.000</c:formatCode>
                <c:ptCount val="30"/>
                <c:pt idx="0">
                  <c:v>34.520125</c:v>
                </c:pt>
                <c:pt idx="1">
                  <c:v>31.9733333333</c:v>
                </c:pt>
                <c:pt idx="2">
                  <c:v>3223.092125</c:v>
                </c:pt>
                <c:pt idx="3">
                  <c:v>353.08065</c:v>
                </c:pt>
                <c:pt idx="4">
                  <c:v>3926.869875</c:v>
                </c:pt>
                <c:pt idx="5">
                  <c:v>4693.70460714</c:v>
                </c:pt>
                <c:pt idx="6">
                  <c:v>12772.2965625</c:v>
                </c:pt>
                <c:pt idx="7">
                  <c:v>16342.3134167</c:v>
                </c:pt>
                <c:pt idx="8">
                  <c:v>32331.506475</c:v>
                </c:pt>
                <c:pt idx="9">
                  <c:v>22291.6194091</c:v>
                </c:pt>
                <c:pt idx="10">
                  <c:v>25504.9393125</c:v>
                </c:pt>
                <c:pt idx="11">
                  <c:v>35239.5899808</c:v>
                </c:pt>
                <c:pt idx="12">
                  <c:v>19309.7875357</c:v>
                </c:pt>
                <c:pt idx="13">
                  <c:v>37858.7718667</c:v>
                </c:pt>
                <c:pt idx="14">
                  <c:v>33323.5898438</c:v>
                </c:pt>
                <c:pt idx="15">
                  <c:v>26209.1204853</c:v>
                </c:pt>
                <c:pt idx="16">
                  <c:v>55998.2176667</c:v>
                </c:pt>
                <c:pt idx="17">
                  <c:v>52440.5747237</c:v>
                </c:pt>
                <c:pt idx="18">
                  <c:v>162928.206225</c:v>
                </c:pt>
                <c:pt idx="19">
                  <c:v>80988.2876429</c:v>
                </c:pt>
                <c:pt idx="20">
                  <c:v>66089.7281136</c:v>
                </c:pt>
                <c:pt idx="21">
                  <c:v>119312.944554</c:v>
                </c:pt>
                <c:pt idx="22">
                  <c:v>92457.2818646</c:v>
                </c:pt>
                <c:pt idx="23">
                  <c:v>83964.92019</c:v>
                </c:pt>
                <c:pt idx="24">
                  <c:v>98184.4214423</c:v>
                </c:pt>
                <c:pt idx="25">
                  <c:v>103729.522343</c:v>
                </c:pt>
                <c:pt idx="26">
                  <c:v>106635.298607</c:v>
                </c:pt>
                <c:pt idx="27">
                  <c:v>85550.5621207</c:v>
                </c:pt>
                <c:pt idx="28">
                  <c:v>138714.498758</c:v>
                </c:pt>
                <c:pt idx="29">
                  <c:v>111320.380863</c:v>
                </c:pt>
              </c:numCache>
            </c:numRef>
          </c:yVal>
          <c:smooth val="0"/>
        </c:ser>
        <c:ser>
          <c:idx val="7"/>
          <c:order val="7"/>
          <c:tx>
            <c:v>V2 min_us</c:v>
          </c:tx>
          <c:spPr>
            <a:ln xmlns:a="http://schemas.openxmlformats.org/drawingml/2006/main" w="7620">
              <a:solidFill>
                <a:srgbClr val="F0CCB4"/>
              </a:solidFill>
            </a:ln>
          </c:spPr>
          <c:marker>
            <c:symbol val="none"/>
          </c:marker>
          <c:xVal>
            <c:numRef>
              <c:f>'Chart Data'!$O$2:$O$31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Data'!$P$2:$P$31</c:f>
              <c:numCache>
                <c:formatCode>0.000</c:formatCode>
                <c:ptCount val="30"/>
                <c:pt idx="0">
                  <c:v>21.0735</c:v>
                </c:pt>
                <c:pt idx="1">
                  <c:v>18.5976666667</c:v>
                </c:pt>
                <c:pt idx="2">
                  <c:v>145.7841875</c:v>
                </c:pt>
                <c:pt idx="3">
                  <c:v>257.90195</c:v>
                </c:pt>
                <c:pt idx="4">
                  <c:v>241.730208333</c:v>
                </c:pt>
                <c:pt idx="5">
                  <c:v>459.363535714</c:v>
                </c:pt>
                <c:pt idx="6">
                  <c:v>4340.093875</c:v>
                </c:pt>
                <c:pt idx="7">
                  <c:v>4555.13236111</c:v>
                </c:pt>
                <c:pt idx="8">
                  <c:v>7366.792025</c:v>
                </c:pt>
                <c:pt idx="9">
                  <c:v>4601.76652273</c:v>
                </c:pt>
                <c:pt idx="10">
                  <c:v>12736.9214167</c:v>
                </c:pt>
                <c:pt idx="11">
                  <c:v>12733.1771923</c:v>
                </c:pt>
                <c:pt idx="12">
                  <c:v>12104.3179643</c:v>
                </c:pt>
                <c:pt idx="13">
                  <c:v>21576.2432167</c:v>
                </c:pt>
                <c:pt idx="14">
                  <c:v>12806.6824062</c:v>
                </c:pt>
                <c:pt idx="15">
                  <c:v>15996.134</c:v>
                </c:pt>
                <c:pt idx="16">
                  <c:v>28537.7648611</c:v>
                </c:pt>
                <c:pt idx="17">
                  <c:v>18280.7224737</c:v>
                </c:pt>
                <c:pt idx="18">
                  <c:v>74234.953725</c:v>
                </c:pt>
                <c:pt idx="19">
                  <c:v>36203.5544524</c:v>
                </c:pt>
                <c:pt idx="20">
                  <c:v>19352.5639205</c:v>
                </c:pt>
                <c:pt idx="21">
                  <c:v>33401.7088152</c:v>
                </c:pt>
                <c:pt idx="22">
                  <c:v>27602.4446667</c:v>
                </c:pt>
                <c:pt idx="23">
                  <c:v>27851.68563</c:v>
                </c:pt>
                <c:pt idx="24">
                  <c:v>35161.6819231</c:v>
                </c:pt>
                <c:pt idx="25">
                  <c:v>24156.2783241</c:v>
                </c:pt>
                <c:pt idx="26">
                  <c:v>55126.771</c:v>
                </c:pt>
                <c:pt idx="27">
                  <c:v>72034.0102414</c:v>
                </c:pt>
                <c:pt idx="28">
                  <c:v>72868.1579833</c:v>
                </c:pt>
                <c:pt idx="29">
                  <c:v>60067.5166935</c:v>
                </c:pt>
              </c:numCache>
            </c:numRef>
          </c:yVal>
          <c:smooth val="0"/>
        </c:ser>
        <c:ser>
          <c:idx val="8"/>
          <c:order val="8"/>
          <c:tx>
            <c:v>V2 max_us</c:v>
          </c:tx>
          <c:spPr>
            <a:ln xmlns:a="http://schemas.openxmlformats.org/drawingml/2006/main" w="7620">
              <a:solidFill>
                <a:srgbClr val="F0CCB4"/>
              </a:solidFill>
            </a:ln>
          </c:spPr>
          <c:marker>
            <c:symbol val="none"/>
          </c:marker>
          <c:xVal>
            <c:numRef>
              <c:f>'Chart Data'!$Q$2:$Q$31</c:f>
              <c:numCache>
                <c:formatCode>General</c:formatCode>
                <c:ptCount val="30"/>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numCache>
            </c:numRef>
          </c:xVal>
          <c:yVal>
            <c:numRef>
              <c:f>'Chart Data'!$R$2:$R$31</c:f>
              <c:numCache>
                <c:formatCode>0.000</c:formatCode>
                <c:ptCount val="30"/>
                <c:pt idx="0">
                  <c:v>37.8165</c:v>
                </c:pt>
                <c:pt idx="1">
                  <c:v>33.5439166667</c:v>
                </c:pt>
                <c:pt idx="2">
                  <c:v>2525.29725</c:v>
                </c:pt>
                <c:pt idx="3">
                  <c:v>426.72205</c:v>
                </c:pt>
                <c:pt idx="4">
                  <c:v>285.018541667</c:v>
                </c:pt>
                <c:pt idx="5">
                  <c:v>4629.62742857</c:v>
                </c:pt>
                <c:pt idx="6">
                  <c:v>12595.8938125</c:v>
                </c:pt>
                <c:pt idx="7">
                  <c:v>17124.1625556</c:v>
                </c:pt>
                <c:pt idx="8">
                  <c:v>16283.136275</c:v>
                </c:pt>
                <c:pt idx="9">
                  <c:v>31170.0838864</c:v>
                </c:pt>
                <c:pt idx="10">
                  <c:v>22255.0356458</c:v>
                </c:pt>
                <c:pt idx="11">
                  <c:v>22060.4484231</c:v>
                </c:pt>
                <c:pt idx="12">
                  <c:v>21230.9225893</c:v>
                </c:pt>
                <c:pt idx="13">
                  <c:v>38051.9171</c:v>
                </c:pt>
                <c:pt idx="14">
                  <c:v>40072.0801719</c:v>
                </c:pt>
                <c:pt idx="15">
                  <c:v>35955.2505294</c:v>
                </c:pt>
                <c:pt idx="16">
                  <c:v>77690.0414028</c:v>
                </c:pt>
                <c:pt idx="17">
                  <c:v>25718.0050789</c:v>
                </c:pt>
                <c:pt idx="18">
                  <c:v>95906.0536875</c:v>
                </c:pt>
                <c:pt idx="19">
                  <c:v>50559.7852143</c:v>
                </c:pt>
                <c:pt idx="20">
                  <c:v>52991.9264091</c:v>
                </c:pt>
                <c:pt idx="21">
                  <c:v>76554.18325</c:v>
                </c:pt>
                <c:pt idx="22">
                  <c:v>71950.6086042</c:v>
                </c:pt>
                <c:pt idx="23">
                  <c:v>44291.99554</c:v>
                </c:pt>
                <c:pt idx="24">
                  <c:v>77014.9597981</c:v>
                </c:pt>
                <c:pt idx="25">
                  <c:v>65515.2603333</c:v>
                </c:pt>
                <c:pt idx="26">
                  <c:v>134641.154045</c:v>
                </c:pt>
                <c:pt idx="27">
                  <c:v>93954.4990603</c:v>
                </c:pt>
                <c:pt idx="28">
                  <c:v>179992.708967</c:v>
                </c:pt>
                <c:pt idx="29">
                  <c:v>148839.591048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xmlns:a="http://schemas.openxmlformats.org/drawingml/2006/main" w="3810">
              <a:solidFill>
                <a:srgbClr val="E5E7EB"/>
              </a:solidFill>
            </a:ln>
          </c:spPr>
        </c:majorGridlines>
        <c:title>
          <c:tx>
            <c:rich>
              <a:bodyPr xmlns:a="http://schemas.openxmlformats.org/drawingml/2006/main"/>
              <a:lstStyle xmlns:a="http://schemas.openxmlformats.org/drawingml/2006/main"/>
              <a:p xmlns:a="http://schemas.openxmlformats.org/drawingml/2006/main">
                <a:r>
                  <a:rPr sz="825">
                    <a:latin typeface="Arial"/>
                    <a:ea typeface="Arial"/>
                    <a:cs typeface="Arial"/>
                  </a:rPr>
                  <a:t>Microseconds (log scale)</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0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valAx>
      <c:valAx>
        <c:axId val="48650112"/>
        <c:scaling>
          <c:orientation val="minMax"/>
          <c:max val="32"/>
          <c:min val="0"/>
        </c:scaling>
        <c:delete val="0"/>
        <c:axPos val="b"/>
        <c:title>
          <c:tx>
            <c:rich>
              <a:bodyPr xmlns:a="http://schemas.openxmlformats.org/drawingml/2006/main"/>
              <a:lstStyle xmlns:a="http://schemas.openxmlformats.org/drawingml/2006/main"/>
              <a:p xmlns:a="http://schemas.openxmlformats.org/drawingml/2006/main">
                <a:r>
                  <a:rPr sz="825">
                    <a:latin typeface="Arial"/>
                    <a:ea typeface="Arial"/>
                    <a:cs typeface="Arial"/>
                  </a:rPr>
                  <a:t>EV nodes</a:t>
                </a:r>
              </a:p>
            </c:rich>
          </c:tx>
          <c:overlay val="0"/>
          <c:txPr>
            <a:bodyPr xmlns:a="http://schemas.openxmlformats.org/drawingml/2006/main" anchorCtr="1"/>
            <a:lstStyle xmlns:a="http://schemas.openxmlformats.org/drawingml/2006/main"/>
            <a:p xmlns:a="http://schemas.openxmlformats.org/drawingml/2006/main">
              <a:pPr>
                <a:defRPr sz="82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valAx>
      <c:spPr>
        <a:solidFill xmlns:a="http://schemas.openxmlformats.org/drawingml/2006/main">
          <a:srgbClr val="FFFFFF"/>
        </a:solidFill>
      </c:spPr>
    </c:plotArea>
    <c:legend>
      <c:legendPos val="b"/>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7.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21184.99975</c:v>
                </c:pt>
                <c:pt idx="1">
                  <c:v>24091.876875</c:v>
                </c:pt>
                <c:pt idx="2">
                  <c:v>28373.0508611</c:v>
                </c:pt>
                <c:pt idx="3">
                  <c:v>45797.6639444</c:v>
                </c:pt>
                <c:pt idx="4">
                  <c:v>56360.2812056</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17775.71825</c:v>
                </c:pt>
                <c:pt idx="1">
                  <c:v>22853.5770139</c:v>
                </c:pt>
                <c:pt idx="2">
                  <c:v>28095.5779444</c:v>
                </c:pt>
                <c:pt idx="3">
                  <c:v>44289.5453542</c:v>
                </c:pt>
                <c:pt idx="4">
                  <c:v>54424.0264722</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23624.7727708</c:v>
                </c:pt>
                <c:pt idx="1">
                  <c:v>25388.9582917</c:v>
                </c:pt>
                <c:pt idx="2">
                  <c:v>30340.0899722</c:v>
                </c:pt>
                <c:pt idx="3">
                  <c:v>46584.6570139</c:v>
                </c:pt>
                <c:pt idx="4">
                  <c:v>57800.1516167</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16319.3495833</c:v>
                </c:pt>
                <c:pt idx="1">
                  <c:v>14702.3806111</c:v>
                </c:pt>
                <c:pt idx="2">
                  <c:v>18413.1111389</c:v>
                </c:pt>
                <c:pt idx="3">
                  <c:v>21672.4212708</c:v>
                </c:pt>
                <c:pt idx="4">
                  <c:v>25268.2190667</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15580.440125</c:v>
                </c:pt>
                <c:pt idx="1">
                  <c:v>14689.7798056</c:v>
                </c:pt>
                <c:pt idx="2">
                  <c:v>15886.3236111</c:v>
                </c:pt>
                <c:pt idx="3">
                  <c:v>19647.8952569</c:v>
                </c:pt>
                <c:pt idx="4">
                  <c:v>24341.4671167</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16764.5060208</c:v>
                </c:pt>
                <c:pt idx="1">
                  <c:v>15218.8320694</c:v>
                </c:pt>
                <c:pt idx="2">
                  <c:v>19183.8368519</c:v>
                </c:pt>
                <c:pt idx="3">
                  <c:v>27745.2617222</c:v>
                </c:pt>
                <c:pt idx="4">
                  <c:v>26762.9237278</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16912.5220208</c:v>
                </c:pt>
                <c:pt idx="1">
                  <c:v>15395.9998333</c:v>
                </c:pt>
                <c:pt idx="2">
                  <c:v>15711.23825</c:v>
                </c:pt>
                <c:pt idx="3">
                  <c:v>21019.3339861</c:v>
                </c:pt>
                <c:pt idx="4">
                  <c:v>25662.9752056</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16172.2035417</c:v>
                </c:pt>
                <c:pt idx="1">
                  <c:v>14199.4518056</c:v>
                </c:pt>
                <c:pt idx="2">
                  <c:v>14050.45</c:v>
                </c:pt>
                <c:pt idx="3">
                  <c:v>19785.5894306</c:v>
                </c:pt>
                <c:pt idx="4">
                  <c:v>24777.1863889</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17134.7077292</c:v>
                </c:pt>
                <c:pt idx="1">
                  <c:v>16830.785875</c:v>
                </c:pt>
                <c:pt idx="2">
                  <c:v>19177.1048519</c:v>
                </c:pt>
                <c:pt idx="3">
                  <c:v>22268.110625</c:v>
                </c:pt>
                <c:pt idx="4">
                  <c:v>25929.7775778</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38.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10123.2280833</c:v>
                </c:pt>
                <c:pt idx="1">
                  <c:v>15369.7380833</c:v>
                </c:pt>
                <c:pt idx="2">
                  <c:v>30368.8010741</c:v>
                </c:pt>
                <c:pt idx="3">
                  <c:v>54042.0875278</c:v>
                </c:pt>
                <c:pt idx="4">
                  <c:v>74804.9583944</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9444.7954375</c:v>
                </c:pt>
                <c:pt idx="1">
                  <c:v>15344.3480694</c:v>
                </c:pt>
                <c:pt idx="2">
                  <c:v>28720.653037</c:v>
                </c:pt>
                <c:pt idx="3">
                  <c:v>51548.4234514</c:v>
                </c:pt>
                <c:pt idx="4">
                  <c:v>72541.4672722</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10847.6300833</c:v>
                </c:pt>
                <c:pt idx="1">
                  <c:v>19600.4089861</c:v>
                </c:pt>
                <c:pt idx="2">
                  <c:v>30739.2964259</c:v>
                </c:pt>
                <c:pt idx="3">
                  <c:v>59146.8530069</c:v>
                </c:pt>
                <c:pt idx="4">
                  <c:v>75728.0894278</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10225.9055208</c:v>
                </c:pt>
                <c:pt idx="1">
                  <c:v>11306.0979306</c:v>
                </c:pt>
                <c:pt idx="2">
                  <c:v>12975.088287</c:v>
                </c:pt>
                <c:pt idx="3">
                  <c:v>15956.7887153</c:v>
                </c:pt>
                <c:pt idx="4">
                  <c:v>20849.1993389</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9323.22739583</c:v>
                </c:pt>
                <c:pt idx="1">
                  <c:v>11294.1431389</c:v>
                </c:pt>
                <c:pt idx="2">
                  <c:v>11741.8609074</c:v>
                </c:pt>
                <c:pt idx="3">
                  <c:v>15721.3638889</c:v>
                </c:pt>
                <c:pt idx="4">
                  <c:v>19237.6000889</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10304.308125</c:v>
                </c:pt>
                <c:pt idx="1">
                  <c:v>12097.6771944</c:v>
                </c:pt>
                <c:pt idx="2">
                  <c:v>13117.1534815</c:v>
                </c:pt>
                <c:pt idx="3">
                  <c:v>17953.2008889</c:v>
                </c:pt>
                <c:pt idx="4">
                  <c:v>20852.8970944</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9879.9595625</c:v>
                </c:pt>
                <c:pt idx="1">
                  <c:v>11484.4133889</c:v>
                </c:pt>
                <c:pt idx="2">
                  <c:v>12188.0388148</c:v>
                </c:pt>
                <c:pt idx="3">
                  <c:v>16827.4332569</c:v>
                </c:pt>
                <c:pt idx="4">
                  <c:v>21069.8405389</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8395.10772917</c:v>
                </c:pt>
                <c:pt idx="1">
                  <c:v>11059.4660139</c:v>
                </c:pt>
                <c:pt idx="2">
                  <c:v>11888.7012037</c:v>
                </c:pt>
                <c:pt idx="3">
                  <c:v>15899.3686944</c:v>
                </c:pt>
                <c:pt idx="4">
                  <c:v>20475.2586667</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11171.7798542</c:v>
                </c:pt>
                <c:pt idx="1">
                  <c:v>11768.3887361</c:v>
                </c:pt>
                <c:pt idx="2">
                  <c:v>12971.1123889</c:v>
                </c:pt>
                <c:pt idx="3">
                  <c:v>17684.2031111</c:v>
                </c:pt>
                <c:pt idx="4">
                  <c:v>21806.1531833</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39.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13492.188375</c:v>
                </c:pt>
                <c:pt idx="1">
                  <c:v>16823.2176528</c:v>
                </c:pt>
                <c:pt idx="2">
                  <c:v>21054.2784444</c:v>
                </c:pt>
                <c:pt idx="3">
                  <c:v>26945.8541319</c:v>
                </c:pt>
                <c:pt idx="4">
                  <c:v>32033.2304667</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12173.0205</c:v>
                </c:pt>
                <c:pt idx="1">
                  <c:v>16190.5779444</c:v>
                </c:pt>
                <c:pt idx="2">
                  <c:v>18595.3041481</c:v>
                </c:pt>
                <c:pt idx="3">
                  <c:v>25537.3580208</c:v>
                </c:pt>
                <c:pt idx="4">
                  <c:v>30108.4222222</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14732.6797708</c:v>
                </c:pt>
                <c:pt idx="1">
                  <c:v>18946.1086528</c:v>
                </c:pt>
                <c:pt idx="2">
                  <c:v>21151.3973333</c:v>
                </c:pt>
                <c:pt idx="3">
                  <c:v>28278.2988472</c:v>
                </c:pt>
                <c:pt idx="4">
                  <c:v>39919.5545556</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12636.2569792</c:v>
                </c:pt>
                <c:pt idx="1">
                  <c:v>11372.635125</c:v>
                </c:pt>
                <c:pt idx="2">
                  <c:v>11621.0448889</c:v>
                </c:pt>
                <c:pt idx="3">
                  <c:v>15669.4791667</c:v>
                </c:pt>
                <c:pt idx="4">
                  <c:v>17398.2713389</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10946.7926458</c:v>
                </c:pt>
                <c:pt idx="1">
                  <c:v>10191.2708472</c:v>
                </c:pt>
                <c:pt idx="2">
                  <c:v>11571.6269352</c:v>
                </c:pt>
                <c:pt idx="3">
                  <c:v>13268.2069792</c:v>
                </c:pt>
                <c:pt idx="4">
                  <c:v>16478.9020556</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12761.4500833</c:v>
                </c:pt>
                <c:pt idx="1">
                  <c:v>11422.7611389</c:v>
                </c:pt>
                <c:pt idx="2">
                  <c:v>13401.4050741</c:v>
                </c:pt>
                <c:pt idx="3">
                  <c:v>15703.7017569</c:v>
                </c:pt>
                <c:pt idx="4">
                  <c:v>20733.5271611</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11690.1855</c:v>
                </c:pt>
                <c:pt idx="1">
                  <c:v>9512.30961111</c:v>
                </c:pt>
                <c:pt idx="2">
                  <c:v>13112.5144907</c:v>
                </c:pt>
                <c:pt idx="3">
                  <c:v>14743.9353264</c:v>
                </c:pt>
                <c:pt idx="4">
                  <c:v>17536.5770333</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10992.3753125</c:v>
                </c:pt>
                <c:pt idx="1">
                  <c:v>9340.39623611</c:v>
                </c:pt>
                <c:pt idx="2">
                  <c:v>12998.6720648</c:v>
                </c:pt>
                <c:pt idx="3">
                  <c:v>14678.5983056</c:v>
                </c:pt>
                <c:pt idx="4">
                  <c:v>15959.8029389</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12004.4155417</c:v>
                </c:pt>
                <c:pt idx="1">
                  <c:v>10201.3077778</c:v>
                </c:pt>
                <c:pt idx="2">
                  <c:v>14856.3251296</c:v>
                </c:pt>
                <c:pt idx="3">
                  <c:v>14929.9537569</c:v>
                </c:pt>
                <c:pt idx="4">
                  <c:v>19964.50025</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0.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9465.9779375</c:v>
                </c:pt>
                <c:pt idx="1">
                  <c:v>12226.2953333</c:v>
                </c:pt>
                <c:pt idx="2">
                  <c:v>13841.778037</c:v>
                </c:pt>
                <c:pt idx="3">
                  <c:v>17693.2798125</c:v>
                </c:pt>
                <c:pt idx="4">
                  <c:v>20075.2873889</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6772.1295</c:v>
                </c:pt>
                <c:pt idx="1">
                  <c:v>10666.3128333</c:v>
                </c:pt>
                <c:pt idx="2">
                  <c:v>11401.2383796</c:v>
                </c:pt>
                <c:pt idx="3">
                  <c:v>16512.4967361</c:v>
                </c:pt>
                <c:pt idx="4">
                  <c:v>18241.0562667</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11774.9466042</c:v>
                </c:pt>
                <c:pt idx="1">
                  <c:v>12938.2077917</c:v>
                </c:pt>
                <c:pt idx="2">
                  <c:v>14267.3559444</c:v>
                </c:pt>
                <c:pt idx="3">
                  <c:v>19048.3595972</c:v>
                </c:pt>
                <c:pt idx="4">
                  <c:v>20642.7771611</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7992.554625</c:v>
                </c:pt>
                <c:pt idx="1">
                  <c:v>10024.2019722</c:v>
                </c:pt>
                <c:pt idx="2">
                  <c:v>11862.5877593</c:v>
                </c:pt>
                <c:pt idx="3">
                  <c:v>12378.3850278</c:v>
                </c:pt>
                <c:pt idx="4">
                  <c:v>14296.7937722</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7809.6985625</c:v>
                </c:pt>
                <c:pt idx="1">
                  <c:v>9252.47811111</c:v>
                </c:pt>
                <c:pt idx="2">
                  <c:v>10099.0586019</c:v>
                </c:pt>
                <c:pt idx="3">
                  <c:v>11853.1864028</c:v>
                </c:pt>
                <c:pt idx="4">
                  <c:v>14118.6136333</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8181.13014583</c:v>
                </c:pt>
                <c:pt idx="1">
                  <c:v>10768.7347639</c:v>
                </c:pt>
                <c:pt idx="2">
                  <c:v>12052.6428241</c:v>
                </c:pt>
                <c:pt idx="3">
                  <c:v>14206.2986181</c:v>
                </c:pt>
                <c:pt idx="4">
                  <c:v>15113.4248889</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8165.0573125</c:v>
                </c:pt>
                <c:pt idx="1">
                  <c:v>10152.0850278</c:v>
                </c:pt>
                <c:pt idx="2">
                  <c:v>11077.0399815</c:v>
                </c:pt>
                <c:pt idx="3">
                  <c:v>11943.6067639</c:v>
                </c:pt>
                <c:pt idx="4">
                  <c:v>14336.9328667</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8066.1506875</c:v>
                </c:pt>
                <c:pt idx="1">
                  <c:v>9514.07856944</c:v>
                </c:pt>
                <c:pt idx="2">
                  <c:v>9362.66841667</c:v>
                </c:pt>
                <c:pt idx="3">
                  <c:v>11095.9586181</c:v>
                </c:pt>
                <c:pt idx="4">
                  <c:v>13278.7252167</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8731.1358125</c:v>
                </c:pt>
                <c:pt idx="1">
                  <c:v>10946.0647361</c:v>
                </c:pt>
                <c:pt idx="2">
                  <c:v>11280.8122407</c:v>
                </c:pt>
                <c:pt idx="3">
                  <c:v>13432.3465833</c:v>
                </c:pt>
                <c:pt idx="4">
                  <c:v>15035.4943833</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1.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3.50015624999</c:v>
                </c:pt>
                <c:pt idx="1">
                  <c:v>4.86722916668</c:v>
                </c:pt>
                <c:pt idx="2">
                  <c:v>5.22833333334</c:v>
                </c:pt>
                <c:pt idx="3">
                  <c:v>4.99130208334</c:v>
                </c:pt>
                <c:pt idx="4">
                  <c:v>5.20797500003</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3.15634374998</c:v>
                </c:pt>
                <c:pt idx="1">
                  <c:v>4.55525</c:v>
                </c:pt>
                <c:pt idx="2">
                  <c:v>4.50680555558</c:v>
                </c:pt>
                <c:pt idx="3">
                  <c:v>4.3786875</c:v>
                </c:pt>
                <c:pt idx="4">
                  <c:v>5.04471666666</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3.81896875</c:v>
                </c:pt>
                <c:pt idx="1">
                  <c:v>5.51370833334</c:v>
                </c:pt>
                <c:pt idx="2">
                  <c:v>6.04269444445</c:v>
                </c:pt>
                <c:pt idx="3">
                  <c:v>5.08843750001</c:v>
                </c:pt>
                <c:pt idx="4">
                  <c:v>5.40882500001</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4.02471875</c:v>
                </c:pt>
                <c:pt idx="1">
                  <c:v>4.30960416667</c:v>
                </c:pt>
                <c:pt idx="2">
                  <c:v>5.95729166667</c:v>
                </c:pt>
                <c:pt idx="3">
                  <c:v>5.30150000001</c:v>
                </c:pt>
                <c:pt idx="4">
                  <c:v>5.65254166665</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2.53921874998</c:v>
                </c:pt>
                <c:pt idx="1">
                  <c:v>4.148625</c:v>
                </c:pt>
                <c:pt idx="2">
                  <c:v>5.76754166667</c:v>
                </c:pt>
                <c:pt idx="3">
                  <c:v>4.60463541666</c:v>
                </c:pt>
                <c:pt idx="4">
                  <c:v>5.25265833334</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5.39981250002</c:v>
                </c:pt>
                <c:pt idx="1">
                  <c:v>5.07727083335</c:v>
                </c:pt>
                <c:pt idx="2">
                  <c:v>6.68437499999</c:v>
                </c:pt>
                <c:pt idx="3">
                  <c:v>5.65153124995</c:v>
                </c:pt>
                <c:pt idx="4">
                  <c:v>5.95203333333</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3.90087499999</c:v>
                </c:pt>
                <c:pt idx="1">
                  <c:v>5.72639583334</c:v>
                </c:pt>
                <c:pt idx="2">
                  <c:v>6.62261111113</c:v>
                </c:pt>
                <c:pt idx="3">
                  <c:v>5.02889583335</c:v>
                </c:pt>
                <c:pt idx="4">
                  <c:v>5.7974</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3.35600000001</c:v>
                </c:pt>
                <c:pt idx="1">
                  <c:v>5.43466666666</c:v>
                </c:pt>
                <c:pt idx="2">
                  <c:v>5.72011111111</c:v>
                </c:pt>
                <c:pt idx="3">
                  <c:v>4.19694791667</c:v>
                </c:pt>
                <c:pt idx="4">
                  <c:v>5.22062500001</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4.08684375001</c:v>
                </c:pt>
                <c:pt idx="1">
                  <c:v>368.991583333</c:v>
                </c:pt>
                <c:pt idx="2">
                  <c:v>6.99494444445</c:v>
                </c:pt>
                <c:pt idx="3">
                  <c:v>5.10854166667</c:v>
                </c:pt>
                <c:pt idx="4">
                  <c:v>6.13339166667</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2.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3.63749999999</c:v>
                </c:pt>
                <c:pt idx="1">
                  <c:v>4.89850000002</c:v>
                </c:pt>
                <c:pt idx="2">
                  <c:v>5.43702777778</c:v>
                </c:pt>
                <c:pt idx="3">
                  <c:v>5.38333333334</c:v>
                </c:pt>
                <c:pt idx="4">
                  <c:v>5.55956666671</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3.53665625003</c:v>
                </c:pt>
                <c:pt idx="1">
                  <c:v>4.80289583333</c:v>
                </c:pt>
                <c:pt idx="2">
                  <c:v>5.00188888888</c:v>
                </c:pt>
                <c:pt idx="3">
                  <c:v>5.18729166667</c:v>
                </c:pt>
                <c:pt idx="4">
                  <c:v>4.88849166664</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4.345375</c:v>
                </c:pt>
                <c:pt idx="1">
                  <c:v>5.30193749999</c:v>
                </c:pt>
                <c:pt idx="2">
                  <c:v>5.88358333336</c:v>
                </c:pt>
                <c:pt idx="3">
                  <c:v>5.40519791667</c:v>
                </c:pt>
                <c:pt idx="4">
                  <c:v>5.84308333334</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3.80703124998</c:v>
                </c:pt>
                <c:pt idx="1">
                  <c:v>5.08979166665</c:v>
                </c:pt>
                <c:pt idx="2">
                  <c:v>5.63768055553</c:v>
                </c:pt>
                <c:pt idx="3">
                  <c:v>4.82290625001</c:v>
                </c:pt>
                <c:pt idx="4">
                  <c:v>4.86750000003</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3.34862500001</c:v>
                </c:pt>
                <c:pt idx="1">
                  <c:v>5.00181250001</c:v>
                </c:pt>
                <c:pt idx="2">
                  <c:v>5.52848611112</c:v>
                </c:pt>
                <c:pt idx="3">
                  <c:v>4.22575000001</c:v>
                </c:pt>
                <c:pt idx="4">
                  <c:v>4.77856666668</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4.08828125</c:v>
                </c:pt>
                <c:pt idx="1">
                  <c:v>6.37889583331</c:v>
                </c:pt>
                <c:pt idx="2">
                  <c:v>5.77180555557</c:v>
                </c:pt>
                <c:pt idx="3">
                  <c:v>5.54983333332</c:v>
                </c:pt>
                <c:pt idx="4">
                  <c:v>5.12803333333</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3.728</c:v>
                </c:pt>
                <c:pt idx="1">
                  <c:v>4.91497916668</c:v>
                </c:pt>
                <c:pt idx="2">
                  <c:v>5.12402777779</c:v>
                </c:pt>
                <c:pt idx="3">
                  <c:v>4.89142708334</c:v>
                </c:pt>
                <c:pt idx="4">
                  <c:v>5.12349999997</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3.39359375001</c:v>
                </c:pt>
                <c:pt idx="1">
                  <c:v>3.86960416668</c:v>
                </c:pt>
                <c:pt idx="2">
                  <c:v>4.57654166666</c:v>
                </c:pt>
                <c:pt idx="3">
                  <c:v>4.24094791665</c:v>
                </c:pt>
                <c:pt idx="4">
                  <c:v>5.01909166665</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3.83406250002</c:v>
                </c:pt>
                <c:pt idx="1">
                  <c:v>5.15968750001</c:v>
                </c:pt>
                <c:pt idx="2">
                  <c:v>6.39356944445</c:v>
                </c:pt>
                <c:pt idx="3">
                  <c:v>5.83386458333</c:v>
                </c:pt>
                <c:pt idx="4">
                  <c:v>6.24413333331</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3.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32688.2809375</c:v>
                </c:pt>
                <c:pt idx="1">
                  <c:v>31929.2488125</c:v>
                </c:pt>
                <c:pt idx="2">
                  <c:v>38997.2927917</c:v>
                </c:pt>
                <c:pt idx="3">
                  <c:v>63458.0972812</c:v>
                </c:pt>
                <c:pt idx="4">
                  <c:v>93178.945475</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24973.55475</c:v>
                </c:pt>
                <c:pt idx="1">
                  <c:v>31578.9675417</c:v>
                </c:pt>
                <c:pt idx="2">
                  <c:v>38809.1467361</c:v>
                </c:pt>
                <c:pt idx="3">
                  <c:v>55425.9139583</c:v>
                </c:pt>
                <c:pt idx="4">
                  <c:v>87144.61865</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32797.4529063</c:v>
                </c:pt>
                <c:pt idx="1">
                  <c:v>37926.414625</c:v>
                </c:pt>
                <c:pt idx="2">
                  <c:v>42908.5992222</c:v>
                </c:pt>
                <c:pt idx="3">
                  <c:v>63597.0783333</c:v>
                </c:pt>
                <c:pt idx="4">
                  <c:v>102626.619317</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28474.7425938</c:v>
                </c:pt>
                <c:pt idx="1">
                  <c:v>36558.4787083</c:v>
                </c:pt>
                <c:pt idx="2">
                  <c:v>36540.0609722</c:v>
                </c:pt>
                <c:pt idx="3">
                  <c:v>46177.9226771</c:v>
                </c:pt>
                <c:pt idx="4">
                  <c:v>79906.144925</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27706.0475312</c:v>
                </c:pt>
                <c:pt idx="1">
                  <c:v>35233.6775625</c:v>
                </c:pt>
                <c:pt idx="2">
                  <c:v>32836.8841389</c:v>
                </c:pt>
                <c:pt idx="3">
                  <c:v>43635.8290104</c:v>
                </c:pt>
                <c:pt idx="4">
                  <c:v>63471.9919083</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30333.5085625</c:v>
                </c:pt>
                <c:pt idx="1">
                  <c:v>36606.6698958</c:v>
                </c:pt>
                <c:pt idx="2">
                  <c:v>40604.9067778</c:v>
                </c:pt>
                <c:pt idx="3">
                  <c:v>55288.5027083</c:v>
                </c:pt>
                <c:pt idx="4">
                  <c:v>81332.0533417</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29916.1502812</c:v>
                </c:pt>
                <c:pt idx="1">
                  <c:v>37558.8565</c:v>
                </c:pt>
                <c:pt idx="2">
                  <c:v>37651.5742083</c:v>
                </c:pt>
                <c:pt idx="3">
                  <c:v>47522.9340208</c:v>
                </c:pt>
                <c:pt idx="4">
                  <c:v>61325.6283667</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26262.97625</c:v>
                </c:pt>
                <c:pt idx="1">
                  <c:v>37509.8228958</c:v>
                </c:pt>
                <c:pt idx="2">
                  <c:v>36021.6345556</c:v>
                </c:pt>
                <c:pt idx="3">
                  <c:v>46644.9135938</c:v>
                </c:pt>
                <c:pt idx="4">
                  <c:v>59130.3594583</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30765.2825625</c:v>
                </c:pt>
                <c:pt idx="1">
                  <c:v>38914.1253958</c:v>
                </c:pt>
                <c:pt idx="2">
                  <c:v>44235.0399861</c:v>
                </c:pt>
                <c:pt idx="3">
                  <c:v>49475.2375208</c:v>
                </c:pt>
                <c:pt idx="4">
                  <c:v>65165.511725</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4.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31272.7974062</c:v>
                </c:pt>
                <c:pt idx="1">
                  <c:v>25126.5634583</c:v>
                </c:pt>
                <c:pt idx="2">
                  <c:v>46479.9155833</c:v>
                </c:pt>
                <c:pt idx="3">
                  <c:v>82795.8528125</c:v>
                </c:pt>
                <c:pt idx="4">
                  <c:v>129270.920325</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23739.3604375</c:v>
                </c:pt>
                <c:pt idx="1">
                  <c:v>25024.4534167</c:v>
                </c:pt>
                <c:pt idx="2">
                  <c:v>46290.3297639</c:v>
                </c:pt>
                <c:pt idx="3">
                  <c:v>72735.8241458</c:v>
                </c:pt>
                <c:pt idx="4">
                  <c:v>104000.067042</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34546.1184063</c:v>
                </c:pt>
                <c:pt idx="1">
                  <c:v>32410.5839167</c:v>
                </c:pt>
                <c:pt idx="2">
                  <c:v>54867.3315972</c:v>
                </c:pt>
                <c:pt idx="3">
                  <c:v>83010.1814063</c:v>
                </c:pt>
                <c:pt idx="4">
                  <c:v>148160.867258</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28453.7806875</c:v>
                </c:pt>
                <c:pt idx="1">
                  <c:v>31889.6482083</c:v>
                </c:pt>
                <c:pt idx="2">
                  <c:v>37289.7851528</c:v>
                </c:pt>
                <c:pt idx="3">
                  <c:v>38260.7033958</c:v>
                </c:pt>
                <c:pt idx="4">
                  <c:v>75577.081575</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26769.5675</c:v>
                </c:pt>
                <c:pt idx="1">
                  <c:v>31187.8976875</c:v>
                </c:pt>
                <c:pt idx="2">
                  <c:v>32630.1693611</c:v>
                </c:pt>
                <c:pt idx="3">
                  <c:v>30583.1390208</c:v>
                </c:pt>
                <c:pt idx="4">
                  <c:v>65733.04225</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31314.7109688</c:v>
                </c:pt>
                <c:pt idx="1">
                  <c:v>42116.073125</c:v>
                </c:pt>
                <c:pt idx="2">
                  <c:v>42295.7743194</c:v>
                </c:pt>
                <c:pt idx="3">
                  <c:v>48832.2781667</c:v>
                </c:pt>
                <c:pt idx="4">
                  <c:v>92371.177175</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34917.8855625</c:v>
                </c:pt>
                <c:pt idx="1">
                  <c:v>37778.6812083</c:v>
                </c:pt>
                <c:pt idx="2">
                  <c:v>35697.8465139</c:v>
                </c:pt>
                <c:pt idx="3">
                  <c:v>48318.6467396</c:v>
                </c:pt>
                <c:pt idx="4">
                  <c:v>75666.720125</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29753.3125625</c:v>
                </c:pt>
                <c:pt idx="1">
                  <c:v>31880.9179792</c:v>
                </c:pt>
                <c:pt idx="2">
                  <c:v>30760.7392222</c:v>
                </c:pt>
                <c:pt idx="3">
                  <c:v>42054.2254167</c:v>
                </c:pt>
                <c:pt idx="4">
                  <c:v>63879.4461833</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35390.3934063</c:v>
                </c:pt>
                <c:pt idx="1">
                  <c:v>40638.2589375</c:v>
                </c:pt>
                <c:pt idx="2">
                  <c:v>38417.0697083</c:v>
                </c:pt>
                <c:pt idx="3">
                  <c:v>55621.5547396</c:v>
                </c:pt>
                <c:pt idx="4">
                  <c:v>86511.6246833</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5.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2905.26430769</c:v>
                </c:pt>
                <c:pt idx="1">
                  <c:v>7460.93257692</c:v>
                </c:pt>
                <c:pt idx="2">
                  <c:v>23686.4307009</c:v>
                </c:pt>
                <c:pt idx="3">
                  <c:v>13161.4615577</c:v>
                </c:pt>
                <c:pt idx="4">
                  <c:v>15966.3580513</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1877.67157692</c:v>
                </c:pt>
                <c:pt idx="1">
                  <c:v>6996.42591026</c:v>
                </c:pt>
                <c:pt idx="2">
                  <c:v>23093.7297436</c:v>
                </c:pt>
                <c:pt idx="3">
                  <c:v>11530.0767436</c:v>
                </c:pt>
                <c:pt idx="4">
                  <c:v>13225.8181846</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5709.47757692</c:v>
                </c:pt>
                <c:pt idx="1">
                  <c:v>8055.38938462</c:v>
                </c:pt>
                <c:pt idx="2">
                  <c:v>29232.6973504</c:v>
                </c:pt>
                <c:pt idx="3">
                  <c:v>17426.9541218</c:v>
                </c:pt>
                <c:pt idx="4">
                  <c:v>19995.184041</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3688.22373077</c:v>
                </c:pt>
                <c:pt idx="1">
                  <c:v>7660.57603846</c:v>
                </c:pt>
                <c:pt idx="2">
                  <c:v>28911.6286923</c:v>
                </c:pt>
                <c:pt idx="3">
                  <c:v>18927.8614615</c:v>
                </c:pt>
                <c:pt idx="4">
                  <c:v>17173.2993333</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3083.38255769</c:v>
                </c:pt>
                <c:pt idx="1">
                  <c:v>7336.56483333</c:v>
                </c:pt>
                <c:pt idx="2">
                  <c:v>27554.5888376</c:v>
                </c:pt>
                <c:pt idx="3">
                  <c:v>17187.7296474</c:v>
                </c:pt>
                <c:pt idx="4">
                  <c:v>15514.9168769</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5090.92755769</c:v>
                </c:pt>
                <c:pt idx="1">
                  <c:v>9790.58215385</c:v>
                </c:pt>
                <c:pt idx="2">
                  <c:v>31979.4942222</c:v>
                </c:pt>
                <c:pt idx="3">
                  <c:v>20000.3999808</c:v>
                </c:pt>
                <c:pt idx="4">
                  <c:v>17803.6936667</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3656.28323077</c:v>
                </c:pt>
                <c:pt idx="1">
                  <c:v>7223.33975641</c:v>
                </c:pt>
                <c:pt idx="2">
                  <c:v>25428.2431197</c:v>
                </c:pt>
                <c:pt idx="3">
                  <c:v>17351.0710769</c:v>
                </c:pt>
                <c:pt idx="4">
                  <c:v>10983.9767949</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2999.27161538</c:v>
                </c:pt>
                <c:pt idx="1">
                  <c:v>6356.51164103</c:v>
                </c:pt>
                <c:pt idx="2">
                  <c:v>21471.3261966</c:v>
                </c:pt>
                <c:pt idx="3">
                  <c:v>14268.6360192</c:v>
                </c:pt>
                <c:pt idx="4">
                  <c:v>10017.6577744</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3829.31807692</c:v>
                </c:pt>
                <c:pt idx="1">
                  <c:v>7268.87023077</c:v>
                </c:pt>
                <c:pt idx="2">
                  <c:v>27904.6036667</c:v>
                </c:pt>
                <c:pt idx="3">
                  <c:v>19192.1857179</c:v>
                </c:pt>
                <c:pt idx="4">
                  <c:v>18751.1111333</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6.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3936.08430769</c:v>
                </c:pt>
                <c:pt idx="1">
                  <c:v>5912.64215385</c:v>
                </c:pt>
                <c:pt idx="2">
                  <c:v>23835.1710256</c:v>
                </c:pt>
                <c:pt idx="3">
                  <c:v>18000.1815705</c:v>
                </c:pt>
                <c:pt idx="4">
                  <c:v>12816.2614256</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3727.31828846</c:v>
                </c:pt>
                <c:pt idx="1">
                  <c:v>5176.75562821</c:v>
                </c:pt>
                <c:pt idx="2">
                  <c:v>20965.2791538</c:v>
                </c:pt>
                <c:pt idx="3">
                  <c:v>17457.1926346</c:v>
                </c:pt>
                <c:pt idx="4">
                  <c:v>11296.3347846</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5033.98473077</c:v>
                </c:pt>
                <c:pt idx="1">
                  <c:v>6649.94102564</c:v>
                </c:pt>
                <c:pt idx="2">
                  <c:v>24697.8546496</c:v>
                </c:pt>
                <c:pt idx="3">
                  <c:v>20227.3392244</c:v>
                </c:pt>
                <c:pt idx="4">
                  <c:v>14211.9655897</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4473.86430769</c:v>
                </c:pt>
                <c:pt idx="1">
                  <c:v>6647.9729359</c:v>
                </c:pt>
                <c:pt idx="2">
                  <c:v>26814.0797436</c:v>
                </c:pt>
                <c:pt idx="3">
                  <c:v>20259.0602179</c:v>
                </c:pt>
                <c:pt idx="4">
                  <c:v>11576.5064</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4409.87080769</c:v>
                </c:pt>
                <c:pt idx="1">
                  <c:v>6599.47874359</c:v>
                </c:pt>
                <c:pt idx="2">
                  <c:v>23651.8191368</c:v>
                </c:pt>
                <c:pt idx="3">
                  <c:v>15335.1767949</c:v>
                </c:pt>
                <c:pt idx="4">
                  <c:v>9032.85667692</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5666.16292308</c:v>
                </c:pt>
                <c:pt idx="1">
                  <c:v>8437.50583333</c:v>
                </c:pt>
                <c:pt idx="2">
                  <c:v>29173.4822479</c:v>
                </c:pt>
                <c:pt idx="3">
                  <c:v>22484.9379231</c:v>
                </c:pt>
                <c:pt idx="4">
                  <c:v>14393.3794154</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4371.192</c:v>
                </c:pt>
                <c:pt idx="1">
                  <c:v>5968.06916667</c:v>
                </c:pt>
                <c:pt idx="2">
                  <c:v>21607.5966068</c:v>
                </c:pt>
                <c:pt idx="3">
                  <c:v>16435.9179551</c:v>
                </c:pt>
                <c:pt idx="4">
                  <c:v>9944.95012308</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2749.11109615</c:v>
                </c:pt>
                <c:pt idx="1">
                  <c:v>4655.41832051</c:v>
                </c:pt>
                <c:pt idx="2">
                  <c:v>21036.8216154</c:v>
                </c:pt>
                <c:pt idx="3">
                  <c:v>12162.7431923</c:v>
                </c:pt>
                <c:pt idx="4">
                  <c:v>7400.06746154</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5154.08603846</c:v>
                </c:pt>
                <c:pt idx="1">
                  <c:v>6063.19752564</c:v>
                </c:pt>
                <c:pt idx="2">
                  <c:v>25438.9543248</c:v>
                </c:pt>
                <c:pt idx="3">
                  <c:v>16845.9345513</c:v>
                </c:pt>
                <c:pt idx="4">
                  <c:v>12704.1818872</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7.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3716.6106875</c:v>
                </c:pt>
                <c:pt idx="1">
                  <c:v>3940.6925</c:v>
                </c:pt>
                <c:pt idx="2">
                  <c:v>8085.21993519</c:v>
                </c:pt>
                <c:pt idx="3">
                  <c:v>11947.0456042</c:v>
                </c:pt>
                <c:pt idx="4">
                  <c:v>16945.9288389</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3414.38941667</c:v>
                </c:pt>
                <c:pt idx="1">
                  <c:v>3405.37366667</c:v>
                </c:pt>
                <c:pt idx="2">
                  <c:v>6165.13850926</c:v>
                </c:pt>
                <c:pt idx="3">
                  <c:v>10019.556625</c:v>
                </c:pt>
                <c:pt idx="4">
                  <c:v>16335.4347278</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4350.02154167</c:v>
                </c:pt>
                <c:pt idx="1">
                  <c:v>4489.10352778</c:v>
                </c:pt>
                <c:pt idx="2">
                  <c:v>9034.66598148</c:v>
                </c:pt>
                <c:pt idx="3">
                  <c:v>12524.3910208</c:v>
                </c:pt>
                <c:pt idx="4">
                  <c:v>18322.40425</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756.629895833</c:v>
                </c:pt>
                <c:pt idx="1">
                  <c:v>4514.19197222</c:v>
                </c:pt>
                <c:pt idx="2">
                  <c:v>7040.85213889</c:v>
                </c:pt>
                <c:pt idx="3">
                  <c:v>7845.30608333</c:v>
                </c:pt>
                <c:pt idx="4">
                  <c:v>14312.5457889</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321.6641875</c:v>
                </c:pt>
                <c:pt idx="1">
                  <c:v>3154.57576389</c:v>
                </c:pt>
                <c:pt idx="2">
                  <c:v>5649.50884259</c:v>
                </c:pt>
                <c:pt idx="3">
                  <c:v>7444.82893056</c:v>
                </c:pt>
                <c:pt idx="4">
                  <c:v>13690.5631111</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1206.20808333</c:v>
                </c:pt>
                <c:pt idx="1">
                  <c:v>4790.88823611</c:v>
                </c:pt>
                <c:pt idx="2">
                  <c:v>10158.5486481</c:v>
                </c:pt>
                <c:pt idx="3">
                  <c:v>8681.07309722</c:v>
                </c:pt>
                <c:pt idx="4">
                  <c:v>16469.5398778</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620.9265</c:v>
                </c:pt>
                <c:pt idx="1">
                  <c:v>3944.49548611</c:v>
                </c:pt>
                <c:pt idx="2">
                  <c:v>6897.4865463</c:v>
                </c:pt>
                <c:pt idx="3">
                  <c:v>8180.87978472</c:v>
                </c:pt>
                <c:pt idx="4">
                  <c:v>11259.0994722</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422.820041667</c:v>
                </c:pt>
                <c:pt idx="1">
                  <c:v>3125.49951389</c:v>
                </c:pt>
                <c:pt idx="2">
                  <c:v>6727.41381481</c:v>
                </c:pt>
                <c:pt idx="3">
                  <c:v>6762.2879375</c:v>
                </c:pt>
                <c:pt idx="4">
                  <c:v>11230.2787833</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631.510125</c:v>
                </c:pt>
                <c:pt idx="1">
                  <c:v>4613.18615278</c:v>
                </c:pt>
                <c:pt idx="2">
                  <c:v>9776.69239815</c:v>
                </c:pt>
                <c:pt idx="3">
                  <c:v>10026.5022569</c:v>
                </c:pt>
                <c:pt idx="4">
                  <c:v>16113.2221833</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8.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2104.07466667</c:v>
                </c:pt>
                <c:pt idx="1">
                  <c:v>4812.72684722</c:v>
                </c:pt>
                <c:pt idx="2">
                  <c:v>9816.1412963</c:v>
                </c:pt>
                <c:pt idx="3">
                  <c:v>14919.891625</c:v>
                </c:pt>
                <c:pt idx="4">
                  <c:v>23301.6776778</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1560.5811875</c:v>
                </c:pt>
                <c:pt idx="1">
                  <c:v>4551.17127778</c:v>
                </c:pt>
                <c:pt idx="2">
                  <c:v>9545.56201852</c:v>
                </c:pt>
                <c:pt idx="3">
                  <c:v>14203.0476181</c:v>
                </c:pt>
                <c:pt idx="4">
                  <c:v>20382.53</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3049.88825</c:v>
                </c:pt>
                <c:pt idx="1">
                  <c:v>6197.24009722</c:v>
                </c:pt>
                <c:pt idx="2">
                  <c:v>11363.9808704</c:v>
                </c:pt>
                <c:pt idx="3">
                  <c:v>15073.6606111</c:v>
                </c:pt>
                <c:pt idx="4">
                  <c:v>24304.9766111</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2573.48533333</c:v>
                </c:pt>
                <c:pt idx="1">
                  <c:v>3342.40390278</c:v>
                </c:pt>
                <c:pt idx="2">
                  <c:v>6927.21878704</c:v>
                </c:pt>
                <c:pt idx="3">
                  <c:v>7218.31096528</c:v>
                </c:pt>
                <c:pt idx="4">
                  <c:v>12751.9514611</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2505.17545833</c:v>
                </c:pt>
                <c:pt idx="1">
                  <c:v>2051.93308333</c:v>
                </c:pt>
                <c:pt idx="2">
                  <c:v>6034.36508333</c:v>
                </c:pt>
                <c:pt idx="3">
                  <c:v>6847.27595833</c:v>
                </c:pt>
                <c:pt idx="4">
                  <c:v>12594.1643167</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2826.836125</c:v>
                </c:pt>
                <c:pt idx="1">
                  <c:v>4119.98998611</c:v>
                </c:pt>
                <c:pt idx="2">
                  <c:v>7284.91218519</c:v>
                </c:pt>
                <c:pt idx="3">
                  <c:v>7273.23739583</c:v>
                </c:pt>
                <c:pt idx="4">
                  <c:v>14513.8612167</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2761.30922917</c:v>
                </c:pt>
                <c:pt idx="1">
                  <c:v>3353.93809722</c:v>
                </c:pt>
                <c:pt idx="2">
                  <c:v>6651.70219444</c:v>
                </c:pt>
                <c:pt idx="3">
                  <c:v>9331.10307639</c:v>
                </c:pt>
                <c:pt idx="4">
                  <c:v>12899.1115944</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1639.90720833</c:v>
                </c:pt>
                <c:pt idx="1">
                  <c:v>2517.43430556</c:v>
                </c:pt>
                <c:pt idx="2">
                  <c:v>6046.27141667</c:v>
                </c:pt>
                <c:pt idx="3">
                  <c:v>9291.64436806</c:v>
                </c:pt>
                <c:pt idx="4">
                  <c:v>12109.0713722</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2849.6191875</c:v>
                </c:pt>
                <c:pt idx="1">
                  <c:v>3972.317125</c:v>
                </c:pt>
                <c:pt idx="2">
                  <c:v>8913.22118519</c:v>
                </c:pt>
                <c:pt idx="3">
                  <c:v>9772.8940625</c:v>
                </c:pt>
                <c:pt idx="4">
                  <c:v>14611.7361167</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49.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35999.103875</c:v>
                </c:pt>
                <c:pt idx="1">
                  <c:v>40580.7235833</c:v>
                </c:pt>
                <c:pt idx="2">
                  <c:v>60892.2755833</c:v>
                </c:pt>
                <c:pt idx="3">
                  <c:v>84602.4196875</c:v>
                </c:pt>
                <c:pt idx="4">
                  <c:v>95593.4631667</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34009.75125</c:v>
                </c:pt>
                <c:pt idx="1">
                  <c:v>39377.4874444</c:v>
                </c:pt>
                <c:pt idx="2">
                  <c:v>56627.9741019</c:v>
                </c:pt>
                <c:pt idx="3">
                  <c:v>84457.9488542</c:v>
                </c:pt>
                <c:pt idx="4">
                  <c:v>93323.8194778</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36502.3206875</c:v>
                </c:pt>
                <c:pt idx="1">
                  <c:v>41058.0525</c:v>
                </c:pt>
                <c:pt idx="2">
                  <c:v>62645.5696204</c:v>
                </c:pt>
                <c:pt idx="3">
                  <c:v>90707.6128611</c:v>
                </c:pt>
                <c:pt idx="4">
                  <c:v>95942.4431278</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37400.6705</c:v>
                </c:pt>
                <c:pt idx="1">
                  <c:v>45749.8853472</c:v>
                </c:pt>
                <c:pt idx="2">
                  <c:v>55902.6486111</c:v>
                </c:pt>
                <c:pt idx="3">
                  <c:v>78195.8253125</c:v>
                </c:pt>
                <c:pt idx="4">
                  <c:v>92903.2041556</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30424.4293542</c:v>
                </c:pt>
                <c:pt idx="1">
                  <c:v>43006.1803194</c:v>
                </c:pt>
                <c:pt idx="2">
                  <c:v>55822.8699352</c:v>
                </c:pt>
                <c:pt idx="3">
                  <c:v>78192.4953681</c:v>
                </c:pt>
                <c:pt idx="4">
                  <c:v>90726.8724278</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37671.3909375</c:v>
                </c:pt>
                <c:pt idx="1">
                  <c:v>47081.8783194</c:v>
                </c:pt>
                <c:pt idx="2">
                  <c:v>59717.9519167</c:v>
                </c:pt>
                <c:pt idx="3">
                  <c:v>86411.0715278</c:v>
                </c:pt>
                <c:pt idx="4">
                  <c:v>97311.6886056</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34632.3703125</c:v>
                </c:pt>
                <c:pt idx="1">
                  <c:v>42694.1118889</c:v>
                </c:pt>
                <c:pt idx="2">
                  <c:v>59428.0587685</c:v>
                </c:pt>
                <c:pt idx="3">
                  <c:v>81322.2131875</c:v>
                </c:pt>
                <c:pt idx="4">
                  <c:v>87669.0678556</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34603.6965833</c:v>
                </c:pt>
                <c:pt idx="1">
                  <c:v>38969.4742778</c:v>
                </c:pt>
                <c:pt idx="2">
                  <c:v>59245.9716481</c:v>
                </c:pt>
                <c:pt idx="3">
                  <c:v>78700.437375</c:v>
                </c:pt>
                <c:pt idx="4">
                  <c:v>82622.8291778</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35615.7166875</c:v>
                </c:pt>
                <c:pt idx="1">
                  <c:v>45383.9860417</c:v>
                </c:pt>
                <c:pt idx="2">
                  <c:v>60472.0712407</c:v>
                </c:pt>
                <c:pt idx="3">
                  <c:v>81821.1739375</c:v>
                </c:pt>
                <c:pt idx="4">
                  <c:v>92429.7824333</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50.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38884.4178125</c:v>
                </c:pt>
                <c:pt idx="1">
                  <c:v>37414.4136528</c:v>
                </c:pt>
                <c:pt idx="2">
                  <c:v>61337.0910741</c:v>
                </c:pt>
                <c:pt idx="3">
                  <c:v>96689.1477083</c:v>
                </c:pt>
                <c:pt idx="4">
                  <c:v>112479.597056</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35909.83775</c:v>
                </c:pt>
                <c:pt idx="1">
                  <c:v>36513.0206528</c:v>
                </c:pt>
                <c:pt idx="2">
                  <c:v>59681.675713</c:v>
                </c:pt>
                <c:pt idx="3">
                  <c:v>93006.5744028</c:v>
                </c:pt>
                <c:pt idx="4">
                  <c:v>107441.024222</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42920.8004792</c:v>
                </c:pt>
                <c:pt idx="1">
                  <c:v>38468.6579722</c:v>
                </c:pt>
                <c:pt idx="2">
                  <c:v>63138.0879537</c:v>
                </c:pt>
                <c:pt idx="3">
                  <c:v>100623.988736</c:v>
                </c:pt>
                <c:pt idx="4">
                  <c:v>127473.565611</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32400.95225</c:v>
                </c:pt>
                <c:pt idx="1">
                  <c:v>37813.5732917</c:v>
                </c:pt>
                <c:pt idx="2">
                  <c:v>54392.6092963</c:v>
                </c:pt>
                <c:pt idx="3">
                  <c:v>84216.1719722</c:v>
                </c:pt>
                <c:pt idx="4">
                  <c:v>92105.3838944</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32203.957125</c:v>
                </c:pt>
                <c:pt idx="1">
                  <c:v>36866.1795694</c:v>
                </c:pt>
                <c:pt idx="2">
                  <c:v>53009.5443148</c:v>
                </c:pt>
                <c:pt idx="3">
                  <c:v>83770.0563125</c:v>
                </c:pt>
                <c:pt idx="4">
                  <c:v>88903.0925833</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35050.3930625</c:v>
                </c:pt>
                <c:pt idx="1">
                  <c:v>41710.0048056</c:v>
                </c:pt>
                <c:pt idx="2">
                  <c:v>57919.9952222</c:v>
                </c:pt>
                <c:pt idx="3">
                  <c:v>84657.1087153</c:v>
                </c:pt>
                <c:pt idx="4">
                  <c:v>93222.2513167</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35502.7975833</c:v>
                </c:pt>
                <c:pt idx="1">
                  <c:v>37484.4758889</c:v>
                </c:pt>
                <c:pt idx="2">
                  <c:v>55245.4283148</c:v>
                </c:pt>
                <c:pt idx="3">
                  <c:v>86787.4425417</c:v>
                </c:pt>
                <c:pt idx="4">
                  <c:v>91028.1712056</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34769.6397917</c:v>
                </c:pt>
                <c:pt idx="1">
                  <c:v>37122.625375</c:v>
                </c:pt>
                <c:pt idx="2">
                  <c:v>54444.7948981</c:v>
                </c:pt>
                <c:pt idx="3">
                  <c:v>83881.6852708</c:v>
                </c:pt>
                <c:pt idx="4">
                  <c:v>90856.9531333</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39597.1743125</c:v>
                </c:pt>
                <c:pt idx="1">
                  <c:v>39910.2376111</c:v>
                </c:pt>
                <c:pt idx="2">
                  <c:v>57094.8598704</c:v>
                </c:pt>
                <c:pt idx="3">
                  <c:v>89604.3820972</c:v>
                </c:pt>
                <c:pt idx="4">
                  <c:v>96064.0651611</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51.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6.35200000015</c:v>
                </c:pt>
                <c:pt idx="1">
                  <c:v>6.21700000002</c:v>
                </c:pt>
                <c:pt idx="2">
                  <c:v>8.07200000007</c:v>
                </c:pt>
                <c:pt idx="3">
                  <c:v>6.84716666672</c:v>
                </c:pt>
                <c:pt idx="4">
                  <c:v>9.59546666669</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5.87850000005</c:v>
                </c:pt>
                <c:pt idx="1">
                  <c:v>6.14683333332</c:v>
                </c:pt>
                <c:pt idx="2">
                  <c:v>6.38199999998</c:v>
                </c:pt>
                <c:pt idx="3">
                  <c:v>5.96633333335</c:v>
                </c:pt>
                <c:pt idx="4">
                  <c:v>6.21700000005</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12.9847499999</c:v>
                </c:pt>
                <c:pt idx="1">
                  <c:v>8.48766666674</c:v>
                </c:pt>
                <c:pt idx="2">
                  <c:v>10.7826666666</c:v>
                </c:pt>
                <c:pt idx="3">
                  <c:v>7.46999999994</c:v>
                </c:pt>
                <c:pt idx="4">
                  <c:v>11.2565333333</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15.6245</c:v>
                </c:pt>
                <c:pt idx="1">
                  <c:v>9.26066666673</c:v>
                </c:pt>
                <c:pt idx="2">
                  <c:v>9.59488888894</c:v>
                </c:pt>
                <c:pt idx="3">
                  <c:v>8.3008333333</c:v>
                </c:pt>
                <c:pt idx="4">
                  <c:v>8.2921333334</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6.25924999997</c:v>
                </c:pt>
                <c:pt idx="1">
                  <c:v>6.83966666672</c:v>
                </c:pt>
                <c:pt idx="2">
                  <c:v>8.74222222219</c:v>
                </c:pt>
                <c:pt idx="3">
                  <c:v>6.68774999998</c:v>
                </c:pt>
                <c:pt idx="4">
                  <c:v>6.99913333338</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17.8437500001</c:v>
                </c:pt>
                <c:pt idx="1">
                  <c:v>10.0693333333</c:v>
                </c:pt>
                <c:pt idx="2">
                  <c:v>9.62622222235</c:v>
                </c:pt>
                <c:pt idx="3">
                  <c:v>8.68724999998</c:v>
                </c:pt>
                <c:pt idx="4">
                  <c:v>16.5919999999</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6.49474999997</c:v>
                </c:pt>
                <c:pt idx="1">
                  <c:v>10.4161666666</c:v>
                </c:pt>
                <c:pt idx="2">
                  <c:v>7.05900000008</c:v>
                </c:pt>
                <c:pt idx="3">
                  <c:v>7.19758333335</c:v>
                </c:pt>
                <c:pt idx="4">
                  <c:v>6.89099999993</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6.11125</c:v>
                </c:pt>
                <c:pt idx="1">
                  <c:v>9.05066666672</c:v>
                </c:pt>
                <c:pt idx="2">
                  <c:v>7.01522222219</c:v>
                </c:pt>
                <c:pt idx="3">
                  <c:v>7.02408333333</c:v>
                </c:pt>
                <c:pt idx="4">
                  <c:v>6.81893333334</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7.16600000004</c:v>
                </c:pt>
                <c:pt idx="1">
                  <c:v>10.7168333334</c:v>
                </c:pt>
                <c:pt idx="2">
                  <c:v>7.38733333339</c:v>
                </c:pt>
                <c:pt idx="3">
                  <c:v>8.52283333337</c:v>
                </c:pt>
                <c:pt idx="4">
                  <c:v>10.4458666667</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52.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5.55749999997</c:v>
                </c:pt>
                <c:pt idx="1">
                  <c:v>6.39033333334</c:v>
                </c:pt>
                <c:pt idx="2">
                  <c:v>8.60511111103</c:v>
                </c:pt>
                <c:pt idx="3">
                  <c:v>11.2460833334</c:v>
                </c:pt>
                <c:pt idx="4">
                  <c:v>7.57899999992</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5.50575000001</c:v>
                </c:pt>
                <c:pt idx="1">
                  <c:v>6.21166666659</c:v>
                </c:pt>
                <c:pt idx="2">
                  <c:v>8.45799999997</c:v>
                </c:pt>
                <c:pt idx="3">
                  <c:v>7.04674999999</c:v>
                </c:pt>
                <c:pt idx="4">
                  <c:v>6.71746666665</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12.1932499999</c:v>
                </c:pt>
                <c:pt idx="1">
                  <c:v>6.78633333331</c:v>
                </c:pt>
                <c:pt idx="2">
                  <c:v>15.7553333332</c:v>
                </c:pt>
                <c:pt idx="3">
                  <c:v>15.0367500001</c:v>
                </c:pt>
                <c:pt idx="4">
                  <c:v>8.7590666667</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5.61550000007</c:v>
                </c:pt>
                <c:pt idx="1">
                  <c:v>6.53383333334</c:v>
                </c:pt>
                <c:pt idx="2">
                  <c:v>9.90299999997</c:v>
                </c:pt>
                <c:pt idx="3">
                  <c:v>6.1141666667</c:v>
                </c:pt>
                <c:pt idx="4">
                  <c:v>8.98486666667</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5.29524999992</c:v>
                </c:pt>
                <c:pt idx="1">
                  <c:v>6.15666666659</c:v>
                </c:pt>
                <c:pt idx="2">
                  <c:v>7.33844444444</c:v>
                </c:pt>
                <c:pt idx="3">
                  <c:v>5.82008333331</c:v>
                </c:pt>
                <c:pt idx="4">
                  <c:v>8.67293333337</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6.32450000011</c:v>
                </c:pt>
                <c:pt idx="1">
                  <c:v>7.3321666667</c:v>
                </c:pt>
                <c:pt idx="2">
                  <c:v>12.724</c:v>
                </c:pt>
                <c:pt idx="3">
                  <c:v>7.68783333334</c:v>
                </c:pt>
                <c:pt idx="4">
                  <c:v>9.39306666664</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5.70324999999</c:v>
                </c:pt>
                <c:pt idx="1">
                  <c:v>6.32533333329</c:v>
                </c:pt>
                <c:pt idx="2">
                  <c:v>8.13644444442</c:v>
                </c:pt>
                <c:pt idx="3">
                  <c:v>7.28449999994</c:v>
                </c:pt>
                <c:pt idx="4">
                  <c:v>9.02973333335</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5.20225000006</c:v>
                </c:pt>
                <c:pt idx="1">
                  <c:v>5.66066666667</c:v>
                </c:pt>
                <c:pt idx="2">
                  <c:v>7.27144444445</c:v>
                </c:pt>
                <c:pt idx="3">
                  <c:v>6.36783333341</c:v>
                </c:pt>
                <c:pt idx="4">
                  <c:v>7.67240000001</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6.61975</c:v>
                </c:pt>
                <c:pt idx="1">
                  <c:v>8.74999999995</c:v>
                </c:pt>
                <c:pt idx="2">
                  <c:v>8.60411111109</c:v>
                </c:pt>
                <c:pt idx="3">
                  <c:v>7.83391666643</c:v>
                </c:pt>
                <c:pt idx="4">
                  <c:v>18.1270666667</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53.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grid</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32691.9328125</c:v>
                </c:pt>
                <c:pt idx="1">
                  <c:v>31933.9784167</c:v>
                </c:pt>
                <c:pt idx="2">
                  <c:v>39001.9633611</c:v>
                </c:pt>
                <c:pt idx="3">
                  <c:v>63463.2891354</c:v>
                </c:pt>
                <c:pt idx="4">
                  <c:v>93184.1530667</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24977.53925</c:v>
                </c:pt>
                <c:pt idx="1">
                  <c:v>31584.0129583</c:v>
                </c:pt>
                <c:pt idx="2">
                  <c:v>38814.5428333</c:v>
                </c:pt>
                <c:pt idx="3">
                  <c:v>55431.1860625</c:v>
                </c:pt>
                <c:pt idx="4">
                  <c:v>87150.2142333</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32800.7773438</c:v>
                </c:pt>
                <c:pt idx="1">
                  <c:v>37932.1143542</c:v>
                </c:pt>
                <c:pt idx="2">
                  <c:v>42914.8925278</c:v>
                </c:pt>
                <c:pt idx="3">
                  <c:v>63601.615125</c:v>
                </c:pt>
                <c:pt idx="4">
                  <c:v>102631.992275</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28477.4469375</c:v>
                </c:pt>
                <c:pt idx="1">
                  <c:v>36563.7279375</c:v>
                </c:pt>
                <c:pt idx="2">
                  <c:v>36546.9227917</c:v>
                </c:pt>
                <c:pt idx="3">
                  <c:v>46183.8274271</c:v>
                </c:pt>
                <c:pt idx="4">
                  <c:v>79911.55145</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27710.23525</c:v>
                </c:pt>
                <c:pt idx="1">
                  <c:v>35238.1553542</c:v>
                </c:pt>
                <c:pt idx="2">
                  <c:v>32842.8670417</c:v>
                </c:pt>
                <c:pt idx="3">
                  <c:v>43640.5924896</c:v>
                </c:pt>
                <c:pt idx="4">
                  <c:v>63478.27955</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30339.0766875</c:v>
                </c:pt>
                <c:pt idx="1">
                  <c:v>36610.9773542</c:v>
                </c:pt>
                <c:pt idx="2">
                  <c:v>40611.0199722</c:v>
                </c:pt>
                <c:pt idx="3">
                  <c:v>55293.9721562</c:v>
                </c:pt>
                <c:pt idx="4">
                  <c:v>81337.8976667</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29920.2574375</c:v>
                </c:pt>
                <c:pt idx="1">
                  <c:v>37928.0056875</c:v>
                </c:pt>
                <c:pt idx="2">
                  <c:v>37658.77375</c:v>
                </c:pt>
                <c:pt idx="3">
                  <c:v>47527.2945521</c:v>
                </c:pt>
                <c:pt idx="4">
                  <c:v>61331.927275</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26267.2490938</c:v>
                </c:pt>
                <c:pt idx="1">
                  <c:v>37515.4367708</c:v>
                </c:pt>
                <c:pt idx="2">
                  <c:v>36028.4566111</c:v>
                </c:pt>
                <c:pt idx="3">
                  <c:v>46650.134125</c:v>
                </c:pt>
                <c:pt idx="4">
                  <c:v>59135.7335917</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30768.785875</c:v>
                </c:pt>
                <c:pt idx="1">
                  <c:v>38920.0286875</c:v>
                </c:pt>
                <c:pt idx="2">
                  <c:v>44240.9242917</c:v>
                </c:pt>
                <c:pt idx="3">
                  <c:v>49480.5155208</c:v>
                </c:pt>
                <c:pt idx="4">
                  <c:v>65171.5981</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charts/chart54.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275">
                <a:latin typeface="Arial"/>
                <a:ea typeface="Arial"/>
                <a:cs typeface="Arial"/>
              </a:rPr>
              <a:t>CAAS line</a:t>
            </a:r>
          </a:p>
        </c:rich>
      </c:tx>
      <c:overlay val="0"/>
      <c:txPr>
        <a:bodyPr anchorCtr="1"/>
        <a:lstStyle/>
        <a:p>
          <a:pPr>
            <a:defRPr sz="1275">
              <a:latin typeface="Arial"/>
              <a:ea typeface="Arial"/>
              <a:cs typeface="Arial"/>
            </a:defRPr>
          </a:pPr>
        </a:p>
      </c:txPr>
    </c:title>
    <c:plotArea>
      <c:scatterChart>
        <c:scatterStyle val="lineMarker"/>
        <c:varyColors val="0"/>
        <c:ser>
          <c:idx val="0"/>
          <c:order val="0"/>
          <c:tx>
            <c:v>V0</c:v>
          </c:tx>
          <c:spPr>
            <a:ln w="16193">
              <a:solidFill>
                <a:srgbClr val="577590"/>
              </a:solidFill>
            </a:ln>
          </c:spPr>
          <c:xVal>
            <c:numRef>
              <c:f>'Chart Data'!$A$2:$A$6</c:f>
              <c:numCache>
                <c:formatCode>General</c:formatCode>
                <c:ptCount val="5"/>
                <c:pt idx="0">
                  <c:v>4</c:v>
                </c:pt>
                <c:pt idx="1">
                  <c:v>6</c:v>
                </c:pt>
                <c:pt idx="2">
                  <c:v>9</c:v>
                </c:pt>
                <c:pt idx="3">
                  <c:v>12</c:v>
                </c:pt>
                <c:pt idx="4">
                  <c:v>15</c:v>
                </c:pt>
              </c:numCache>
            </c:numRef>
          </c:xVal>
          <c:yVal>
            <c:numRef>
              <c:f>'Chart Data'!$B$2:$B$6</c:f>
              <c:numCache>
                <c:formatCode>0.##</c:formatCode>
                <c:ptCount val="5"/>
                <c:pt idx="0">
                  <c:v>31276.589</c:v>
                </c:pt>
                <c:pt idx="1">
                  <c:v>25131.6251458</c:v>
                </c:pt>
                <c:pt idx="2">
                  <c:v>46485.5485833</c:v>
                </c:pt>
                <c:pt idx="3">
                  <c:v>82801.4096667</c:v>
                </c:pt>
                <c:pt idx="4">
                  <c:v>129276.647767</c:v>
                </c:pt>
              </c:numCache>
            </c:numRef>
          </c:yVal>
        </c:ser>
        <c:ser>
          <c:idx val="1"/>
          <c:order val="1"/>
          <c:tx>
            <c:v>V0 min</c:v>
          </c:tx>
          <c:spPr>
            <a:ln w="5715">
              <a:solidFill>
                <a:srgbClr val="577590">
                  <a:alpha val="24000"/>
                </a:srgbClr>
              </a:solidFill>
            </a:ln>
          </c:spPr>
          <c:xVal>
            <c:numRef>
              <c:f>'Chart Data'!$C$2:$C$6</c:f>
              <c:numCache>
                <c:formatCode>General</c:formatCode>
                <c:ptCount val="5"/>
                <c:pt idx="0">
                  <c:v>4</c:v>
                </c:pt>
                <c:pt idx="1">
                  <c:v>6</c:v>
                </c:pt>
                <c:pt idx="2">
                  <c:v>9</c:v>
                </c:pt>
                <c:pt idx="3">
                  <c:v>12</c:v>
                </c:pt>
                <c:pt idx="4">
                  <c:v>15</c:v>
                </c:pt>
              </c:numCache>
            </c:numRef>
          </c:xVal>
          <c:yVal>
            <c:numRef>
              <c:f>'Chart Data'!$D$2:$D$6</c:f>
              <c:numCache>
                <c:formatCode>0.##</c:formatCode>
                <c:ptCount val="5"/>
                <c:pt idx="0">
                  <c:v>23743.0433437</c:v>
                </c:pt>
                <c:pt idx="1">
                  <c:v>25029.9238542</c:v>
                </c:pt>
                <c:pt idx="2">
                  <c:v>46295.4901111</c:v>
                </c:pt>
                <c:pt idx="3">
                  <c:v>72741.3853021</c:v>
                </c:pt>
                <c:pt idx="4">
                  <c:v>104006.249192</c:v>
                </c:pt>
              </c:numCache>
            </c:numRef>
          </c:yVal>
        </c:ser>
        <c:ser>
          <c:idx val="2"/>
          <c:order val="2"/>
          <c:tx>
            <c:v>V0 max</c:v>
          </c:tx>
          <c:spPr>
            <a:ln w="5715">
              <a:solidFill>
                <a:srgbClr val="577590">
                  <a:alpha val="24000"/>
                </a:srgbClr>
              </a:solidFill>
            </a:ln>
          </c:spPr>
          <c:xVal>
            <c:numRef>
              <c:f>'Chart Data'!$E$2:$E$6</c:f>
              <c:numCache>
                <c:formatCode>General</c:formatCode>
                <c:ptCount val="5"/>
                <c:pt idx="0">
                  <c:v>4</c:v>
                </c:pt>
                <c:pt idx="1">
                  <c:v>6</c:v>
                </c:pt>
                <c:pt idx="2">
                  <c:v>9</c:v>
                </c:pt>
                <c:pt idx="3">
                  <c:v>12</c:v>
                </c:pt>
                <c:pt idx="4">
                  <c:v>15</c:v>
                </c:pt>
              </c:numCache>
            </c:numRef>
          </c:xVal>
          <c:yVal>
            <c:numRef>
              <c:f>'Chart Data'!$F$2:$F$6</c:f>
              <c:numCache>
                <c:formatCode>0.##</c:formatCode>
                <c:ptCount val="5"/>
                <c:pt idx="0">
                  <c:v>34550.6151875</c:v>
                </c:pt>
                <c:pt idx="1">
                  <c:v>32415.5428333</c:v>
                </c:pt>
                <c:pt idx="2">
                  <c:v>54873.3811944</c:v>
                </c:pt>
                <c:pt idx="3">
                  <c:v>83015.5412292</c:v>
                </c:pt>
                <c:pt idx="4">
                  <c:v>148165.928633</c:v>
                </c:pt>
              </c:numCache>
            </c:numRef>
          </c:yVal>
        </c:ser>
        <c:ser>
          <c:idx val="3"/>
          <c:order val="3"/>
          <c:tx>
            <c:v>V1</c:v>
          </c:tx>
          <c:spPr>
            <a:ln w="16193">
              <a:solidFill>
                <a:srgbClr val="DF7D3C"/>
              </a:solidFill>
            </a:ln>
          </c:spPr>
          <c:xVal>
            <c:numRef>
              <c:f>'Chart Data'!$G$2:$G$6</c:f>
              <c:numCache>
                <c:formatCode>General</c:formatCode>
                <c:ptCount val="5"/>
                <c:pt idx="0">
                  <c:v>4</c:v>
                </c:pt>
                <c:pt idx="1">
                  <c:v>6</c:v>
                </c:pt>
                <c:pt idx="2">
                  <c:v>9</c:v>
                </c:pt>
                <c:pt idx="3">
                  <c:v>12</c:v>
                </c:pt>
                <c:pt idx="4">
                  <c:v>15</c:v>
                </c:pt>
              </c:numCache>
            </c:numRef>
          </c:xVal>
          <c:yVal>
            <c:numRef>
              <c:f>'Chart Data'!$H$2:$H$6</c:f>
              <c:numCache>
                <c:formatCode>0.##</c:formatCode>
                <c:ptCount val="5"/>
                <c:pt idx="0">
                  <c:v>28457.734375</c:v>
                </c:pt>
                <c:pt idx="1">
                  <c:v>31896.1995833</c:v>
                </c:pt>
                <c:pt idx="2">
                  <c:v>37295.5818056</c:v>
                </c:pt>
                <c:pt idx="3">
                  <c:v>38265.6775625</c:v>
                </c:pt>
                <c:pt idx="4">
                  <c:v>75582.1144583</c:v>
                </c:pt>
              </c:numCache>
            </c:numRef>
          </c:yVal>
        </c:ser>
        <c:ser>
          <c:idx val="4"/>
          <c:order val="4"/>
          <c:tx>
            <c:v>V1 min</c:v>
          </c:tx>
          <c:spPr>
            <a:ln w="5715">
              <a:solidFill>
                <a:srgbClr val="DF7D3C">
                  <a:alpha val="24000"/>
                </a:srgbClr>
              </a:solidFill>
            </a:ln>
          </c:spPr>
          <c:xVal>
            <c:numRef>
              <c:f>'Chart Data'!$I$2:$I$6</c:f>
              <c:numCache>
                <c:formatCode>General</c:formatCode>
                <c:ptCount val="5"/>
                <c:pt idx="0">
                  <c:v>4</c:v>
                </c:pt>
                <c:pt idx="1">
                  <c:v>6</c:v>
                </c:pt>
                <c:pt idx="2">
                  <c:v>9</c:v>
                </c:pt>
                <c:pt idx="3">
                  <c:v>12</c:v>
                </c:pt>
                <c:pt idx="4">
                  <c:v>15</c:v>
                </c:pt>
              </c:numCache>
            </c:numRef>
          </c:xVal>
          <c:yVal>
            <c:numRef>
              <c:f>'Chart Data'!$J$2:$J$6</c:f>
              <c:numCache>
                <c:formatCode>0.##</c:formatCode>
                <c:ptCount val="5"/>
                <c:pt idx="0">
                  <c:v>26773.8063125</c:v>
                </c:pt>
                <c:pt idx="1">
                  <c:v>31193.0543958</c:v>
                </c:pt>
                <c:pt idx="2">
                  <c:v>32636.0967778</c:v>
                </c:pt>
                <c:pt idx="3">
                  <c:v>30587.5262813</c:v>
                </c:pt>
                <c:pt idx="4">
                  <c:v>65737.980725</c:v>
                </c:pt>
              </c:numCache>
            </c:numRef>
          </c:yVal>
        </c:ser>
        <c:ser>
          <c:idx val="5"/>
          <c:order val="5"/>
          <c:tx>
            <c:v>V1 max</c:v>
          </c:tx>
          <c:spPr>
            <a:ln w="5715">
              <a:solidFill>
                <a:srgbClr val="DF7D3C">
                  <a:alpha val="24000"/>
                </a:srgbClr>
              </a:solidFill>
            </a:ln>
          </c:spPr>
          <c:xVal>
            <c:numRef>
              <c:f>'Chart Data'!$K$2:$K$6</c:f>
              <c:numCache>
                <c:formatCode>General</c:formatCode>
                <c:ptCount val="5"/>
                <c:pt idx="0">
                  <c:v>4</c:v>
                </c:pt>
                <c:pt idx="1">
                  <c:v>6</c:v>
                </c:pt>
                <c:pt idx="2">
                  <c:v>9</c:v>
                </c:pt>
                <c:pt idx="3">
                  <c:v>12</c:v>
                </c:pt>
                <c:pt idx="4">
                  <c:v>15</c:v>
                </c:pt>
              </c:numCache>
            </c:numRef>
          </c:xVal>
          <c:yVal>
            <c:numRef>
              <c:f>'Chart Data'!$L$2:$L$6</c:f>
              <c:numCache>
                <c:formatCode>0.##</c:formatCode>
                <c:ptCount val="5"/>
                <c:pt idx="0">
                  <c:v>31318.2280313</c:v>
                </c:pt>
                <c:pt idx="1">
                  <c:v>42121.3251458</c:v>
                </c:pt>
                <c:pt idx="2">
                  <c:v>42301.4592222</c:v>
                </c:pt>
                <c:pt idx="3">
                  <c:v>48837.9966563</c:v>
                </c:pt>
                <c:pt idx="4">
                  <c:v>92376.4719667</c:v>
                </c:pt>
              </c:numCache>
            </c:numRef>
          </c:yVal>
        </c:ser>
        <c:ser>
          <c:idx val="6"/>
          <c:order val="6"/>
          <c:tx>
            <c:v>V2</c:v>
          </c:tx>
          <c:spPr>
            <a:ln w="16193">
              <a:solidFill>
                <a:srgbClr val="198D8D"/>
              </a:solidFill>
            </a:ln>
          </c:spPr>
          <c:xVal>
            <c:numRef>
              <c:f>'Chart Data'!$M$2:$M$6</c:f>
              <c:numCache>
                <c:formatCode>General</c:formatCode>
                <c:ptCount val="5"/>
                <c:pt idx="0">
                  <c:v>4</c:v>
                </c:pt>
                <c:pt idx="1">
                  <c:v>6</c:v>
                </c:pt>
                <c:pt idx="2">
                  <c:v>9</c:v>
                </c:pt>
                <c:pt idx="3">
                  <c:v>12</c:v>
                </c:pt>
                <c:pt idx="4">
                  <c:v>15</c:v>
                </c:pt>
              </c:numCache>
            </c:numRef>
          </c:xVal>
          <c:yVal>
            <c:numRef>
              <c:f>'Chart Data'!$N$2:$N$6</c:f>
              <c:numCache>
                <c:formatCode>0.##</c:formatCode>
                <c:ptCount val="5"/>
                <c:pt idx="0">
                  <c:v>34921.761125</c:v>
                </c:pt>
                <c:pt idx="1">
                  <c:v>37782.7203333</c:v>
                </c:pt>
                <c:pt idx="2">
                  <c:v>35703.1425139</c:v>
                </c:pt>
                <c:pt idx="3">
                  <c:v>48324.6367396</c:v>
                </c:pt>
                <c:pt idx="4">
                  <c:v>75671.9126167</c:v>
                </c:pt>
              </c:numCache>
            </c:numRef>
          </c:yVal>
        </c:ser>
        <c:ser>
          <c:idx val="7"/>
          <c:order val="7"/>
          <c:tx>
            <c:v>V2 min</c:v>
          </c:tx>
          <c:spPr>
            <a:ln w="5715">
              <a:solidFill>
                <a:srgbClr val="198D8D">
                  <a:alpha val="24000"/>
                </a:srgbClr>
              </a:solidFill>
            </a:ln>
          </c:spPr>
          <c:xVal>
            <c:numRef>
              <c:f>'Chart Data'!$O$2:$O$6</c:f>
              <c:numCache>
                <c:formatCode>General</c:formatCode>
                <c:ptCount val="5"/>
                <c:pt idx="0">
                  <c:v>4</c:v>
                </c:pt>
                <c:pt idx="1">
                  <c:v>6</c:v>
                </c:pt>
                <c:pt idx="2">
                  <c:v>9</c:v>
                </c:pt>
                <c:pt idx="3">
                  <c:v>12</c:v>
                </c:pt>
                <c:pt idx="4">
                  <c:v>15</c:v>
                </c:pt>
              </c:numCache>
            </c:numRef>
          </c:xVal>
          <c:yVal>
            <c:numRef>
              <c:f>'Chart Data'!$P$2:$P$6</c:f>
              <c:numCache>
                <c:formatCode>0.##</c:formatCode>
                <c:ptCount val="5"/>
                <c:pt idx="0">
                  <c:v>29756.8575</c:v>
                </c:pt>
                <c:pt idx="1">
                  <c:v>31886.2387083</c:v>
                </c:pt>
                <c:pt idx="2">
                  <c:v>30767.3116111</c:v>
                </c:pt>
                <c:pt idx="3">
                  <c:v>42058.6194062</c:v>
                </c:pt>
                <c:pt idx="4">
                  <c:v>63884.7260917</c:v>
                </c:pt>
              </c:numCache>
            </c:numRef>
          </c:yVal>
        </c:ser>
        <c:ser>
          <c:idx val="8"/>
          <c:order val="8"/>
          <c:tx>
            <c:v>V2 max</c:v>
          </c:tx>
          <c:spPr>
            <a:ln w="5715">
              <a:solidFill>
                <a:srgbClr val="198D8D">
                  <a:alpha val="24000"/>
                </a:srgbClr>
              </a:solidFill>
            </a:ln>
          </c:spPr>
          <c:xVal>
            <c:numRef>
              <c:f>'Chart Data'!$Q$2:$Q$6</c:f>
              <c:numCache>
                <c:formatCode>General</c:formatCode>
                <c:ptCount val="5"/>
                <c:pt idx="0">
                  <c:v>4</c:v>
                </c:pt>
                <c:pt idx="1">
                  <c:v>6</c:v>
                </c:pt>
                <c:pt idx="2">
                  <c:v>9</c:v>
                </c:pt>
                <c:pt idx="3">
                  <c:v>12</c:v>
                </c:pt>
                <c:pt idx="4">
                  <c:v>15</c:v>
                </c:pt>
              </c:numCache>
            </c:numRef>
          </c:xVal>
          <c:yVal>
            <c:numRef>
              <c:f>'Chart Data'!$R$2:$R$6</c:f>
              <c:numCache>
                <c:formatCode>0.##</c:formatCode>
                <c:ptCount val="5"/>
                <c:pt idx="0">
                  <c:v>35394.3817188</c:v>
                </c:pt>
                <c:pt idx="1">
                  <c:v>40643.338875</c:v>
                </c:pt>
                <c:pt idx="2">
                  <c:v>38421.8068194</c:v>
                </c:pt>
                <c:pt idx="3">
                  <c:v>55626.604375</c:v>
                </c:pt>
                <c:pt idx="4">
                  <c:v>86518.0605083</c:v>
                </c:pt>
              </c:numCache>
            </c:numRef>
          </c:y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logBase val="10"/>
          <c:orientation val="minMax"/>
        </c:scaling>
        <c:delete val="0"/>
        <c:axPos val="l"/>
        <c:majorGridlines>
          <c:spPr>
            <a:ln w="4763">
              <a:solidFill>
                <a:srgbClr val="DCE3E8"/>
              </a:solidFill>
            </a:ln>
          </c:spPr>
        </c:majorGridlines>
        <c:title>
          <c:tx>
            <c:rich>
              <a:bodyPr/>
              <a:lstStyle/>
              <a:p>
                <a:r>
                  <a:rPr sz="900">
                    <a:latin typeface="Arial"/>
                    <a:ea typeface="Arial"/>
                    <a:cs typeface="Arial"/>
                  </a:rPr>
                  <a:t>Endpoint time (us)</a:t>
                </a:r>
              </a:p>
            </c:rich>
          </c:tx>
          <c:overlay val="0"/>
          <c:txPr>
            <a:bodyPr anchorCtr="1"/>
            <a:lstStyle/>
            <a:p>
              <a:pPr>
                <a:defRPr sz="900">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50112"/>
      </c:valAx>
      <c:valAx>
        <c:axId val="48650112"/>
        <c:scaling>
          <c:orientation val="minMax"/>
          <c:max val="16"/>
          <c:min val="0"/>
        </c:scaling>
        <c:delete val="0"/>
        <c:axPos val="b"/>
        <c:title>
          <c:tx>
            <c:rich>
              <a:bodyPr/>
              <a:lstStyle/>
              <a:p>
                <a:r>
                  <a:rPr sz="900">
                    <a:latin typeface="Arial"/>
                    <a:ea typeface="Arial"/>
                    <a:cs typeface="Arial"/>
                  </a:rPr>
                  <a:t>Charging stations</a:t>
                </a:r>
              </a:p>
            </c:rich>
          </c:tx>
          <c:overlay val="0"/>
          <c:txPr>
            <a:bodyPr anchorCtr="1"/>
            <a:lstStyle/>
            <a:p>
              <a:pPr>
                <a:defRPr sz="900">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825">
                <a:solidFill>
                  <a:srgbClr val="666666"/>
                </a:solidFill>
                <a:latin typeface="Arial"/>
                <a:ea typeface="Arial"/>
                <a:cs typeface="Arial"/>
              </a:defRPr>
            </a:pPr>
          </a:p>
        </c:txPr>
        <c:crossAx val="48672768"/>
        <c:majorUnit val="4"/>
      </c:valAx>
      <c:spPr>
        <a:solidFill>
          <a:srgbClr val="FFFFFF"/>
        </a:solidFill>
      </c:spPr>
    </c:plotArea>
    <c:plotVisOnly val="1"/>
  </c:chart>
  <c:spPr>
    <a:solidFill>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1-text">
            <a:extLst xmlns:a="http://schemas.openxmlformats.org/drawingml/2006/main">
              <a:ext uri="{FF2B5EF4-FFF2-40B4-BE49-F238E27FC236}">
                <a16:creationId xmlns:a16="http://schemas.microsoft.com/office/drawing/2014/main" id="{1B9902AF-5616-4988-900F-E325CFBCB0C1}"/>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buNone/>
              <a:defRPr sz="750" b="1">
                <a:solidFill>
                  <a:srgbClr val="117C91"/>
                </a:solidFill>
                <a:latin typeface="Arial"/>
                <a:ea typeface="Arial"/>
                <a:cs typeface="Arial"/>
              </a:defRPr>
            </a:lvl1pPr>
            <a:lvl2pPr>
              <a:buNone/>
              <a:defRPr sz="750" b="1">
                <a:solidFill>
                  <a:srgbClr val="117C91"/>
                </a:solidFill>
                <a:latin typeface="Arial"/>
                <a:ea typeface="Arial"/>
                <a:cs typeface="Arial"/>
              </a:defRPr>
            </a:lvl2pPr>
            <a:lvl3pPr>
              <a:buNone/>
              <a:defRPr sz="750" b="1">
                <a:solidFill>
                  <a:srgbClr val="117C91"/>
                </a:solidFill>
                <a:latin typeface="Arial"/>
                <a:ea typeface="Arial"/>
                <a:cs typeface="Arial"/>
              </a:defRPr>
            </a:lvl3pPr>
            <a:lvl4pPr>
              <a:buNone/>
              <a:defRPr sz="750" b="1">
                <a:solidFill>
                  <a:srgbClr val="117C91"/>
                </a:solidFill>
                <a:latin typeface="Arial"/>
                <a:ea typeface="Arial"/>
                <a:cs typeface="Arial"/>
              </a:defRPr>
            </a:lvl4pPr>
            <a:lvl5pPr>
              <a:buNone/>
              <a:defRPr sz="750" b="1">
                <a:solidFill>
                  <a:srgbClr val="117C91"/>
                </a:solidFill>
                <a:latin typeface="Arial"/>
                <a:ea typeface="Arial"/>
                <a:cs typeface="Arial"/>
              </a:defRPr>
            </a:lvl5pPr>
            <a:lvl6pPr>
              <a:buNone/>
              <a:defRPr sz="750" b="1">
                <a:solidFill>
                  <a:srgbClr val="117C91"/>
                </a:solidFill>
                <a:latin typeface="Arial"/>
                <a:ea typeface="Arial"/>
                <a:cs typeface="Arial"/>
              </a:defRPr>
            </a:lvl6pPr>
            <a:lvl7pPr>
              <a:buNone/>
              <a:defRPr sz="750" b="1">
                <a:solidFill>
                  <a:srgbClr val="117C91"/>
                </a:solidFill>
                <a:latin typeface="Arial"/>
                <a:ea typeface="Arial"/>
                <a:cs typeface="Arial"/>
              </a:defRPr>
            </a:lvl7pPr>
            <a:lvl8pPr>
              <a:buNone/>
              <a:defRPr sz="750" b="1">
                <a:solidFill>
                  <a:srgbClr val="117C91"/>
                </a:solidFill>
                <a:latin typeface="Arial"/>
                <a:ea typeface="Arial"/>
                <a:cs typeface="Arial"/>
              </a:defRPr>
            </a:lvl8pPr>
            <a:lvl9pPr>
              <a:buNone/>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1-text">
            <a:extLst xmlns:a="http://schemas.openxmlformats.org/drawingml/2006/main">
              <a:ext uri="{FF2B5EF4-FFF2-40B4-BE49-F238E27FC236}">
                <a16:creationId xmlns:a16="http://schemas.microsoft.com/office/drawing/2014/main" id="{34DEDD32-18F2-4E46-88F3-451A1EE78BAF}"/>
              </a:ext>
            </a:extLst>
          </p:cNvPr>
          <p:cNvSpPr>
            <a:spLocks xmlns:a="http://schemas.openxmlformats.org/drawingml/2006/main" noGrp="1"/>
          </p:cNvSpPr>
          <p:nvPr/>
        </p:nvSpPr>
        <p:spPr>
          <a:xfrm xmlns:a="http://schemas.openxmlformats.org/drawingml/2006/main">
            <a:off x="419100" y="451485"/>
            <a:ext cx="448713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buNone/>
              <a:defRPr sz="2250" b="1">
                <a:solidFill>
                  <a:srgbClr val="122B40"/>
                </a:solidFill>
                <a:latin typeface="Arial"/>
                <a:ea typeface="Arial"/>
                <a:cs typeface="Arial"/>
              </a:defRPr>
            </a:lvl1pPr>
            <a:lvl2pPr>
              <a:buNone/>
              <a:defRPr sz="2250" b="1">
                <a:solidFill>
                  <a:srgbClr val="122B40"/>
                </a:solidFill>
                <a:latin typeface="Arial"/>
                <a:ea typeface="Arial"/>
                <a:cs typeface="Arial"/>
              </a:defRPr>
            </a:lvl2pPr>
            <a:lvl3pPr>
              <a:buNone/>
              <a:defRPr sz="2250" b="1">
                <a:solidFill>
                  <a:srgbClr val="122B40"/>
                </a:solidFill>
                <a:latin typeface="Arial"/>
                <a:ea typeface="Arial"/>
                <a:cs typeface="Arial"/>
              </a:defRPr>
            </a:lvl3pPr>
            <a:lvl4pPr>
              <a:buNone/>
              <a:defRPr sz="2250" b="1">
                <a:solidFill>
                  <a:srgbClr val="122B40"/>
                </a:solidFill>
                <a:latin typeface="Arial"/>
                <a:ea typeface="Arial"/>
                <a:cs typeface="Arial"/>
              </a:defRPr>
            </a:lvl4pPr>
            <a:lvl5pPr>
              <a:buNone/>
              <a:defRPr sz="2250" b="1">
                <a:solidFill>
                  <a:srgbClr val="122B40"/>
                </a:solidFill>
                <a:latin typeface="Arial"/>
                <a:ea typeface="Arial"/>
                <a:cs typeface="Arial"/>
              </a:defRPr>
            </a:lvl5pPr>
            <a:lvl6pPr>
              <a:buNone/>
              <a:defRPr sz="2250" b="1">
                <a:solidFill>
                  <a:srgbClr val="122B40"/>
                </a:solidFill>
                <a:latin typeface="Arial"/>
                <a:ea typeface="Arial"/>
                <a:cs typeface="Arial"/>
              </a:defRPr>
            </a:lvl6pPr>
            <a:lvl7pPr>
              <a:buNone/>
              <a:defRPr sz="2250" b="1">
                <a:solidFill>
                  <a:srgbClr val="122B40"/>
                </a:solidFill>
                <a:latin typeface="Arial"/>
                <a:ea typeface="Arial"/>
                <a:cs typeface="Arial"/>
              </a:defRPr>
            </a:lvl7pPr>
            <a:lvl8pPr>
              <a:buNone/>
              <a:defRPr sz="2250" b="1">
                <a:solidFill>
                  <a:srgbClr val="122B40"/>
                </a:solidFill>
                <a:latin typeface="Arial"/>
                <a:ea typeface="Arial"/>
                <a:cs typeface="Arial"/>
              </a:defRPr>
            </a:lvl8pPr>
            <a:lvl9pPr>
              <a:buNone/>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Distributed EV charging network</a:t>
            </a:r>
          </a:p>
        </p:txBody>
      </p:sp>
      <p:sp>
        <p:nvSpPr>
          <p:cNvPr id="3" name="">
            <a:extLst xmlns:a="http://schemas.openxmlformats.org/drawingml/2006/main">
              <a:ext uri="{FF2B5EF4-FFF2-40B4-BE49-F238E27FC236}">
                <a16:creationId xmlns:a16="http://schemas.microsoft.com/office/drawing/2014/main" id="{D183E447-1327-4648-972C-1F9C8F3DB9A5}"/>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text">
            <a:extLst xmlns:a="http://schemas.openxmlformats.org/drawingml/2006/main">
              <a:ext uri="{FF2B5EF4-FFF2-40B4-BE49-F238E27FC236}">
                <a16:creationId xmlns:a16="http://schemas.microsoft.com/office/drawing/2014/main" id="{1BEB9DAF-5821-4BD4-A832-BDBA4F04CA3F}"/>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buNone/>
              <a:defRPr sz="675" b="0">
                <a:solidFill>
                  <a:srgbClr val="52616E"/>
                </a:solidFill>
                <a:latin typeface="Arial"/>
                <a:ea typeface="Arial"/>
                <a:cs typeface="Arial"/>
              </a:defRPr>
            </a:lvl1pPr>
            <a:lvl2pPr>
              <a:buNone/>
              <a:defRPr sz="675" b="0">
                <a:solidFill>
                  <a:srgbClr val="52616E"/>
                </a:solidFill>
                <a:latin typeface="Arial"/>
                <a:ea typeface="Arial"/>
                <a:cs typeface="Arial"/>
              </a:defRPr>
            </a:lvl2pPr>
            <a:lvl3pPr>
              <a:buNone/>
              <a:defRPr sz="675" b="0">
                <a:solidFill>
                  <a:srgbClr val="52616E"/>
                </a:solidFill>
                <a:latin typeface="Arial"/>
                <a:ea typeface="Arial"/>
                <a:cs typeface="Arial"/>
              </a:defRPr>
            </a:lvl3pPr>
            <a:lvl4pPr>
              <a:buNone/>
              <a:defRPr sz="675" b="0">
                <a:solidFill>
                  <a:srgbClr val="52616E"/>
                </a:solidFill>
                <a:latin typeface="Arial"/>
                <a:ea typeface="Arial"/>
                <a:cs typeface="Arial"/>
              </a:defRPr>
            </a:lvl4pPr>
            <a:lvl5pPr>
              <a:buNone/>
              <a:defRPr sz="675" b="0">
                <a:solidFill>
                  <a:srgbClr val="52616E"/>
                </a:solidFill>
                <a:latin typeface="Arial"/>
                <a:ea typeface="Arial"/>
                <a:cs typeface="Arial"/>
              </a:defRPr>
            </a:lvl5pPr>
            <a:lvl6pPr>
              <a:buNone/>
              <a:defRPr sz="675" b="0">
                <a:solidFill>
                  <a:srgbClr val="52616E"/>
                </a:solidFill>
                <a:latin typeface="Arial"/>
                <a:ea typeface="Arial"/>
                <a:cs typeface="Arial"/>
              </a:defRPr>
            </a:lvl6pPr>
            <a:lvl7pPr>
              <a:buNone/>
              <a:defRPr sz="675" b="0">
                <a:solidFill>
                  <a:srgbClr val="52616E"/>
                </a:solidFill>
                <a:latin typeface="Arial"/>
                <a:ea typeface="Arial"/>
                <a:cs typeface="Arial"/>
              </a:defRPr>
            </a:lvl7pPr>
            <a:lvl8pPr>
              <a:buNone/>
              <a:defRPr sz="675" b="0">
                <a:solidFill>
                  <a:srgbClr val="52616E"/>
                </a:solidFill>
                <a:latin typeface="Arial"/>
                <a:ea typeface="Arial"/>
                <a:cs typeface="Arial"/>
              </a:defRPr>
            </a:lvl8pPr>
            <a:lvl9pPr>
              <a:buNone/>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text">
            <a:extLst xmlns:a="http://schemas.openxmlformats.org/drawingml/2006/main">
              <a:ext uri="{FF2B5EF4-FFF2-40B4-BE49-F238E27FC236}">
                <a16:creationId xmlns:a16="http://schemas.microsoft.com/office/drawing/2014/main" id="{DEF77CA0-2FAD-4448-9D21-B93CF62A5466}"/>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buNone/>
              <a:defRPr sz="750" b="0">
                <a:solidFill>
                  <a:srgbClr val="52616E"/>
                </a:solidFill>
                <a:latin typeface="Arial"/>
                <a:ea typeface="Arial"/>
                <a:cs typeface="Arial"/>
              </a:defRPr>
            </a:lvl1pPr>
            <a:lvl2pPr>
              <a:buNone/>
              <a:defRPr sz="750" b="0">
                <a:solidFill>
                  <a:srgbClr val="52616E"/>
                </a:solidFill>
                <a:latin typeface="Arial"/>
                <a:ea typeface="Arial"/>
                <a:cs typeface="Arial"/>
              </a:defRPr>
            </a:lvl2pPr>
            <a:lvl3pPr>
              <a:buNone/>
              <a:defRPr sz="750" b="0">
                <a:solidFill>
                  <a:srgbClr val="52616E"/>
                </a:solidFill>
                <a:latin typeface="Arial"/>
                <a:ea typeface="Arial"/>
                <a:cs typeface="Arial"/>
              </a:defRPr>
            </a:lvl3pPr>
            <a:lvl4pPr>
              <a:buNone/>
              <a:defRPr sz="750" b="0">
                <a:solidFill>
                  <a:srgbClr val="52616E"/>
                </a:solidFill>
                <a:latin typeface="Arial"/>
                <a:ea typeface="Arial"/>
                <a:cs typeface="Arial"/>
              </a:defRPr>
            </a:lvl4pPr>
            <a:lvl5pPr>
              <a:buNone/>
              <a:defRPr sz="750" b="0">
                <a:solidFill>
                  <a:srgbClr val="52616E"/>
                </a:solidFill>
                <a:latin typeface="Arial"/>
                <a:ea typeface="Arial"/>
                <a:cs typeface="Arial"/>
              </a:defRPr>
            </a:lvl5pPr>
            <a:lvl6pPr>
              <a:buNone/>
              <a:defRPr sz="750" b="0">
                <a:solidFill>
                  <a:srgbClr val="52616E"/>
                </a:solidFill>
                <a:latin typeface="Arial"/>
                <a:ea typeface="Arial"/>
                <a:cs typeface="Arial"/>
              </a:defRPr>
            </a:lvl6pPr>
            <a:lvl7pPr>
              <a:buNone/>
              <a:defRPr sz="750" b="0">
                <a:solidFill>
                  <a:srgbClr val="52616E"/>
                </a:solidFill>
                <a:latin typeface="Arial"/>
                <a:ea typeface="Arial"/>
                <a:cs typeface="Arial"/>
              </a:defRPr>
            </a:lvl7pPr>
            <a:lvl8pPr>
              <a:buNone/>
              <a:defRPr sz="750" b="0">
                <a:solidFill>
                  <a:srgbClr val="52616E"/>
                </a:solidFill>
                <a:latin typeface="Arial"/>
                <a:ea typeface="Arial"/>
                <a:cs typeface="Arial"/>
              </a:defRPr>
            </a:lvl8pPr>
            <a:lvl9pPr>
              <a:buNone/>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a:t>
            </a:r>
          </a:p>
        </p:txBody>
      </p:sp>
      <p:sp>
        <p:nvSpPr>
          <p:cNvPr id="6" name="slide-1-text">
            <a:extLst xmlns:a="http://schemas.openxmlformats.org/drawingml/2006/main">
              <a:ext uri="{FF2B5EF4-FFF2-40B4-BE49-F238E27FC236}">
                <a16:creationId xmlns:a16="http://schemas.microsoft.com/office/drawing/2014/main" id="{14192C93-FE21-4271-AB83-A8AB50A4653A}"/>
              </a:ext>
            </a:extLst>
          </p:cNvPr>
          <p:cNvSpPr>
            <a:spLocks xmlns:a="http://schemas.openxmlformats.org/drawingml/2006/main" noGrp="1"/>
          </p:cNvSpPr>
          <p:nvPr/>
        </p:nvSpPr>
        <p:spPr>
          <a:xfrm xmlns:a="http://schemas.openxmlformats.org/drawingml/2006/main">
            <a:off x="419100" y="1214247"/>
            <a:ext cx="3993299" cy="3590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17C91"/>
                </a:solidFill>
                <a:latin typeface="Arial"/>
                <a:ea typeface="Arial"/>
                <a:cs typeface="Arial"/>
              </a:defRPr>
            </a:defPPr>
            <a:lvl1pPr>
              <a:buNone/>
              <a:defRPr sz="1950" b="0">
                <a:solidFill>
                  <a:srgbClr val="117C91"/>
                </a:solidFill>
                <a:latin typeface="Arial"/>
                <a:ea typeface="Arial"/>
                <a:cs typeface="Arial"/>
              </a:defRPr>
            </a:lvl1pPr>
            <a:lvl2pPr>
              <a:buNone/>
              <a:defRPr sz="1950" b="0">
                <a:solidFill>
                  <a:srgbClr val="117C91"/>
                </a:solidFill>
                <a:latin typeface="Arial"/>
                <a:ea typeface="Arial"/>
                <a:cs typeface="Arial"/>
              </a:defRPr>
            </a:lvl2pPr>
            <a:lvl3pPr>
              <a:buNone/>
              <a:defRPr sz="1950" b="0">
                <a:solidFill>
                  <a:srgbClr val="117C91"/>
                </a:solidFill>
                <a:latin typeface="Arial"/>
                <a:ea typeface="Arial"/>
                <a:cs typeface="Arial"/>
              </a:defRPr>
            </a:lvl3pPr>
            <a:lvl4pPr>
              <a:buNone/>
              <a:defRPr sz="1950" b="0">
                <a:solidFill>
                  <a:srgbClr val="117C91"/>
                </a:solidFill>
                <a:latin typeface="Arial"/>
                <a:ea typeface="Arial"/>
                <a:cs typeface="Arial"/>
              </a:defRPr>
            </a:lvl4pPr>
            <a:lvl5pPr>
              <a:buNone/>
              <a:defRPr sz="1950" b="0">
                <a:solidFill>
                  <a:srgbClr val="117C91"/>
                </a:solidFill>
                <a:latin typeface="Arial"/>
                <a:ea typeface="Arial"/>
                <a:cs typeface="Arial"/>
              </a:defRPr>
            </a:lvl5pPr>
            <a:lvl6pPr>
              <a:buNone/>
              <a:defRPr sz="1950" b="0">
                <a:solidFill>
                  <a:srgbClr val="117C91"/>
                </a:solidFill>
                <a:latin typeface="Arial"/>
                <a:ea typeface="Arial"/>
                <a:cs typeface="Arial"/>
              </a:defRPr>
            </a:lvl6pPr>
            <a:lvl7pPr>
              <a:buNone/>
              <a:defRPr sz="1950" b="0">
                <a:solidFill>
                  <a:srgbClr val="117C91"/>
                </a:solidFill>
                <a:latin typeface="Arial"/>
                <a:ea typeface="Arial"/>
                <a:cs typeface="Arial"/>
              </a:defRPr>
            </a:lvl7pPr>
            <a:lvl8pPr>
              <a:buNone/>
              <a:defRPr sz="1950" b="0">
                <a:solidFill>
                  <a:srgbClr val="117C91"/>
                </a:solidFill>
                <a:latin typeface="Arial"/>
                <a:ea typeface="Arial"/>
                <a:cs typeface="Arial"/>
              </a:defRPr>
            </a:lvl8pPr>
            <a:lvl9pPr>
              <a:buNone/>
              <a:defRPr sz="1950" b="0">
                <a:solidFill>
                  <a:srgbClr val="117C91"/>
                </a:solidFill>
                <a:latin typeface="Arial"/>
                <a:ea typeface="Arial"/>
                <a:cs typeface="Arial"/>
              </a:defRPr>
            </a:lvl9pPr>
          </a:lstStyle>
          <a:p xmlns:a="http://schemas.openxmlformats.org/drawingml/2006/main">
            <a:pPr>
              <a:buNone/>
              <a:defRPr sz="1950" b="0">
                <a:solidFill>
                  <a:srgbClr val="117C91"/>
                </a:solidFill>
                <a:latin typeface="Arial"/>
                <a:ea typeface="Arial"/>
                <a:cs typeface="Arial"/>
              </a:defRPr>
            </a:pPr>
            <a:r>
              <a:rPr sz="1950" b="0">
                <a:solidFill>
                  <a:srgbClr val="117C91"/>
                </a:solidFill>
                <a:latin typeface="Arial"/>
                <a:ea typeface="Arial"/>
                <a:cs typeface="Arial"/>
              </a:rPr>
              <a:t>Hybrid MPI and OpenMP simulation</a:t>
            </a:r>
          </a:p>
        </p:txBody>
      </p:sp>
      <p:sp>
        <p:nvSpPr>
          <p:cNvPr id="7" name="slide-1-text">
            <a:extLst xmlns:a="http://schemas.openxmlformats.org/drawingml/2006/main">
              <a:ext uri="{FF2B5EF4-FFF2-40B4-BE49-F238E27FC236}">
                <a16:creationId xmlns:a16="http://schemas.microsoft.com/office/drawing/2014/main" id="{D32BF423-B7BB-484D-AC7B-9D0BA9C99DC4}"/>
              </a:ext>
            </a:extLst>
          </p:cNvPr>
          <p:cNvSpPr>
            <a:spLocks xmlns:a="http://schemas.openxmlformats.org/drawingml/2006/main" noGrp="1"/>
          </p:cNvSpPr>
          <p:nvPr/>
        </p:nvSpPr>
        <p:spPr>
          <a:xfrm xmlns:a="http://schemas.openxmlformats.org/drawingml/2006/main">
            <a:off x="419100" y="195262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22B40"/>
                </a:solidFill>
                <a:latin typeface="Arial"/>
                <a:ea typeface="Arial"/>
                <a:cs typeface="Arial"/>
              </a:defRPr>
            </a:defPPr>
            <a:lvl1pPr>
              <a:buNone/>
              <a:defRPr sz="1650" b="0">
                <a:solidFill>
                  <a:srgbClr val="122B40"/>
                </a:solidFill>
                <a:latin typeface="Arial"/>
                <a:ea typeface="Arial"/>
                <a:cs typeface="Arial"/>
              </a:defRPr>
            </a:lvl1pPr>
            <a:lvl2pPr>
              <a:buNone/>
              <a:defRPr sz="1650" b="0">
                <a:solidFill>
                  <a:srgbClr val="122B40"/>
                </a:solidFill>
                <a:latin typeface="Arial"/>
                <a:ea typeface="Arial"/>
                <a:cs typeface="Arial"/>
              </a:defRPr>
            </a:lvl2pPr>
            <a:lvl3pPr>
              <a:buNone/>
              <a:defRPr sz="1650" b="0">
                <a:solidFill>
                  <a:srgbClr val="122B40"/>
                </a:solidFill>
                <a:latin typeface="Arial"/>
                <a:ea typeface="Arial"/>
                <a:cs typeface="Arial"/>
              </a:defRPr>
            </a:lvl3pPr>
            <a:lvl4pPr>
              <a:buNone/>
              <a:defRPr sz="1650" b="0">
                <a:solidFill>
                  <a:srgbClr val="122B40"/>
                </a:solidFill>
                <a:latin typeface="Arial"/>
                <a:ea typeface="Arial"/>
                <a:cs typeface="Arial"/>
              </a:defRPr>
            </a:lvl4pPr>
            <a:lvl5pPr>
              <a:buNone/>
              <a:defRPr sz="1650" b="0">
                <a:solidFill>
                  <a:srgbClr val="122B40"/>
                </a:solidFill>
                <a:latin typeface="Arial"/>
                <a:ea typeface="Arial"/>
                <a:cs typeface="Arial"/>
              </a:defRPr>
            </a:lvl5pPr>
            <a:lvl6pPr>
              <a:buNone/>
              <a:defRPr sz="1650" b="0">
                <a:solidFill>
                  <a:srgbClr val="122B40"/>
                </a:solidFill>
                <a:latin typeface="Arial"/>
                <a:ea typeface="Arial"/>
                <a:cs typeface="Arial"/>
              </a:defRPr>
            </a:lvl6pPr>
            <a:lvl7pPr>
              <a:buNone/>
              <a:defRPr sz="1650" b="0">
                <a:solidFill>
                  <a:srgbClr val="122B40"/>
                </a:solidFill>
                <a:latin typeface="Arial"/>
                <a:ea typeface="Arial"/>
                <a:cs typeface="Arial"/>
              </a:defRPr>
            </a:lvl7pPr>
            <a:lvl8pPr>
              <a:buNone/>
              <a:defRPr sz="1650" b="0">
                <a:solidFill>
                  <a:srgbClr val="122B40"/>
                </a:solidFill>
                <a:latin typeface="Arial"/>
                <a:ea typeface="Arial"/>
                <a:cs typeface="Arial"/>
              </a:defRPr>
            </a:lvl8pPr>
            <a:lvl9pPr>
              <a:buNone/>
              <a:defRPr sz="1650" b="0">
                <a:solidFill>
                  <a:srgbClr val="122B40"/>
                </a:solidFill>
                <a:latin typeface="Arial"/>
                <a:ea typeface="Arial"/>
                <a:cs typeface="Arial"/>
              </a:defRPr>
            </a:lvl9pPr>
          </a:lstStyle>
          <a:p xmlns:a="http://schemas.openxmlformats.org/drawingml/2006/main">
            <a:pPr>
              <a:buNone/>
              <a:defRPr sz="1650" b="0">
                <a:solidFill>
                  <a:srgbClr val="122B40"/>
                </a:solidFill>
                <a:latin typeface="Arial"/>
                <a:ea typeface="Arial"/>
                <a:cs typeface="Arial"/>
              </a:defRPr>
            </a:pPr>
            <a:r>
              <a:rPr sz="1650" b="0">
                <a:solidFill>
                  <a:srgbClr val="122B40"/>
                </a:solidFill>
                <a:latin typeface="Arial"/>
                <a:ea typeface="Arial"/>
                <a:cs typeface="Arial"/>
              </a:rPr>
              <a:t>Three variants. 30 grid sizes. 30 line sizes. CAAS verification.</a:t>
            </a:r>
          </a:p>
        </p:txBody>
      </p:sp>
      <p:sp>
        <p:nvSpPr>
          <p:cNvPr id="8" name="slide-1-text">
            <a:extLst xmlns:a="http://schemas.openxmlformats.org/drawingml/2006/main">
              <a:ext uri="{FF2B5EF4-FFF2-40B4-BE49-F238E27FC236}">
                <a16:creationId xmlns:a16="http://schemas.microsoft.com/office/drawing/2014/main" id="{324830DB-C230-4069-B799-324CC0D77220}"/>
              </a:ext>
            </a:extLst>
          </p:cNvPr>
          <p:cNvSpPr>
            <a:spLocks xmlns:a="http://schemas.openxmlformats.org/drawingml/2006/main" noGrp="1"/>
          </p:cNvSpPr>
          <p:nvPr/>
        </p:nvSpPr>
        <p:spPr>
          <a:xfrm xmlns:a="http://schemas.openxmlformats.org/drawingml/2006/main">
            <a:off x="419100" y="2486025"/>
            <a:ext cx="762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22B40"/>
                </a:solidFill>
                <a:latin typeface="Arial"/>
                <a:ea typeface="Arial"/>
                <a:cs typeface="Arial"/>
              </a:defRPr>
            </a:defPPr>
            <a:lvl1pPr>
              <a:buNone/>
              <a:defRPr sz="1650" b="0">
                <a:solidFill>
                  <a:srgbClr val="122B40"/>
                </a:solidFill>
                <a:latin typeface="Arial"/>
                <a:ea typeface="Arial"/>
                <a:cs typeface="Arial"/>
              </a:defRPr>
            </a:lvl1pPr>
            <a:lvl2pPr>
              <a:buNone/>
              <a:defRPr sz="1650" b="0">
                <a:solidFill>
                  <a:srgbClr val="122B40"/>
                </a:solidFill>
                <a:latin typeface="Arial"/>
                <a:ea typeface="Arial"/>
                <a:cs typeface="Arial"/>
              </a:defRPr>
            </a:lvl2pPr>
            <a:lvl3pPr>
              <a:buNone/>
              <a:defRPr sz="1650" b="0">
                <a:solidFill>
                  <a:srgbClr val="122B40"/>
                </a:solidFill>
                <a:latin typeface="Arial"/>
                <a:ea typeface="Arial"/>
                <a:cs typeface="Arial"/>
              </a:defRPr>
            </a:lvl3pPr>
            <a:lvl4pPr>
              <a:buNone/>
              <a:defRPr sz="1650" b="0">
                <a:solidFill>
                  <a:srgbClr val="122B40"/>
                </a:solidFill>
                <a:latin typeface="Arial"/>
                <a:ea typeface="Arial"/>
                <a:cs typeface="Arial"/>
              </a:defRPr>
            </a:lvl4pPr>
            <a:lvl5pPr>
              <a:buNone/>
              <a:defRPr sz="1650" b="0">
                <a:solidFill>
                  <a:srgbClr val="122B40"/>
                </a:solidFill>
                <a:latin typeface="Arial"/>
                <a:ea typeface="Arial"/>
                <a:cs typeface="Arial"/>
              </a:defRPr>
            </a:lvl5pPr>
            <a:lvl6pPr>
              <a:buNone/>
              <a:defRPr sz="1650" b="0">
                <a:solidFill>
                  <a:srgbClr val="122B40"/>
                </a:solidFill>
                <a:latin typeface="Arial"/>
                <a:ea typeface="Arial"/>
                <a:cs typeface="Arial"/>
              </a:defRPr>
            </a:lvl6pPr>
            <a:lvl7pPr>
              <a:buNone/>
              <a:defRPr sz="1650" b="0">
                <a:solidFill>
                  <a:srgbClr val="122B40"/>
                </a:solidFill>
                <a:latin typeface="Arial"/>
                <a:ea typeface="Arial"/>
                <a:cs typeface="Arial"/>
              </a:defRPr>
            </a:lvl7pPr>
            <a:lvl8pPr>
              <a:buNone/>
              <a:defRPr sz="1650" b="0">
                <a:solidFill>
                  <a:srgbClr val="122B40"/>
                </a:solidFill>
                <a:latin typeface="Arial"/>
                <a:ea typeface="Arial"/>
                <a:cs typeface="Arial"/>
              </a:defRPr>
            </a:lvl8pPr>
            <a:lvl9pPr>
              <a:buNone/>
              <a:defRPr sz="1650" b="0">
                <a:solidFill>
                  <a:srgbClr val="122B40"/>
                </a:solidFill>
                <a:latin typeface="Arial"/>
                <a:ea typeface="Arial"/>
                <a:cs typeface="Arial"/>
              </a:defRPr>
            </a:lvl9pPr>
          </a:lstStyle>
          <a:p xmlns:a="http://schemas.openxmlformats.org/drawingml/2006/main">
            <a:pPr>
              <a:buNone/>
              <a:defRPr sz="1650" b="0">
                <a:solidFill>
                  <a:srgbClr val="122B40"/>
                </a:solidFill>
                <a:latin typeface="Arial"/>
                <a:ea typeface="Arial"/>
                <a:cs typeface="Arial"/>
              </a:defRPr>
            </a:pPr>
            <a:r>
              <a:rPr sz="1650" b="0">
                <a:solidFill>
                  <a:srgbClr val="122B40"/>
                </a:solidFill>
                <a:latin typeface="Arial"/>
                <a:ea typeface="Arial"/>
                <a:cs typeface="Arial"/>
              </a:rPr>
              <a:t>A measured study of neighbour communication and base-station congestion</a:t>
            </a:r>
          </a:p>
          <a:p xmlns:a="http://schemas.openxmlformats.org/drawingml/2006/main">
            <a:pPr>
              <a:buNone/>
              <a:defRPr sz="1650" b="0">
                <a:solidFill>
                  <a:srgbClr val="122B40"/>
                </a:solidFill>
                <a:latin typeface="Arial"/>
                <a:ea typeface="Arial"/>
                <a:cs typeface="Arial"/>
              </a:defRPr>
            </a:pPr>
            <a:r>
              <a:rPr sz="1650" b="0">
                <a:solidFill>
                  <a:srgbClr val="122B40"/>
                </a:solidFill>
                <a:latin typeface="Arial"/>
                <a:ea typeface="Arial"/>
                <a:cs typeface="Arial"/>
              </a:rPr>
              <a:t>handling.</a:t>
            </a:r>
          </a:p>
        </p:txBody>
      </p:sp>
      <p:sp>
        <p:nvSpPr>
          <p:cNvPr id="9" name="slide-1-text">
            <a:extLst xmlns:a="http://schemas.openxmlformats.org/drawingml/2006/main">
              <a:ext uri="{FF2B5EF4-FFF2-40B4-BE49-F238E27FC236}">
                <a16:creationId xmlns:a16="http://schemas.microsoft.com/office/drawing/2014/main" id="{79824D42-AB0F-4EE7-A70F-5821BEFFD8F2}"/>
              </a:ext>
            </a:extLst>
          </p:cNvPr>
          <p:cNvSpPr>
            <a:spLocks xmlns:a="http://schemas.openxmlformats.org/drawingml/2006/main" noGrp="1"/>
          </p:cNvSpPr>
          <p:nvPr/>
        </p:nvSpPr>
        <p:spPr>
          <a:xfrm xmlns:a="http://schemas.openxmlformats.org/drawingml/2006/main">
            <a:off x="419100" y="3435287"/>
            <a:ext cx="2568121" cy="2347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122B40"/>
                </a:solidFill>
                <a:latin typeface="Arial"/>
                <a:ea typeface="Arial"/>
                <a:cs typeface="Arial"/>
              </a:defRPr>
            </a:defPPr>
            <a:lvl1pPr>
              <a:buNone/>
              <a:defRPr sz="1275" b="0">
                <a:solidFill>
                  <a:srgbClr val="122B40"/>
                </a:solidFill>
                <a:latin typeface="Arial"/>
                <a:ea typeface="Arial"/>
                <a:cs typeface="Arial"/>
              </a:defRPr>
            </a:lvl1pPr>
            <a:lvl2pPr>
              <a:buNone/>
              <a:defRPr sz="1275" b="0">
                <a:solidFill>
                  <a:srgbClr val="122B40"/>
                </a:solidFill>
                <a:latin typeface="Arial"/>
                <a:ea typeface="Arial"/>
                <a:cs typeface="Arial"/>
              </a:defRPr>
            </a:lvl2pPr>
            <a:lvl3pPr>
              <a:buNone/>
              <a:defRPr sz="1275" b="0">
                <a:solidFill>
                  <a:srgbClr val="122B40"/>
                </a:solidFill>
                <a:latin typeface="Arial"/>
                <a:ea typeface="Arial"/>
                <a:cs typeface="Arial"/>
              </a:defRPr>
            </a:lvl3pPr>
            <a:lvl4pPr>
              <a:buNone/>
              <a:defRPr sz="1275" b="0">
                <a:solidFill>
                  <a:srgbClr val="122B40"/>
                </a:solidFill>
                <a:latin typeface="Arial"/>
                <a:ea typeface="Arial"/>
                <a:cs typeface="Arial"/>
              </a:defRPr>
            </a:lvl4pPr>
            <a:lvl5pPr>
              <a:buNone/>
              <a:defRPr sz="1275" b="0">
                <a:solidFill>
                  <a:srgbClr val="122B40"/>
                </a:solidFill>
                <a:latin typeface="Arial"/>
                <a:ea typeface="Arial"/>
                <a:cs typeface="Arial"/>
              </a:defRPr>
            </a:lvl5pPr>
            <a:lvl6pPr>
              <a:buNone/>
              <a:defRPr sz="1275" b="0">
                <a:solidFill>
                  <a:srgbClr val="122B40"/>
                </a:solidFill>
                <a:latin typeface="Arial"/>
                <a:ea typeface="Arial"/>
                <a:cs typeface="Arial"/>
              </a:defRPr>
            </a:lvl6pPr>
            <a:lvl7pPr>
              <a:buNone/>
              <a:defRPr sz="1275" b="0">
                <a:solidFill>
                  <a:srgbClr val="122B40"/>
                </a:solidFill>
                <a:latin typeface="Arial"/>
                <a:ea typeface="Arial"/>
                <a:cs typeface="Arial"/>
              </a:defRPr>
            </a:lvl7pPr>
            <a:lvl8pPr>
              <a:buNone/>
              <a:defRPr sz="1275" b="0">
                <a:solidFill>
                  <a:srgbClr val="122B40"/>
                </a:solidFill>
                <a:latin typeface="Arial"/>
                <a:ea typeface="Arial"/>
                <a:cs typeface="Arial"/>
              </a:defRPr>
            </a:lvl8pPr>
            <a:lvl9pPr>
              <a:buNone/>
              <a:defRPr sz="1275" b="0">
                <a:solidFill>
                  <a:srgbClr val="122B40"/>
                </a:solidFill>
                <a:latin typeface="Arial"/>
                <a:ea typeface="Arial"/>
                <a:cs typeface="Arial"/>
              </a:defRPr>
            </a:lvl9pPr>
          </a:lstStyle>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Savin Vindiv De Alwis  /  35221631</a:t>
            </a:r>
          </a:p>
        </p:txBody>
      </p:sp>
      <p:sp>
        <p:nvSpPr>
          <p:cNvPr id="10" name="slide-1-text">
            <a:extLst xmlns:a="http://schemas.openxmlformats.org/drawingml/2006/main">
              <a:ext uri="{FF2B5EF4-FFF2-40B4-BE49-F238E27FC236}">
                <a16:creationId xmlns:a16="http://schemas.microsoft.com/office/drawing/2014/main" id="{B881F691-CB29-4F83-ADAC-F274C946B7F6}"/>
              </a:ext>
            </a:extLst>
          </p:cNvPr>
          <p:cNvSpPr>
            <a:spLocks xmlns:a="http://schemas.openxmlformats.org/drawingml/2006/main" noGrp="1"/>
          </p:cNvSpPr>
          <p:nvPr/>
        </p:nvSpPr>
        <p:spPr>
          <a:xfrm xmlns:a="http://schemas.openxmlformats.org/drawingml/2006/main">
            <a:off x="419100" y="3664649"/>
            <a:ext cx="1848650" cy="179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75" b="0">
                <a:solidFill>
                  <a:srgbClr val="52616E"/>
                </a:solidFill>
                <a:latin typeface="Arial"/>
                <a:ea typeface="Arial"/>
                <a:cs typeface="Arial"/>
              </a:defRPr>
            </a:defPPr>
            <a:lvl1pPr>
              <a:buNone/>
              <a:defRPr sz="975" b="0">
                <a:solidFill>
                  <a:srgbClr val="52616E"/>
                </a:solidFill>
                <a:latin typeface="Arial"/>
                <a:ea typeface="Arial"/>
                <a:cs typeface="Arial"/>
              </a:defRPr>
            </a:lvl1pPr>
            <a:lvl2pPr>
              <a:buNone/>
              <a:defRPr sz="975" b="0">
                <a:solidFill>
                  <a:srgbClr val="52616E"/>
                </a:solidFill>
                <a:latin typeface="Arial"/>
                <a:ea typeface="Arial"/>
                <a:cs typeface="Arial"/>
              </a:defRPr>
            </a:lvl2pPr>
            <a:lvl3pPr>
              <a:buNone/>
              <a:defRPr sz="975" b="0">
                <a:solidFill>
                  <a:srgbClr val="52616E"/>
                </a:solidFill>
                <a:latin typeface="Arial"/>
                <a:ea typeface="Arial"/>
                <a:cs typeface="Arial"/>
              </a:defRPr>
            </a:lvl3pPr>
            <a:lvl4pPr>
              <a:buNone/>
              <a:defRPr sz="975" b="0">
                <a:solidFill>
                  <a:srgbClr val="52616E"/>
                </a:solidFill>
                <a:latin typeface="Arial"/>
                <a:ea typeface="Arial"/>
                <a:cs typeface="Arial"/>
              </a:defRPr>
            </a:lvl4pPr>
            <a:lvl5pPr>
              <a:buNone/>
              <a:defRPr sz="975" b="0">
                <a:solidFill>
                  <a:srgbClr val="52616E"/>
                </a:solidFill>
                <a:latin typeface="Arial"/>
                <a:ea typeface="Arial"/>
                <a:cs typeface="Arial"/>
              </a:defRPr>
            </a:lvl5pPr>
            <a:lvl6pPr>
              <a:buNone/>
              <a:defRPr sz="975" b="0">
                <a:solidFill>
                  <a:srgbClr val="52616E"/>
                </a:solidFill>
                <a:latin typeface="Arial"/>
                <a:ea typeface="Arial"/>
                <a:cs typeface="Arial"/>
              </a:defRPr>
            </a:lvl6pPr>
            <a:lvl7pPr>
              <a:buNone/>
              <a:defRPr sz="975" b="0">
                <a:solidFill>
                  <a:srgbClr val="52616E"/>
                </a:solidFill>
                <a:latin typeface="Arial"/>
                <a:ea typeface="Arial"/>
                <a:cs typeface="Arial"/>
              </a:defRPr>
            </a:lvl7pPr>
            <a:lvl8pPr>
              <a:buNone/>
              <a:defRPr sz="975" b="0">
                <a:solidFill>
                  <a:srgbClr val="52616E"/>
                </a:solidFill>
                <a:latin typeface="Arial"/>
                <a:ea typeface="Arial"/>
                <a:cs typeface="Arial"/>
              </a:defRPr>
            </a:lvl8pPr>
            <a:lvl9pPr>
              <a:buNone/>
              <a:defRPr sz="975" b="0">
                <a:solidFill>
                  <a:srgbClr val="52616E"/>
                </a:solidFill>
                <a:latin typeface="Arial"/>
                <a:ea typeface="Arial"/>
                <a:cs typeface="Arial"/>
              </a:defRPr>
            </a:lvl9pPr>
          </a:lstStyle>
          <a:p xmlns:a="http://schemas.openxmlformats.org/drawingml/2006/main">
            <a:pPr>
              <a:buNone/>
              <a:defRPr sz="975" b="0">
                <a:solidFill>
                  <a:srgbClr val="52616E"/>
                </a:solidFill>
                <a:latin typeface="Arial"/>
                <a:ea typeface="Arial"/>
                <a:cs typeface="Arial"/>
              </a:defRPr>
            </a:pPr>
            <a:r>
              <a:rPr sz="975" b="0">
                <a:solidFill>
                  <a:srgbClr val="52616E"/>
                </a:solidFill>
                <a:latin typeface="Arial"/>
                <a:ea typeface="Arial"/>
                <a:cs typeface="Arial"/>
              </a:rPr>
              <a:t>sdea0018@student.monash.edu</a:t>
            </a:r>
          </a:p>
        </p:txBody>
      </p:sp>
      <p:sp>
        <p:nvSpPr>
          <p:cNvPr id="11" name="slide-1-text">
            <a:extLst xmlns:a="http://schemas.openxmlformats.org/drawingml/2006/main">
              <a:ext uri="{FF2B5EF4-FFF2-40B4-BE49-F238E27FC236}">
                <a16:creationId xmlns:a16="http://schemas.microsoft.com/office/drawing/2014/main" id="{06058A24-C8B0-4A58-849D-C41CDAA9DFF8}"/>
              </a:ext>
            </a:extLst>
          </p:cNvPr>
          <p:cNvSpPr>
            <a:spLocks xmlns:a="http://schemas.openxmlformats.org/drawingml/2006/main" noGrp="1"/>
          </p:cNvSpPr>
          <p:nvPr/>
        </p:nvSpPr>
        <p:spPr>
          <a:xfrm xmlns:a="http://schemas.openxmlformats.org/drawingml/2006/main">
            <a:off x="419100" y="3921062"/>
            <a:ext cx="2235041" cy="2347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122B40"/>
                </a:solidFill>
                <a:latin typeface="Arial"/>
                <a:ea typeface="Arial"/>
                <a:cs typeface="Arial"/>
              </a:defRPr>
            </a:defPPr>
            <a:lvl1pPr>
              <a:buNone/>
              <a:defRPr sz="1275" b="0">
                <a:solidFill>
                  <a:srgbClr val="122B40"/>
                </a:solidFill>
                <a:latin typeface="Arial"/>
                <a:ea typeface="Arial"/>
                <a:cs typeface="Arial"/>
              </a:defRPr>
            </a:lvl1pPr>
            <a:lvl2pPr>
              <a:buNone/>
              <a:defRPr sz="1275" b="0">
                <a:solidFill>
                  <a:srgbClr val="122B40"/>
                </a:solidFill>
                <a:latin typeface="Arial"/>
                <a:ea typeface="Arial"/>
                <a:cs typeface="Arial"/>
              </a:defRPr>
            </a:lvl2pPr>
            <a:lvl3pPr>
              <a:buNone/>
              <a:defRPr sz="1275" b="0">
                <a:solidFill>
                  <a:srgbClr val="122B40"/>
                </a:solidFill>
                <a:latin typeface="Arial"/>
                <a:ea typeface="Arial"/>
                <a:cs typeface="Arial"/>
              </a:defRPr>
            </a:lvl3pPr>
            <a:lvl4pPr>
              <a:buNone/>
              <a:defRPr sz="1275" b="0">
                <a:solidFill>
                  <a:srgbClr val="122B40"/>
                </a:solidFill>
                <a:latin typeface="Arial"/>
                <a:ea typeface="Arial"/>
                <a:cs typeface="Arial"/>
              </a:defRPr>
            </a:lvl4pPr>
            <a:lvl5pPr>
              <a:buNone/>
              <a:defRPr sz="1275" b="0">
                <a:solidFill>
                  <a:srgbClr val="122B40"/>
                </a:solidFill>
                <a:latin typeface="Arial"/>
                <a:ea typeface="Arial"/>
                <a:cs typeface="Arial"/>
              </a:defRPr>
            </a:lvl5pPr>
            <a:lvl6pPr>
              <a:buNone/>
              <a:defRPr sz="1275" b="0">
                <a:solidFill>
                  <a:srgbClr val="122B40"/>
                </a:solidFill>
                <a:latin typeface="Arial"/>
                <a:ea typeface="Arial"/>
                <a:cs typeface="Arial"/>
              </a:defRPr>
            </a:lvl6pPr>
            <a:lvl7pPr>
              <a:buNone/>
              <a:defRPr sz="1275" b="0">
                <a:solidFill>
                  <a:srgbClr val="122B40"/>
                </a:solidFill>
                <a:latin typeface="Arial"/>
                <a:ea typeface="Arial"/>
                <a:cs typeface="Arial"/>
              </a:defRPr>
            </a:lvl7pPr>
            <a:lvl8pPr>
              <a:buNone/>
              <a:defRPr sz="1275" b="0">
                <a:solidFill>
                  <a:srgbClr val="122B40"/>
                </a:solidFill>
                <a:latin typeface="Arial"/>
                <a:ea typeface="Arial"/>
                <a:cs typeface="Arial"/>
              </a:defRPr>
            </a:lvl8pPr>
            <a:lvl9pPr>
              <a:buNone/>
              <a:defRPr sz="1275" b="0">
                <a:solidFill>
                  <a:srgbClr val="122B40"/>
                </a:solidFill>
                <a:latin typeface="Arial"/>
                <a:ea typeface="Arial"/>
                <a:cs typeface="Arial"/>
              </a:defRPr>
            </a:lvl9pPr>
          </a:lstStyle>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Shamle Thilaksiri  /  35512075</a:t>
            </a:r>
          </a:p>
        </p:txBody>
      </p:sp>
      <p:sp>
        <p:nvSpPr>
          <p:cNvPr id="12" name="slide-1-text">
            <a:extLst xmlns:a="http://schemas.openxmlformats.org/drawingml/2006/main">
              <a:ext uri="{FF2B5EF4-FFF2-40B4-BE49-F238E27FC236}">
                <a16:creationId xmlns:a16="http://schemas.microsoft.com/office/drawing/2014/main" id="{19517662-2F89-426B-96F9-AA26FF058FD2}"/>
              </a:ext>
            </a:extLst>
          </p:cNvPr>
          <p:cNvSpPr>
            <a:spLocks xmlns:a="http://schemas.openxmlformats.org/drawingml/2006/main" noGrp="1"/>
          </p:cNvSpPr>
          <p:nvPr/>
        </p:nvSpPr>
        <p:spPr>
          <a:xfrm xmlns:a="http://schemas.openxmlformats.org/drawingml/2006/main">
            <a:off x="419100" y="4150424"/>
            <a:ext cx="1800358" cy="179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75" b="0">
                <a:solidFill>
                  <a:srgbClr val="52616E"/>
                </a:solidFill>
                <a:latin typeface="Arial"/>
                <a:ea typeface="Arial"/>
                <a:cs typeface="Arial"/>
              </a:defRPr>
            </a:defPPr>
            <a:lvl1pPr>
              <a:buNone/>
              <a:defRPr sz="975" b="0">
                <a:solidFill>
                  <a:srgbClr val="52616E"/>
                </a:solidFill>
                <a:latin typeface="Arial"/>
                <a:ea typeface="Arial"/>
                <a:cs typeface="Arial"/>
              </a:defRPr>
            </a:lvl1pPr>
            <a:lvl2pPr>
              <a:buNone/>
              <a:defRPr sz="975" b="0">
                <a:solidFill>
                  <a:srgbClr val="52616E"/>
                </a:solidFill>
                <a:latin typeface="Arial"/>
                <a:ea typeface="Arial"/>
                <a:cs typeface="Arial"/>
              </a:defRPr>
            </a:lvl2pPr>
            <a:lvl3pPr>
              <a:buNone/>
              <a:defRPr sz="975" b="0">
                <a:solidFill>
                  <a:srgbClr val="52616E"/>
                </a:solidFill>
                <a:latin typeface="Arial"/>
                <a:ea typeface="Arial"/>
                <a:cs typeface="Arial"/>
              </a:defRPr>
            </a:lvl3pPr>
            <a:lvl4pPr>
              <a:buNone/>
              <a:defRPr sz="975" b="0">
                <a:solidFill>
                  <a:srgbClr val="52616E"/>
                </a:solidFill>
                <a:latin typeface="Arial"/>
                <a:ea typeface="Arial"/>
                <a:cs typeface="Arial"/>
              </a:defRPr>
            </a:lvl4pPr>
            <a:lvl5pPr>
              <a:buNone/>
              <a:defRPr sz="975" b="0">
                <a:solidFill>
                  <a:srgbClr val="52616E"/>
                </a:solidFill>
                <a:latin typeface="Arial"/>
                <a:ea typeface="Arial"/>
                <a:cs typeface="Arial"/>
              </a:defRPr>
            </a:lvl5pPr>
            <a:lvl6pPr>
              <a:buNone/>
              <a:defRPr sz="975" b="0">
                <a:solidFill>
                  <a:srgbClr val="52616E"/>
                </a:solidFill>
                <a:latin typeface="Arial"/>
                <a:ea typeface="Arial"/>
                <a:cs typeface="Arial"/>
              </a:defRPr>
            </a:lvl6pPr>
            <a:lvl7pPr>
              <a:buNone/>
              <a:defRPr sz="975" b="0">
                <a:solidFill>
                  <a:srgbClr val="52616E"/>
                </a:solidFill>
                <a:latin typeface="Arial"/>
                <a:ea typeface="Arial"/>
                <a:cs typeface="Arial"/>
              </a:defRPr>
            </a:lvl7pPr>
            <a:lvl8pPr>
              <a:buNone/>
              <a:defRPr sz="975" b="0">
                <a:solidFill>
                  <a:srgbClr val="52616E"/>
                </a:solidFill>
                <a:latin typeface="Arial"/>
                <a:ea typeface="Arial"/>
                <a:cs typeface="Arial"/>
              </a:defRPr>
            </a:lvl8pPr>
            <a:lvl9pPr>
              <a:buNone/>
              <a:defRPr sz="975" b="0">
                <a:solidFill>
                  <a:srgbClr val="52616E"/>
                </a:solidFill>
                <a:latin typeface="Arial"/>
                <a:ea typeface="Arial"/>
                <a:cs typeface="Arial"/>
              </a:defRPr>
            </a:lvl9pPr>
          </a:lstStyle>
          <a:p xmlns:a="http://schemas.openxmlformats.org/drawingml/2006/main">
            <a:pPr>
              <a:buNone/>
              <a:defRPr sz="975" b="0">
                <a:solidFill>
                  <a:srgbClr val="52616E"/>
                </a:solidFill>
                <a:latin typeface="Arial"/>
                <a:ea typeface="Arial"/>
                <a:cs typeface="Arial"/>
              </a:defRPr>
            </a:pPr>
            <a:r>
              <a:rPr sz="975" b="0">
                <a:solidFill>
                  <a:srgbClr val="52616E"/>
                </a:solidFill>
                <a:latin typeface="Arial"/>
                <a:ea typeface="Arial"/>
                <a:cs typeface="Arial"/>
              </a:rPr>
              <a:t>wthi0003@student.monash.edu</a:t>
            </a:r>
          </a:p>
        </p:txBody>
      </p:sp>
      <p:sp>
        <p:nvSpPr>
          <p:cNvPr id="13" name="slide-1-text">
            <a:extLst xmlns:a="http://schemas.openxmlformats.org/drawingml/2006/main">
              <a:ext uri="{FF2B5EF4-FFF2-40B4-BE49-F238E27FC236}">
                <a16:creationId xmlns:a16="http://schemas.microsoft.com/office/drawing/2014/main" id="{91CAB3E0-9DD7-4ED8-A786-E8D9A323A629}"/>
              </a:ext>
            </a:extLst>
          </p:cNvPr>
          <p:cNvSpPr>
            <a:spLocks xmlns:a="http://schemas.openxmlformats.org/drawingml/2006/main" noGrp="1"/>
          </p:cNvSpPr>
          <p:nvPr/>
        </p:nvSpPr>
        <p:spPr>
          <a:xfrm xmlns:a="http://schemas.openxmlformats.org/drawingml/2006/main">
            <a:off x="419100" y="4579239"/>
            <a:ext cx="4542168" cy="165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52616E"/>
                </a:solidFill>
                <a:latin typeface="Arial"/>
                <a:ea typeface="Arial"/>
                <a:cs typeface="Arial"/>
              </a:defRPr>
            </a:defPPr>
            <a:lvl1pPr>
              <a:buNone/>
              <a:defRPr sz="900" b="0">
                <a:solidFill>
                  <a:srgbClr val="52616E"/>
                </a:solidFill>
                <a:latin typeface="Arial"/>
                <a:ea typeface="Arial"/>
                <a:cs typeface="Arial"/>
              </a:defRPr>
            </a:lvl1pPr>
            <a:lvl2pPr>
              <a:buNone/>
              <a:defRPr sz="900" b="0">
                <a:solidFill>
                  <a:srgbClr val="52616E"/>
                </a:solidFill>
                <a:latin typeface="Arial"/>
                <a:ea typeface="Arial"/>
                <a:cs typeface="Arial"/>
              </a:defRPr>
            </a:lvl2pPr>
            <a:lvl3pPr>
              <a:buNone/>
              <a:defRPr sz="900" b="0">
                <a:solidFill>
                  <a:srgbClr val="52616E"/>
                </a:solidFill>
                <a:latin typeface="Arial"/>
                <a:ea typeface="Arial"/>
                <a:cs typeface="Arial"/>
              </a:defRPr>
            </a:lvl3pPr>
            <a:lvl4pPr>
              <a:buNone/>
              <a:defRPr sz="900" b="0">
                <a:solidFill>
                  <a:srgbClr val="52616E"/>
                </a:solidFill>
                <a:latin typeface="Arial"/>
                <a:ea typeface="Arial"/>
                <a:cs typeface="Arial"/>
              </a:defRPr>
            </a:lvl4pPr>
            <a:lvl5pPr>
              <a:buNone/>
              <a:defRPr sz="900" b="0">
                <a:solidFill>
                  <a:srgbClr val="52616E"/>
                </a:solidFill>
                <a:latin typeface="Arial"/>
                <a:ea typeface="Arial"/>
                <a:cs typeface="Arial"/>
              </a:defRPr>
            </a:lvl5pPr>
            <a:lvl6pPr>
              <a:buNone/>
              <a:defRPr sz="900" b="0">
                <a:solidFill>
                  <a:srgbClr val="52616E"/>
                </a:solidFill>
                <a:latin typeface="Arial"/>
                <a:ea typeface="Arial"/>
                <a:cs typeface="Arial"/>
              </a:defRPr>
            </a:lvl6pPr>
            <a:lvl7pPr>
              <a:buNone/>
              <a:defRPr sz="900" b="0">
                <a:solidFill>
                  <a:srgbClr val="52616E"/>
                </a:solidFill>
                <a:latin typeface="Arial"/>
                <a:ea typeface="Arial"/>
                <a:cs typeface="Arial"/>
              </a:defRPr>
            </a:lvl7pPr>
            <a:lvl8pPr>
              <a:buNone/>
              <a:defRPr sz="900" b="0">
                <a:solidFill>
                  <a:srgbClr val="52616E"/>
                </a:solidFill>
                <a:latin typeface="Arial"/>
                <a:ea typeface="Arial"/>
                <a:cs typeface="Arial"/>
              </a:defRPr>
            </a:lvl8pPr>
            <a:lvl9pPr>
              <a:buNone/>
              <a:defRPr sz="900" b="0">
                <a:solidFill>
                  <a:srgbClr val="52616E"/>
                </a:solidFill>
                <a:latin typeface="Arial"/>
                <a:ea typeface="Arial"/>
                <a:cs typeface="Arial"/>
              </a:defRPr>
            </a:lvl9pPr>
          </a:lstStyle>
          <a:p xmlns:a="http://schemas.openxmlformats.org/drawingml/2006/main">
            <a:pPr>
              <a:buNone/>
              <a:defRPr sz="900" b="0">
                <a:solidFill>
                  <a:srgbClr val="52616E"/>
                </a:solidFill>
                <a:latin typeface="Arial"/>
                <a:ea typeface="Arial"/>
                <a:cs typeface="Arial"/>
              </a:defRPr>
            </a:pPr>
            <a:r>
              <a:rPr sz="900" b="0">
                <a:solidFill>
                  <a:srgbClr val="52616E"/>
                </a:solidFill>
                <a:latin typeface="Arial"/>
                <a:ea typeface="Arial"/>
                <a:cs typeface="Arial"/>
              </a:rPr>
              <a:t>AI use declaration: slide 13. Available prompt records accompany this presentation.</a:t>
            </a:r>
          </a:p>
        </p:txBody>
      </p:sp>
    </p:spTree>
    <p:extLst>
      <p:ext uri="{BB962C8B-B14F-4D97-AF65-F5344CB8AC3E}">
        <p14:creationId xmlns:p14="http://schemas.microsoft.com/office/powerpoint/2010/main" val="9514377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slide-2-text">
            <a:extLst xmlns:a="http://schemas.openxmlformats.org/drawingml/2006/main">
              <a:ext uri="{FF2B5EF4-FFF2-40B4-BE49-F238E27FC236}">
                <a16:creationId xmlns:a16="http://schemas.microsoft.com/office/drawing/2014/main" id="{C85B00A8-E8FA-4C0F-B8CF-2B32C87D93AB}"/>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2-text">
            <a:extLst xmlns:a="http://schemas.openxmlformats.org/drawingml/2006/main">
              <a:ext uri="{FF2B5EF4-FFF2-40B4-BE49-F238E27FC236}">
                <a16:creationId xmlns:a16="http://schemas.microsoft.com/office/drawing/2014/main" id="{B902A9A6-C76E-4867-B152-A8554D22AD6B}"/>
              </a:ext>
            </a:extLst>
          </p:cNvPr>
          <p:cNvSpPr>
            <a:spLocks xmlns:a="http://schemas.openxmlformats.org/drawingml/2006/main" noGrp="1"/>
          </p:cNvSpPr>
          <p:nvPr/>
        </p:nvSpPr>
        <p:spPr>
          <a:xfrm xmlns:a="http://schemas.openxmlformats.org/drawingml/2006/main">
            <a:off x="419100" y="451485"/>
            <a:ext cx="5582984"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One station process, one thread per port</a:t>
            </a:r>
          </a:p>
        </p:txBody>
      </p:sp>
      <p:sp>
        <p:nvSpPr>
          <p:cNvPr id="3" name="">
            <a:extLst xmlns:a="http://schemas.openxmlformats.org/drawingml/2006/main">
              <a:ext uri="{FF2B5EF4-FFF2-40B4-BE49-F238E27FC236}">
                <a16:creationId xmlns:a16="http://schemas.microsoft.com/office/drawing/2014/main" id="{0D3DBC08-3636-4FD8-BAE6-E7DB9CC60EDF}"/>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2-text">
            <a:extLst xmlns:a="http://schemas.openxmlformats.org/drawingml/2006/main">
              <a:ext uri="{FF2B5EF4-FFF2-40B4-BE49-F238E27FC236}">
                <a16:creationId xmlns:a16="http://schemas.microsoft.com/office/drawing/2014/main" id="{24A2C6A0-D2A5-404C-BF33-DF360DE60C40}"/>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2-text">
            <a:extLst xmlns:a="http://schemas.openxmlformats.org/drawingml/2006/main">
              <a:ext uri="{FF2B5EF4-FFF2-40B4-BE49-F238E27FC236}">
                <a16:creationId xmlns:a16="http://schemas.microsoft.com/office/drawing/2014/main" id="{8423B173-3834-4A95-8884-F687E9D20993}"/>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7C832DEE-9C16-4CDB-9C6D-E4F353990638}"/>
              </a:ext>
            </a:extLst>
          </p:cNvPr>
          <p:cNvSpPr>
            <a:spLocks xmlns:a="http://schemas.openxmlformats.org/drawingml/2006/main" noGrp="1"/>
          </p:cNvSpPr>
          <p:nvPr/>
        </p:nvSpPr>
        <p:spPr>
          <a:xfrm xmlns:a="http://schemas.openxmlformats.org/drawingml/2006/main">
            <a:off x="895350" y="1762125"/>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7" name="">
            <a:extLst xmlns:a="http://schemas.openxmlformats.org/drawingml/2006/main">
              <a:ext uri="{FF2B5EF4-FFF2-40B4-BE49-F238E27FC236}">
                <a16:creationId xmlns:a16="http://schemas.microsoft.com/office/drawing/2014/main" id="{2309D024-1A8A-4820-86D1-74C0B40FE285}"/>
              </a:ext>
            </a:extLst>
          </p:cNvPr>
          <p:cNvSpPr>
            <a:spLocks xmlns:a="http://schemas.openxmlformats.org/drawingml/2006/main" noGrp="1"/>
          </p:cNvSpPr>
          <p:nvPr/>
        </p:nvSpPr>
        <p:spPr>
          <a:xfrm xmlns:a="http://schemas.openxmlformats.org/drawingml/2006/main">
            <a:off x="895350" y="1762125"/>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8" name="">
            <a:extLst xmlns:a="http://schemas.openxmlformats.org/drawingml/2006/main">
              <a:ext uri="{FF2B5EF4-FFF2-40B4-BE49-F238E27FC236}">
                <a16:creationId xmlns:a16="http://schemas.microsoft.com/office/drawing/2014/main" id="{0AE2B46E-9143-4D8C-88CC-A3224A24B5F5}"/>
              </a:ext>
            </a:extLst>
          </p:cNvPr>
          <p:cNvSpPr>
            <a:spLocks xmlns:a="http://schemas.openxmlformats.org/drawingml/2006/main" noGrp="1"/>
          </p:cNvSpPr>
          <p:nvPr/>
        </p:nvSpPr>
        <p:spPr>
          <a:xfrm xmlns:a="http://schemas.openxmlformats.org/drawingml/2006/main">
            <a:off x="714375" y="15811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9" name="slide-2-text">
            <a:extLst xmlns:a="http://schemas.openxmlformats.org/drawingml/2006/main">
              <a:ext uri="{FF2B5EF4-FFF2-40B4-BE49-F238E27FC236}">
                <a16:creationId xmlns:a16="http://schemas.microsoft.com/office/drawing/2014/main" id="{5A6C19A0-638D-4BB5-BEF3-8D6B58ECD20A}"/>
              </a:ext>
            </a:extLst>
          </p:cNvPr>
          <p:cNvSpPr>
            <a:spLocks xmlns:a="http://schemas.openxmlformats.org/drawingml/2006/main" noGrp="1"/>
          </p:cNvSpPr>
          <p:nvPr/>
        </p:nvSpPr>
        <p:spPr>
          <a:xfrm xmlns:a="http://schemas.openxmlformats.org/drawingml/2006/main">
            <a:off x="847725" y="16543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326711D0-3828-4F7F-8529-39FA36F46C1A}"/>
              </a:ext>
            </a:extLst>
          </p:cNvPr>
          <p:cNvSpPr>
            <a:spLocks xmlns:a="http://schemas.openxmlformats.org/drawingml/2006/main" noGrp="1"/>
          </p:cNvSpPr>
          <p:nvPr/>
        </p:nvSpPr>
        <p:spPr>
          <a:xfrm xmlns:a="http://schemas.openxmlformats.org/drawingml/2006/main">
            <a:off x="1619250" y="1762125"/>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11" name="">
            <a:extLst xmlns:a="http://schemas.openxmlformats.org/drawingml/2006/main">
              <a:ext uri="{FF2B5EF4-FFF2-40B4-BE49-F238E27FC236}">
                <a16:creationId xmlns:a16="http://schemas.microsoft.com/office/drawing/2014/main" id="{D50248DC-5B47-4113-BCC0-4DE72624AD8C}"/>
              </a:ext>
            </a:extLst>
          </p:cNvPr>
          <p:cNvSpPr>
            <a:spLocks xmlns:a="http://schemas.openxmlformats.org/drawingml/2006/main" noGrp="1"/>
          </p:cNvSpPr>
          <p:nvPr/>
        </p:nvSpPr>
        <p:spPr>
          <a:xfrm xmlns:a="http://schemas.openxmlformats.org/drawingml/2006/main">
            <a:off x="1619250" y="1762125"/>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12" name="">
            <a:extLst xmlns:a="http://schemas.openxmlformats.org/drawingml/2006/main">
              <a:ext uri="{FF2B5EF4-FFF2-40B4-BE49-F238E27FC236}">
                <a16:creationId xmlns:a16="http://schemas.microsoft.com/office/drawing/2014/main" id="{98AE985D-7F49-4F83-A673-4138FE675232}"/>
              </a:ext>
            </a:extLst>
          </p:cNvPr>
          <p:cNvSpPr>
            <a:spLocks xmlns:a="http://schemas.openxmlformats.org/drawingml/2006/main" noGrp="1"/>
          </p:cNvSpPr>
          <p:nvPr/>
        </p:nvSpPr>
        <p:spPr>
          <a:xfrm xmlns:a="http://schemas.openxmlformats.org/drawingml/2006/main">
            <a:off x="1438275" y="15811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13" name="slide-2-text">
            <a:extLst xmlns:a="http://schemas.openxmlformats.org/drawingml/2006/main">
              <a:ext uri="{FF2B5EF4-FFF2-40B4-BE49-F238E27FC236}">
                <a16:creationId xmlns:a16="http://schemas.microsoft.com/office/drawing/2014/main" id="{63DFBE50-2127-4225-AEA8-0CB2EB5D2741}"/>
              </a:ext>
            </a:extLst>
          </p:cNvPr>
          <p:cNvSpPr>
            <a:spLocks xmlns:a="http://schemas.openxmlformats.org/drawingml/2006/main" noGrp="1"/>
          </p:cNvSpPr>
          <p:nvPr/>
        </p:nvSpPr>
        <p:spPr>
          <a:xfrm xmlns:a="http://schemas.openxmlformats.org/drawingml/2006/main">
            <a:off x="1571625" y="16543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C81E9B44-85A5-427E-BC60-0D0CE3BC4905}"/>
              </a:ext>
            </a:extLst>
          </p:cNvPr>
          <p:cNvSpPr>
            <a:spLocks xmlns:a="http://schemas.openxmlformats.org/drawingml/2006/main" noGrp="1"/>
          </p:cNvSpPr>
          <p:nvPr/>
        </p:nvSpPr>
        <p:spPr>
          <a:xfrm xmlns:a="http://schemas.openxmlformats.org/drawingml/2006/main">
            <a:off x="2343150" y="1762125"/>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15" name="">
            <a:extLst xmlns:a="http://schemas.openxmlformats.org/drawingml/2006/main">
              <a:ext uri="{FF2B5EF4-FFF2-40B4-BE49-F238E27FC236}">
                <a16:creationId xmlns:a16="http://schemas.microsoft.com/office/drawing/2014/main" id="{87435D36-6D05-4EE5-B37E-3D3E43D35B5D}"/>
              </a:ext>
            </a:extLst>
          </p:cNvPr>
          <p:cNvSpPr>
            <a:spLocks xmlns:a="http://schemas.openxmlformats.org/drawingml/2006/main" noGrp="1"/>
          </p:cNvSpPr>
          <p:nvPr/>
        </p:nvSpPr>
        <p:spPr>
          <a:xfrm xmlns:a="http://schemas.openxmlformats.org/drawingml/2006/main">
            <a:off x="2162175" y="15811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16" name="slide-2-text">
            <a:extLst xmlns:a="http://schemas.openxmlformats.org/drawingml/2006/main">
              <a:ext uri="{FF2B5EF4-FFF2-40B4-BE49-F238E27FC236}">
                <a16:creationId xmlns:a16="http://schemas.microsoft.com/office/drawing/2014/main" id="{AD29A185-0A8F-4667-B282-9580DAFB3070}"/>
              </a:ext>
            </a:extLst>
          </p:cNvPr>
          <p:cNvSpPr>
            <a:spLocks xmlns:a="http://schemas.openxmlformats.org/drawingml/2006/main" noGrp="1"/>
          </p:cNvSpPr>
          <p:nvPr/>
        </p:nvSpPr>
        <p:spPr>
          <a:xfrm xmlns:a="http://schemas.openxmlformats.org/drawingml/2006/main">
            <a:off x="2295525" y="16543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8D44589E-BEBE-416C-890C-E0B95A4612CF}"/>
              </a:ext>
            </a:extLst>
          </p:cNvPr>
          <p:cNvSpPr>
            <a:spLocks xmlns:a="http://schemas.openxmlformats.org/drawingml/2006/main" noGrp="1"/>
          </p:cNvSpPr>
          <p:nvPr/>
        </p:nvSpPr>
        <p:spPr>
          <a:xfrm xmlns:a="http://schemas.openxmlformats.org/drawingml/2006/main">
            <a:off x="895350" y="2486025"/>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18" name="">
            <a:extLst xmlns:a="http://schemas.openxmlformats.org/drawingml/2006/main">
              <a:ext uri="{FF2B5EF4-FFF2-40B4-BE49-F238E27FC236}">
                <a16:creationId xmlns:a16="http://schemas.microsoft.com/office/drawing/2014/main" id="{F9887C99-4363-4FA7-91DD-41079B00FEC7}"/>
              </a:ext>
            </a:extLst>
          </p:cNvPr>
          <p:cNvSpPr>
            <a:spLocks xmlns:a="http://schemas.openxmlformats.org/drawingml/2006/main" noGrp="1"/>
          </p:cNvSpPr>
          <p:nvPr/>
        </p:nvSpPr>
        <p:spPr>
          <a:xfrm xmlns:a="http://schemas.openxmlformats.org/drawingml/2006/main">
            <a:off x="895350" y="2486025"/>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19" name="">
            <a:extLst xmlns:a="http://schemas.openxmlformats.org/drawingml/2006/main">
              <a:ext uri="{FF2B5EF4-FFF2-40B4-BE49-F238E27FC236}">
                <a16:creationId xmlns:a16="http://schemas.microsoft.com/office/drawing/2014/main" id="{20D2E54E-BD63-4B28-A7A8-9509A20AA330}"/>
              </a:ext>
            </a:extLst>
          </p:cNvPr>
          <p:cNvSpPr>
            <a:spLocks xmlns:a="http://schemas.openxmlformats.org/drawingml/2006/main" noGrp="1"/>
          </p:cNvSpPr>
          <p:nvPr/>
        </p:nvSpPr>
        <p:spPr>
          <a:xfrm xmlns:a="http://schemas.openxmlformats.org/drawingml/2006/main">
            <a:off x="714375" y="23050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20" name="slide-2-text">
            <a:extLst xmlns:a="http://schemas.openxmlformats.org/drawingml/2006/main">
              <a:ext uri="{FF2B5EF4-FFF2-40B4-BE49-F238E27FC236}">
                <a16:creationId xmlns:a16="http://schemas.microsoft.com/office/drawing/2014/main" id="{079E6774-3934-4F8E-8BFF-98F990DB4CE8}"/>
              </a:ext>
            </a:extLst>
          </p:cNvPr>
          <p:cNvSpPr>
            <a:spLocks xmlns:a="http://schemas.openxmlformats.org/drawingml/2006/main" noGrp="1"/>
          </p:cNvSpPr>
          <p:nvPr/>
        </p:nvSpPr>
        <p:spPr>
          <a:xfrm xmlns:a="http://schemas.openxmlformats.org/drawingml/2006/main">
            <a:off x="847725" y="23782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79CF6F11-1594-44D4-8C29-D4BC312D29FC}"/>
              </a:ext>
            </a:extLst>
          </p:cNvPr>
          <p:cNvSpPr>
            <a:spLocks xmlns:a="http://schemas.openxmlformats.org/drawingml/2006/main" noGrp="1"/>
          </p:cNvSpPr>
          <p:nvPr/>
        </p:nvSpPr>
        <p:spPr>
          <a:xfrm xmlns:a="http://schemas.openxmlformats.org/drawingml/2006/main">
            <a:off x="1619250" y="2486025"/>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22" name="">
            <a:extLst xmlns:a="http://schemas.openxmlformats.org/drawingml/2006/main">
              <a:ext uri="{FF2B5EF4-FFF2-40B4-BE49-F238E27FC236}">
                <a16:creationId xmlns:a16="http://schemas.microsoft.com/office/drawing/2014/main" id="{55B8014F-7238-4716-B5AA-F5D09613FAC0}"/>
              </a:ext>
            </a:extLst>
          </p:cNvPr>
          <p:cNvSpPr>
            <a:spLocks xmlns:a="http://schemas.openxmlformats.org/drawingml/2006/main" noGrp="1"/>
          </p:cNvSpPr>
          <p:nvPr/>
        </p:nvSpPr>
        <p:spPr>
          <a:xfrm xmlns:a="http://schemas.openxmlformats.org/drawingml/2006/main">
            <a:off x="1619250" y="2486025"/>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23" name="">
            <a:extLst xmlns:a="http://schemas.openxmlformats.org/drawingml/2006/main">
              <a:ext uri="{FF2B5EF4-FFF2-40B4-BE49-F238E27FC236}">
                <a16:creationId xmlns:a16="http://schemas.microsoft.com/office/drawing/2014/main" id="{5A96012E-09F0-4EDF-B92B-D194A7BA99C3}"/>
              </a:ext>
            </a:extLst>
          </p:cNvPr>
          <p:cNvSpPr>
            <a:spLocks xmlns:a="http://schemas.openxmlformats.org/drawingml/2006/main" noGrp="1"/>
          </p:cNvSpPr>
          <p:nvPr/>
        </p:nvSpPr>
        <p:spPr>
          <a:xfrm xmlns:a="http://schemas.openxmlformats.org/drawingml/2006/main">
            <a:off x="1438275" y="23050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24" name="slide-2-text">
            <a:extLst xmlns:a="http://schemas.openxmlformats.org/drawingml/2006/main">
              <a:ext uri="{FF2B5EF4-FFF2-40B4-BE49-F238E27FC236}">
                <a16:creationId xmlns:a16="http://schemas.microsoft.com/office/drawing/2014/main" id="{7E00CA75-96EE-4AD0-B3DB-77BF9E16A4EB}"/>
              </a:ext>
            </a:extLst>
          </p:cNvPr>
          <p:cNvSpPr>
            <a:spLocks xmlns:a="http://schemas.openxmlformats.org/drawingml/2006/main" noGrp="1"/>
          </p:cNvSpPr>
          <p:nvPr/>
        </p:nvSpPr>
        <p:spPr>
          <a:xfrm xmlns:a="http://schemas.openxmlformats.org/drawingml/2006/main">
            <a:off x="1571625" y="23782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FF829974-653E-45FC-97F3-B753FFBADC4D}"/>
              </a:ext>
            </a:extLst>
          </p:cNvPr>
          <p:cNvSpPr>
            <a:spLocks xmlns:a="http://schemas.openxmlformats.org/drawingml/2006/main" noGrp="1"/>
          </p:cNvSpPr>
          <p:nvPr/>
        </p:nvSpPr>
        <p:spPr>
          <a:xfrm xmlns:a="http://schemas.openxmlformats.org/drawingml/2006/main">
            <a:off x="2343150" y="2486025"/>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26" name="">
            <a:extLst xmlns:a="http://schemas.openxmlformats.org/drawingml/2006/main">
              <a:ext uri="{FF2B5EF4-FFF2-40B4-BE49-F238E27FC236}">
                <a16:creationId xmlns:a16="http://schemas.microsoft.com/office/drawing/2014/main" id="{50CA5CE4-71E3-4D50-8678-20141FA362A8}"/>
              </a:ext>
            </a:extLst>
          </p:cNvPr>
          <p:cNvSpPr>
            <a:spLocks xmlns:a="http://schemas.openxmlformats.org/drawingml/2006/main" noGrp="1"/>
          </p:cNvSpPr>
          <p:nvPr/>
        </p:nvSpPr>
        <p:spPr>
          <a:xfrm xmlns:a="http://schemas.openxmlformats.org/drawingml/2006/main">
            <a:off x="2162175" y="23050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27" name="slide-2-text">
            <a:extLst xmlns:a="http://schemas.openxmlformats.org/drawingml/2006/main">
              <a:ext uri="{FF2B5EF4-FFF2-40B4-BE49-F238E27FC236}">
                <a16:creationId xmlns:a16="http://schemas.microsoft.com/office/drawing/2014/main" id="{910CCC12-C38F-4A31-93E4-FD7603703FFC}"/>
              </a:ext>
            </a:extLst>
          </p:cNvPr>
          <p:cNvSpPr>
            <a:spLocks xmlns:a="http://schemas.openxmlformats.org/drawingml/2006/main" noGrp="1"/>
          </p:cNvSpPr>
          <p:nvPr/>
        </p:nvSpPr>
        <p:spPr>
          <a:xfrm xmlns:a="http://schemas.openxmlformats.org/drawingml/2006/main">
            <a:off x="2295525" y="23782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6F2FE771-8515-4662-8CF9-53AF6076C44C}"/>
              </a:ext>
            </a:extLst>
          </p:cNvPr>
          <p:cNvSpPr>
            <a:spLocks xmlns:a="http://schemas.openxmlformats.org/drawingml/2006/main" noGrp="1"/>
          </p:cNvSpPr>
          <p:nvPr/>
        </p:nvSpPr>
        <p:spPr>
          <a:xfrm xmlns:a="http://schemas.openxmlformats.org/drawingml/2006/main">
            <a:off x="895350" y="3209925"/>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29" name="">
            <a:extLst xmlns:a="http://schemas.openxmlformats.org/drawingml/2006/main">
              <a:ext uri="{FF2B5EF4-FFF2-40B4-BE49-F238E27FC236}">
                <a16:creationId xmlns:a16="http://schemas.microsoft.com/office/drawing/2014/main" id="{A954065D-B805-4CD6-B267-FEB9C9E5C903}"/>
              </a:ext>
            </a:extLst>
          </p:cNvPr>
          <p:cNvSpPr>
            <a:spLocks xmlns:a="http://schemas.openxmlformats.org/drawingml/2006/main" noGrp="1"/>
          </p:cNvSpPr>
          <p:nvPr/>
        </p:nvSpPr>
        <p:spPr>
          <a:xfrm xmlns:a="http://schemas.openxmlformats.org/drawingml/2006/main">
            <a:off x="714375" y="30289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30" name="slide-2-text">
            <a:extLst xmlns:a="http://schemas.openxmlformats.org/drawingml/2006/main">
              <a:ext uri="{FF2B5EF4-FFF2-40B4-BE49-F238E27FC236}">
                <a16:creationId xmlns:a16="http://schemas.microsoft.com/office/drawing/2014/main" id="{5D88416E-5B87-44AE-A4F1-60FD22DBE55A}"/>
              </a:ext>
            </a:extLst>
          </p:cNvPr>
          <p:cNvSpPr>
            <a:spLocks xmlns:a="http://schemas.openxmlformats.org/drawingml/2006/main" noGrp="1"/>
          </p:cNvSpPr>
          <p:nvPr/>
        </p:nvSpPr>
        <p:spPr>
          <a:xfrm xmlns:a="http://schemas.openxmlformats.org/drawingml/2006/main">
            <a:off x="847725" y="31021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6</a:t>
            </a:r>
          </a:p>
        </p:txBody>
      </p:sp>
      <p:sp>
        <p:nvSpPr>
          <p:cNvPr id="31" name="">
            <a:extLst xmlns:a="http://schemas.openxmlformats.org/drawingml/2006/main">
              <a:ext uri="{FF2B5EF4-FFF2-40B4-BE49-F238E27FC236}">
                <a16:creationId xmlns:a16="http://schemas.microsoft.com/office/drawing/2014/main" id="{167139F6-76F7-4229-AC00-64DF9CF098EB}"/>
              </a:ext>
            </a:extLst>
          </p:cNvPr>
          <p:cNvSpPr>
            <a:spLocks xmlns:a="http://schemas.openxmlformats.org/drawingml/2006/main" noGrp="1"/>
          </p:cNvSpPr>
          <p:nvPr/>
        </p:nvSpPr>
        <p:spPr>
          <a:xfrm xmlns:a="http://schemas.openxmlformats.org/drawingml/2006/main">
            <a:off x="1619250" y="3209925"/>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32" name="">
            <a:extLst xmlns:a="http://schemas.openxmlformats.org/drawingml/2006/main">
              <a:ext uri="{FF2B5EF4-FFF2-40B4-BE49-F238E27FC236}">
                <a16:creationId xmlns:a16="http://schemas.microsoft.com/office/drawing/2014/main" id="{244CE32A-48DB-4091-84FC-A4276C264AFB}"/>
              </a:ext>
            </a:extLst>
          </p:cNvPr>
          <p:cNvSpPr>
            <a:spLocks xmlns:a="http://schemas.openxmlformats.org/drawingml/2006/main" noGrp="1"/>
          </p:cNvSpPr>
          <p:nvPr/>
        </p:nvSpPr>
        <p:spPr>
          <a:xfrm xmlns:a="http://schemas.openxmlformats.org/drawingml/2006/main">
            <a:off x="1438275" y="30289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33" name="slide-2-text">
            <a:extLst xmlns:a="http://schemas.openxmlformats.org/drawingml/2006/main">
              <a:ext uri="{FF2B5EF4-FFF2-40B4-BE49-F238E27FC236}">
                <a16:creationId xmlns:a16="http://schemas.microsoft.com/office/drawing/2014/main" id="{DFD8734A-3BFC-411B-B2DF-69336E435EBA}"/>
              </a:ext>
            </a:extLst>
          </p:cNvPr>
          <p:cNvSpPr>
            <a:spLocks xmlns:a="http://schemas.openxmlformats.org/drawingml/2006/main" noGrp="1"/>
          </p:cNvSpPr>
          <p:nvPr/>
        </p:nvSpPr>
        <p:spPr>
          <a:xfrm xmlns:a="http://schemas.openxmlformats.org/drawingml/2006/main">
            <a:off x="1571625" y="31021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7</a:t>
            </a:r>
          </a:p>
        </p:txBody>
      </p:sp>
      <p:sp>
        <p:nvSpPr>
          <p:cNvPr id="34" name="">
            <a:extLst xmlns:a="http://schemas.openxmlformats.org/drawingml/2006/main">
              <a:ext uri="{FF2B5EF4-FFF2-40B4-BE49-F238E27FC236}">
                <a16:creationId xmlns:a16="http://schemas.microsoft.com/office/drawing/2014/main" id="{DC313536-AE53-4472-9561-9E894DE83FF1}"/>
              </a:ext>
            </a:extLst>
          </p:cNvPr>
          <p:cNvSpPr>
            <a:spLocks xmlns:a="http://schemas.openxmlformats.org/drawingml/2006/main" noGrp="1"/>
          </p:cNvSpPr>
          <p:nvPr/>
        </p:nvSpPr>
        <p:spPr>
          <a:xfrm xmlns:a="http://schemas.openxmlformats.org/drawingml/2006/main">
            <a:off x="2162175" y="3028950"/>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35" name="slide-2-text">
            <a:extLst xmlns:a="http://schemas.openxmlformats.org/drawingml/2006/main">
              <a:ext uri="{FF2B5EF4-FFF2-40B4-BE49-F238E27FC236}">
                <a16:creationId xmlns:a16="http://schemas.microsoft.com/office/drawing/2014/main" id="{0E80A3E8-B316-4EF2-8E60-3FB4938D4137}"/>
              </a:ext>
            </a:extLst>
          </p:cNvPr>
          <p:cNvSpPr>
            <a:spLocks xmlns:a="http://schemas.openxmlformats.org/drawingml/2006/main" noGrp="1"/>
          </p:cNvSpPr>
          <p:nvPr/>
        </p:nvSpPr>
        <p:spPr>
          <a:xfrm xmlns:a="http://schemas.openxmlformats.org/drawingml/2006/main">
            <a:off x="2295525" y="3102102"/>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8</a:t>
            </a:r>
          </a:p>
        </p:txBody>
      </p:sp>
      <p:sp>
        <p:nvSpPr>
          <p:cNvPr id="36" name="slide-2-text">
            <a:extLst xmlns:a="http://schemas.openxmlformats.org/drawingml/2006/main">
              <a:ext uri="{FF2B5EF4-FFF2-40B4-BE49-F238E27FC236}">
                <a16:creationId xmlns:a16="http://schemas.microsoft.com/office/drawing/2014/main" id="{5B70E468-D46F-4B86-AB9E-BD068A1C56C5}"/>
              </a:ext>
            </a:extLst>
          </p:cNvPr>
          <p:cNvSpPr>
            <a:spLocks xmlns:a="http://schemas.openxmlformats.org/drawingml/2006/main" noGrp="1"/>
          </p:cNvSpPr>
          <p:nvPr/>
        </p:nvSpPr>
        <p:spPr>
          <a:xfrm xmlns:a="http://schemas.openxmlformats.org/drawingml/2006/main">
            <a:off x="419100" y="3730943"/>
            <a:ext cx="1923098" cy="207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buNone/>
              <a:defRPr sz="1125" b="0">
                <a:solidFill>
                  <a:srgbClr val="122B40"/>
                </a:solidFill>
                <a:latin typeface="Arial"/>
                <a:ea typeface="Arial"/>
                <a:cs typeface="Arial"/>
              </a:defRPr>
            </a:pPr>
            <a:r>
              <a:rPr sz="1125" b="0">
                <a:solidFill>
                  <a:srgbClr val="122B40"/>
                </a:solidFill>
                <a:latin typeface="Arial"/>
                <a:ea typeface="Arial"/>
                <a:cs typeface="Arial"/>
              </a:rPr>
              <a:t>MPI Cartesian stations 0..N-1</a:t>
            </a:r>
          </a:p>
        </p:txBody>
      </p:sp>
      <p:sp>
        <p:nvSpPr>
          <p:cNvPr id="37" name="slide-2-text">
            <a:extLst xmlns:a="http://schemas.openxmlformats.org/drawingml/2006/main">
              <a:ext uri="{FF2B5EF4-FFF2-40B4-BE49-F238E27FC236}">
                <a16:creationId xmlns:a16="http://schemas.microsoft.com/office/drawing/2014/main" id="{BBEC0213-CCA5-4546-BEA5-972D40111EDD}"/>
              </a:ext>
            </a:extLst>
          </p:cNvPr>
          <p:cNvSpPr>
            <a:spLocks xmlns:a="http://schemas.openxmlformats.org/drawingml/2006/main" noGrp="1"/>
          </p:cNvSpPr>
          <p:nvPr/>
        </p:nvSpPr>
        <p:spPr>
          <a:xfrm xmlns:a="http://schemas.openxmlformats.org/drawingml/2006/main">
            <a:off x="419100" y="4017074"/>
            <a:ext cx="2899181" cy="179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75" b="0">
                <a:solidFill>
                  <a:srgbClr val="52616E"/>
                </a:solidFill>
                <a:latin typeface="Arial"/>
                <a:ea typeface="Arial"/>
                <a:cs typeface="Arial"/>
              </a:defRPr>
            </a:defPPr>
            <a:lvl1pPr>
              <a:defRPr sz="975" b="0">
                <a:solidFill>
                  <a:srgbClr val="52616E"/>
                </a:solidFill>
                <a:latin typeface="Arial"/>
                <a:ea typeface="Arial"/>
                <a:cs typeface="Arial"/>
              </a:defRPr>
            </a:lvl1pPr>
            <a:lvl2pPr>
              <a:defRPr sz="975" b="0">
                <a:solidFill>
                  <a:srgbClr val="52616E"/>
                </a:solidFill>
                <a:latin typeface="Arial"/>
                <a:ea typeface="Arial"/>
                <a:cs typeface="Arial"/>
              </a:defRPr>
            </a:lvl2pPr>
            <a:lvl3pPr>
              <a:defRPr sz="975" b="0">
                <a:solidFill>
                  <a:srgbClr val="52616E"/>
                </a:solidFill>
                <a:latin typeface="Arial"/>
                <a:ea typeface="Arial"/>
                <a:cs typeface="Arial"/>
              </a:defRPr>
            </a:lvl3pPr>
            <a:lvl4pPr>
              <a:defRPr sz="975" b="0">
                <a:solidFill>
                  <a:srgbClr val="52616E"/>
                </a:solidFill>
                <a:latin typeface="Arial"/>
                <a:ea typeface="Arial"/>
                <a:cs typeface="Arial"/>
              </a:defRPr>
            </a:lvl4pPr>
            <a:lvl5pPr>
              <a:defRPr sz="975" b="0">
                <a:solidFill>
                  <a:srgbClr val="52616E"/>
                </a:solidFill>
                <a:latin typeface="Arial"/>
                <a:ea typeface="Arial"/>
                <a:cs typeface="Arial"/>
              </a:defRPr>
            </a:lvl5pPr>
            <a:lvl6pPr>
              <a:defRPr sz="975" b="0">
                <a:solidFill>
                  <a:srgbClr val="52616E"/>
                </a:solidFill>
                <a:latin typeface="Arial"/>
                <a:ea typeface="Arial"/>
                <a:cs typeface="Arial"/>
              </a:defRPr>
            </a:lvl6pPr>
            <a:lvl7pPr>
              <a:defRPr sz="975" b="0">
                <a:solidFill>
                  <a:srgbClr val="52616E"/>
                </a:solidFill>
                <a:latin typeface="Arial"/>
                <a:ea typeface="Arial"/>
                <a:cs typeface="Arial"/>
              </a:defRPr>
            </a:lvl7pPr>
            <a:lvl8pPr>
              <a:defRPr sz="975" b="0">
                <a:solidFill>
                  <a:srgbClr val="52616E"/>
                </a:solidFill>
                <a:latin typeface="Arial"/>
                <a:ea typeface="Arial"/>
                <a:cs typeface="Arial"/>
              </a:defRPr>
            </a:lvl8pPr>
            <a:lvl9pPr>
              <a:defRPr sz="975" b="0">
                <a:solidFill>
                  <a:srgbClr val="52616E"/>
                </a:solidFill>
                <a:latin typeface="Arial"/>
                <a:ea typeface="Arial"/>
                <a:cs typeface="Arial"/>
              </a:defRPr>
            </a:lvl9pPr>
          </a:lstStyle>
          <a:p xmlns:a="http://schemas.openxmlformats.org/drawingml/2006/main">
            <a:pPr>
              <a:buNone/>
              <a:defRPr sz="975" b="0">
                <a:solidFill>
                  <a:srgbClr val="52616E"/>
                </a:solidFill>
                <a:latin typeface="Arial"/>
                <a:ea typeface="Arial"/>
                <a:cs typeface="Arial"/>
              </a:defRPr>
            </a:pPr>
            <a:r>
              <a:rPr sz="975" b="0">
                <a:solidFill>
                  <a:srgbClr val="52616E"/>
                </a:solidFill>
                <a:latin typeface="Arial"/>
                <a:ea typeface="Arial"/>
                <a:cs typeface="Arial"/>
              </a:rPr>
              <a:t>No wraparound. Missing edges: MPI_PROC_NULL.</a:t>
            </a:r>
          </a:p>
        </p:txBody>
      </p:sp>
      <p:sp>
        <p:nvSpPr>
          <p:cNvPr id="38" name="">
            <a:extLst xmlns:a="http://schemas.openxmlformats.org/drawingml/2006/main">
              <a:ext uri="{FF2B5EF4-FFF2-40B4-BE49-F238E27FC236}">
                <a16:creationId xmlns:a16="http://schemas.microsoft.com/office/drawing/2014/main" id="{5D14D102-19CC-43D9-8BE2-9388FA9C82E6}"/>
              </a:ext>
            </a:extLst>
          </p:cNvPr>
          <p:cNvSpPr>
            <a:spLocks xmlns:a="http://schemas.openxmlformats.org/drawingml/2006/main" noGrp="1"/>
          </p:cNvSpPr>
          <p:nvPr/>
        </p:nvSpPr>
        <p:spPr>
          <a:xfrm xmlns:a="http://schemas.openxmlformats.org/drawingml/2006/main">
            <a:off x="3476625" y="1438275"/>
            <a:ext cx="2190750" cy="704850"/>
          </a:xfrm>
          <a:prstGeom xmlns:a="http://schemas.openxmlformats.org/drawingml/2006/main" prst="roundRect">
            <a:avLst>
              <a:gd name="adj" fmla="val 10811"/>
            </a:avLst>
          </a:prstGeom>
          <a:solidFill xmlns:a="http://schemas.openxmlformats.org/drawingml/2006/main">
            <a:srgbClr val="EDF4F6"/>
          </a:solidFill>
          <a:ln xmlns:a="http://schemas.openxmlformats.org/drawingml/2006/main" w="9525">
            <a:solidFill>
              <a:srgbClr val="117C91"/>
            </a:solidFill>
          </a:ln>
        </p:spPr>
      </p:sp>
      <p:sp>
        <p:nvSpPr>
          <p:cNvPr id="39" name="slide-2-text">
            <a:extLst xmlns:a="http://schemas.openxmlformats.org/drawingml/2006/main">
              <a:ext uri="{FF2B5EF4-FFF2-40B4-BE49-F238E27FC236}">
                <a16:creationId xmlns:a16="http://schemas.microsoft.com/office/drawing/2014/main" id="{CF8087D6-6E45-49F6-8CED-4164ABB3E83E}"/>
              </a:ext>
            </a:extLst>
          </p:cNvPr>
          <p:cNvSpPr>
            <a:spLocks xmlns:a="http://schemas.openxmlformats.org/drawingml/2006/main" noGrp="1"/>
          </p:cNvSpPr>
          <p:nvPr/>
        </p:nvSpPr>
        <p:spPr>
          <a:xfrm xmlns:a="http://schemas.openxmlformats.org/drawingml/2006/main">
            <a:off x="3571875" y="1692593"/>
            <a:ext cx="1835658" cy="207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a:solidFill>
                  <a:srgbClr val="122B40"/>
                </a:solidFill>
                <a:latin typeface="Arial"/>
                <a:ea typeface="Arial"/>
                <a:cs typeface="Arial"/>
              </a:defRPr>
            </a:defPPr>
            <a:lvl1pPr>
              <a:defRPr sz="1125" b="1">
                <a:solidFill>
                  <a:srgbClr val="122B40"/>
                </a:solidFill>
                <a:latin typeface="Arial"/>
                <a:ea typeface="Arial"/>
                <a:cs typeface="Arial"/>
              </a:defRPr>
            </a:lvl1pPr>
            <a:lvl2pPr>
              <a:defRPr sz="1125" b="1">
                <a:solidFill>
                  <a:srgbClr val="122B40"/>
                </a:solidFill>
                <a:latin typeface="Arial"/>
                <a:ea typeface="Arial"/>
                <a:cs typeface="Arial"/>
              </a:defRPr>
            </a:lvl2pPr>
            <a:lvl3pPr>
              <a:defRPr sz="1125" b="1">
                <a:solidFill>
                  <a:srgbClr val="122B40"/>
                </a:solidFill>
                <a:latin typeface="Arial"/>
                <a:ea typeface="Arial"/>
                <a:cs typeface="Arial"/>
              </a:defRPr>
            </a:lvl3pPr>
            <a:lvl4pPr>
              <a:defRPr sz="1125" b="1">
                <a:solidFill>
                  <a:srgbClr val="122B40"/>
                </a:solidFill>
                <a:latin typeface="Arial"/>
                <a:ea typeface="Arial"/>
                <a:cs typeface="Arial"/>
              </a:defRPr>
            </a:lvl4pPr>
            <a:lvl5pPr>
              <a:defRPr sz="1125" b="1">
                <a:solidFill>
                  <a:srgbClr val="122B40"/>
                </a:solidFill>
                <a:latin typeface="Arial"/>
                <a:ea typeface="Arial"/>
                <a:cs typeface="Arial"/>
              </a:defRPr>
            </a:lvl5pPr>
            <a:lvl6pPr>
              <a:defRPr sz="1125" b="1">
                <a:solidFill>
                  <a:srgbClr val="122B40"/>
                </a:solidFill>
                <a:latin typeface="Arial"/>
                <a:ea typeface="Arial"/>
                <a:cs typeface="Arial"/>
              </a:defRPr>
            </a:lvl6pPr>
            <a:lvl7pPr>
              <a:defRPr sz="1125" b="1">
                <a:solidFill>
                  <a:srgbClr val="122B40"/>
                </a:solidFill>
                <a:latin typeface="Arial"/>
                <a:ea typeface="Arial"/>
                <a:cs typeface="Arial"/>
              </a:defRPr>
            </a:lvl7pPr>
            <a:lvl8pPr>
              <a:defRPr sz="1125" b="1">
                <a:solidFill>
                  <a:srgbClr val="122B40"/>
                </a:solidFill>
                <a:latin typeface="Arial"/>
                <a:ea typeface="Arial"/>
                <a:cs typeface="Arial"/>
              </a:defRPr>
            </a:lvl8pPr>
            <a:lvl9pPr>
              <a:defRPr sz="1125" b="1">
                <a:solidFill>
                  <a:srgbClr val="122B40"/>
                </a:solidFill>
                <a:latin typeface="Arial"/>
                <a:ea typeface="Arial"/>
                <a:cs typeface="Arial"/>
              </a:defRPr>
            </a:lvl9pPr>
          </a:lstStyle>
          <a:p xmlns:a="http://schemas.openxmlformats.org/drawingml/2006/main">
            <a:pPr>
              <a:buNone/>
              <a:defRPr sz="1125" b="1">
                <a:solidFill>
                  <a:srgbClr val="122B40"/>
                </a:solidFill>
                <a:latin typeface="Arial"/>
                <a:ea typeface="Arial"/>
                <a:cs typeface="Arial"/>
              </a:defRPr>
            </a:pPr>
            <a:r>
              <a:rPr sz="1125" b="1">
                <a:solidFill>
                  <a:srgbClr val="122B40"/>
                </a:solidFill>
                <a:latin typeface="Arial"/>
                <a:ea typeface="Arial"/>
                <a:cs typeface="Arial"/>
              </a:rPr>
              <a:t>Base station: world rank 0</a:t>
            </a:r>
          </a:p>
        </p:txBody>
      </p:sp>
      <p:sp>
        <p:nvSpPr>
          <p:cNvPr id="40" name="">
            <a:extLst xmlns:a="http://schemas.openxmlformats.org/drawingml/2006/main">
              <a:ext uri="{FF2B5EF4-FFF2-40B4-BE49-F238E27FC236}">
                <a16:creationId xmlns:a16="http://schemas.microsoft.com/office/drawing/2014/main" id="{C0D808CD-F6B7-4500-81A7-678FE11F537A}"/>
              </a:ext>
            </a:extLst>
          </p:cNvPr>
          <p:cNvSpPr>
            <a:spLocks xmlns:a="http://schemas.openxmlformats.org/drawingml/2006/main" noGrp="1"/>
          </p:cNvSpPr>
          <p:nvPr/>
        </p:nvSpPr>
        <p:spPr>
          <a:xfrm xmlns:a="http://schemas.openxmlformats.org/drawingml/2006/main">
            <a:off x="2543175" y="1790700"/>
            <a:ext cx="885825" cy="352425"/>
          </a:xfrm>
          <a:custGeom xmlns:a="http://schemas.openxmlformats.org/drawingml/2006/main">
            <a:pathLst>
              <a:path w="885825" h="352425">
                <a:moveTo>
                  <a:pt x="0" y="352425"/>
                </a:moveTo>
                <a:lnTo>
                  <a:pt x="885825" y="0"/>
                </a:lnTo>
              </a:path>
            </a:pathLst>
          </a:custGeom>
          <a:noFill xmlns:a="http://schemas.openxmlformats.org/drawingml/2006/main"/>
          <a:ln xmlns:a="http://schemas.openxmlformats.org/drawingml/2006/main" w="17145">
            <a:solidFill>
              <a:srgbClr val="117C91"/>
            </a:solidFill>
          </a:ln>
        </p:spPr>
      </p:sp>
      <p:sp>
        <p:nvSpPr>
          <p:cNvPr id="41" name="">
            <a:extLst xmlns:a="http://schemas.openxmlformats.org/drawingml/2006/main">
              <a:ext uri="{FF2B5EF4-FFF2-40B4-BE49-F238E27FC236}">
                <a16:creationId xmlns:a16="http://schemas.microsoft.com/office/drawing/2014/main" id="{FC8BAFA9-8E8B-4DEC-ADCC-92CAF42A7E49}"/>
              </a:ext>
            </a:extLst>
          </p:cNvPr>
          <p:cNvSpPr>
            <a:spLocks xmlns:a="http://schemas.openxmlformats.org/drawingml/2006/main" noGrp="1"/>
          </p:cNvSpPr>
          <p:nvPr/>
        </p:nvSpPr>
        <p:spPr>
          <a:xfrm xmlns:a="http://schemas.openxmlformats.org/drawingml/2006/main">
            <a:off x="3343905" y="1780323"/>
            <a:ext cx="85095" cy="10377"/>
          </a:xfrm>
          <a:custGeom xmlns:a="http://schemas.openxmlformats.org/drawingml/2006/main">
            <a:pathLst>
              <a:path w="85095" h="10377">
                <a:moveTo>
                  <a:pt x="85095" y="10377"/>
                </a:moveTo>
                <a:lnTo>
                  <a:pt x="0" y="0"/>
                </a:lnTo>
              </a:path>
            </a:pathLst>
          </a:custGeom>
          <a:noFill xmlns:a="http://schemas.openxmlformats.org/drawingml/2006/main"/>
          <a:ln xmlns:a="http://schemas.openxmlformats.org/drawingml/2006/main" w="17145">
            <a:solidFill>
              <a:srgbClr val="117C91"/>
            </a:solidFill>
          </a:ln>
        </p:spPr>
      </p:sp>
      <p:sp>
        <p:nvSpPr>
          <p:cNvPr id="42" name="">
            <a:extLst xmlns:a="http://schemas.openxmlformats.org/drawingml/2006/main">
              <a:ext uri="{FF2B5EF4-FFF2-40B4-BE49-F238E27FC236}">
                <a16:creationId xmlns:a16="http://schemas.microsoft.com/office/drawing/2014/main" id="{C89F20FB-C75D-4AC2-ADC6-692700ED3F4B}"/>
              </a:ext>
            </a:extLst>
          </p:cNvPr>
          <p:cNvSpPr>
            <a:spLocks xmlns:a="http://schemas.openxmlformats.org/drawingml/2006/main" noGrp="1"/>
          </p:cNvSpPr>
          <p:nvPr/>
        </p:nvSpPr>
        <p:spPr>
          <a:xfrm xmlns:a="http://schemas.openxmlformats.org/drawingml/2006/main">
            <a:off x="3374291" y="1790700"/>
            <a:ext cx="54709" cy="65998"/>
          </a:xfrm>
          <a:custGeom xmlns:a="http://schemas.openxmlformats.org/drawingml/2006/main">
            <a:pathLst>
              <a:path w="54709" h="65998">
                <a:moveTo>
                  <a:pt x="54709" y="0"/>
                </a:moveTo>
                <a:lnTo>
                  <a:pt x="0" y="65998"/>
                </a:lnTo>
              </a:path>
            </a:pathLst>
          </a:custGeom>
          <a:noFill xmlns:a="http://schemas.openxmlformats.org/drawingml/2006/main"/>
          <a:ln xmlns:a="http://schemas.openxmlformats.org/drawingml/2006/main" w="17145">
            <a:solidFill>
              <a:srgbClr val="117C91"/>
            </a:solidFill>
          </a:ln>
        </p:spPr>
      </p:sp>
      <p:sp>
        <p:nvSpPr>
          <p:cNvPr id="43" name="slide-2-text">
            <a:extLst xmlns:a="http://schemas.openxmlformats.org/drawingml/2006/main">
              <a:ext uri="{FF2B5EF4-FFF2-40B4-BE49-F238E27FC236}">
                <a16:creationId xmlns:a16="http://schemas.microsoft.com/office/drawing/2014/main" id="{97A8AA76-7A45-4AD1-90E9-891BE387A2A4}"/>
              </a:ext>
            </a:extLst>
          </p:cNvPr>
          <p:cNvSpPr>
            <a:spLocks xmlns:a="http://schemas.openxmlformats.org/drawingml/2006/main" noGrp="1"/>
          </p:cNvSpPr>
          <p:nvPr/>
        </p:nvSpPr>
        <p:spPr>
          <a:xfrm xmlns:a="http://schemas.openxmlformats.org/drawingml/2006/main">
            <a:off x="2619375" y="1454849"/>
            <a:ext cx="359902" cy="179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75" b="0">
                <a:solidFill>
                  <a:srgbClr val="117C91"/>
                </a:solidFill>
                <a:latin typeface="Arial"/>
                <a:ea typeface="Arial"/>
                <a:cs typeface="Arial"/>
              </a:defRPr>
            </a:defPPr>
            <a:lvl1pPr>
              <a:defRPr sz="975" b="0">
                <a:solidFill>
                  <a:srgbClr val="117C91"/>
                </a:solidFill>
                <a:latin typeface="Arial"/>
                <a:ea typeface="Arial"/>
                <a:cs typeface="Arial"/>
              </a:defRPr>
            </a:lvl1pPr>
            <a:lvl2pPr>
              <a:defRPr sz="975" b="0">
                <a:solidFill>
                  <a:srgbClr val="117C91"/>
                </a:solidFill>
                <a:latin typeface="Arial"/>
                <a:ea typeface="Arial"/>
                <a:cs typeface="Arial"/>
              </a:defRPr>
            </a:lvl2pPr>
            <a:lvl3pPr>
              <a:defRPr sz="975" b="0">
                <a:solidFill>
                  <a:srgbClr val="117C91"/>
                </a:solidFill>
                <a:latin typeface="Arial"/>
                <a:ea typeface="Arial"/>
                <a:cs typeface="Arial"/>
              </a:defRPr>
            </a:lvl3pPr>
            <a:lvl4pPr>
              <a:defRPr sz="975" b="0">
                <a:solidFill>
                  <a:srgbClr val="117C91"/>
                </a:solidFill>
                <a:latin typeface="Arial"/>
                <a:ea typeface="Arial"/>
                <a:cs typeface="Arial"/>
              </a:defRPr>
            </a:lvl4pPr>
            <a:lvl5pPr>
              <a:defRPr sz="975" b="0">
                <a:solidFill>
                  <a:srgbClr val="117C91"/>
                </a:solidFill>
                <a:latin typeface="Arial"/>
                <a:ea typeface="Arial"/>
                <a:cs typeface="Arial"/>
              </a:defRPr>
            </a:lvl5pPr>
            <a:lvl6pPr>
              <a:defRPr sz="975" b="0">
                <a:solidFill>
                  <a:srgbClr val="117C91"/>
                </a:solidFill>
                <a:latin typeface="Arial"/>
                <a:ea typeface="Arial"/>
                <a:cs typeface="Arial"/>
              </a:defRPr>
            </a:lvl6pPr>
            <a:lvl7pPr>
              <a:defRPr sz="975" b="0">
                <a:solidFill>
                  <a:srgbClr val="117C91"/>
                </a:solidFill>
                <a:latin typeface="Arial"/>
                <a:ea typeface="Arial"/>
                <a:cs typeface="Arial"/>
              </a:defRPr>
            </a:lvl7pPr>
            <a:lvl8pPr>
              <a:defRPr sz="975" b="0">
                <a:solidFill>
                  <a:srgbClr val="117C91"/>
                </a:solidFill>
                <a:latin typeface="Arial"/>
                <a:ea typeface="Arial"/>
                <a:cs typeface="Arial"/>
              </a:defRPr>
            </a:lvl8pPr>
            <a:lvl9pPr>
              <a:defRPr sz="975" b="0">
                <a:solidFill>
                  <a:srgbClr val="117C91"/>
                </a:solidFill>
                <a:latin typeface="Arial"/>
                <a:ea typeface="Arial"/>
                <a:cs typeface="Arial"/>
              </a:defRPr>
            </a:lvl9pPr>
          </a:lstStyle>
          <a:p xmlns:a="http://schemas.openxmlformats.org/drawingml/2006/main">
            <a:pPr>
              <a:buNone/>
              <a:defRPr sz="975" b="0">
                <a:solidFill>
                  <a:srgbClr val="117C91"/>
                </a:solidFill>
                <a:latin typeface="Arial"/>
                <a:ea typeface="Arial"/>
                <a:cs typeface="Arial"/>
              </a:defRPr>
            </a:pPr>
            <a:r>
              <a:rPr sz="975" b="0">
                <a:solidFill>
                  <a:srgbClr val="117C91"/>
                </a:solidFill>
                <a:latin typeface="Arial"/>
                <a:ea typeface="Arial"/>
                <a:cs typeface="Arial"/>
              </a:rPr>
              <a:t>alerts</a:t>
            </a:r>
          </a:p>
        </p:txBody>
      </p:sp>
      <p:sp>
        <p:nvSpPr>
          <p:cNvPr id="44" name="">
            <a:extLst xmlns:a="http://schemas.openxmlformats.org/drawingml/2006/main">
              <a:ext uri="{FF2B5EF4-FFF2-40B4-BE49-F238E27FC236}">
                <a16:creationId xmlns:a16="http://schemas.microsoft.com/office/drawing/2014/main" id="{0D21B03B-F0FC-4143-9CB7-B81206A85030}"/>
              </a:ext>
            </a:extLst>
          </p:cNvPr>
          <p:cNvSpPr>
            <a:spLocks xmlns:a="http://schemas.openxmlformats.org/drawingml/2006/main" noGrp="1"/>
          </p:cNvSpPr>
          <p:nvPr/>
        </p:nvSpPr>
        <p:spPr>
          <a:xfrm xmlns:a="http://schemas.openxmlformats.org/drawingml/2006/main">
            <a:off x="2552700" y="2105025"/>
            <a:ext cx="923925" cy="342900"/>
          </a:xfrm>
          <a:custGeom xmlns:a="http://schemas.openxmlformats.org/drawingml/2006/main">
            <a:pathLst>
              <a:path w="923925" h="342900">
                <a:moveTo>
                  <a:pt x="923925" y="0"/>
                </a:moveTo>
                <a:lnTo>
                  <a:pt x="0" y="342900"/>
                </a:lnTo>
              </a:path>
            </a:pathLst>
          </a:custGeom>
          <a:noFill xmlns:a="http://schemas.openxmlformats.org/drawingml/2006/main"/>
          <a:ln xmlns:a="http://schemas.openxmlformats.org/drawingml/2006/main" w="17145">
            <a:solidFill>
              <a:srgbClr val="117C91"/>
            </a:solidFill>
          </a:ln>
        </p:spPr>
      </p:sp>
      <p:sp>
        <p:nvSpPr>
          <p:cNvPr id="45" name="">
            <a:extLst xmlns:a="http://schemas.openxmlformats.org/drawingml/2006/main">
              <a:ext uri="{FF2B5EF4-FFF2-40B4-BE49-F238E27FC236}">
                <a16:creationId xmlns:a16="http://schemas.microsoft.com/office/drawing/2014/main" id="{832F230F-4775-451D-9E23-04C2D8FA8817}"/>
              </a:ext>
            </a:extLst>
          </p:cNvPr>
          <p:cNvSpPr>
            <a:spLocks xmlns:a="http://schemas.openxmlformats.org/drawingml/2006/main" noGrp="1"/>
          </p:cNvSpPr>
          <p:nvPr/>
        </p:nvSpPr>
        <p:spPr>
          <a:xfrm xmlns:a="http://schemas.openxmlformats.org/drawingml/2006/main">
            <a:off x="2552700" y="2447925"/>
            <a:ext cx="84830" cy="12355"/>
          </a:xfrm>
          <a:custGeom xmlns:a="http://schemas.openxmlformats.org/drawingml/2006/main">
            <a:pathLst>
              <a:path w="84830" h="12355">
                <a:moveTo>
                  <a:pt x="0" y="0"/>
                </a:moveTo>
                <a:lnTo>
                  <a:pt x="84830" y="12355"/>
                </a:lnTo>
              </a:path>
            </a:pathLst>
          </a:custGeom>
          <a:noFill xmlns:a="http://schemas.openxmlformats.org/drawingml/2006/main"/>
          <a:ln xmlns:a="http://schemas.openxmlformats.org/drawingml/2006/main" w="17145">
            <a:solidFill>
              <a:srgbClr val="117C91"/>
            </a:solidFill>
          </a:ln>
        </p:spPr>
      </p:sp>
      <p:sp>
        <p:nvSpPr>
          <p:cNvPr id="46" name="">
            <a:extLst xmlns:a="http://schemas.openxmlformats.org/drawingml/2006/main">
              <a:ext uri="{FF2B5EF4-FFF2-40B4-BE49-F238E27FC236}">
                <a16:creationId xmlns:a16="http://schemas.microsoft.com/office/drawing/2014/main" id="{677792D2-E5AD-465F-B3EE-07E8BDEEAB22}"/>
              </a:ext>
            </a:extLst>
          </p:cNvPr>
          <p:cNvSpPr>
            <a:spLocks xmlns:a="http://schemas.openxmlformats.org/drawingml/2006/main" noGrp="1"/>
          </p:cNvSpPr>
          <p:nvPr/>
        </p:nvSpPr>
        <p:spPr>
          <a:xfrm xmlns:a="http://schemas.openxmlformats.org/drawingml/2006/main">
            <a:off x="2552700" y="2383218"/>
            <a:ext cx="56230" cy="64707"/>
          </a:xfrm>
          <a:custGeom xmlns:a="http://schemas.openxmlformats.org/drawingml/2006/main">
            <a:pathLst>
              <a:path w="56230" h="64707">
                <a:moveTo>
                  <a:pt x="0" y="64707"/>
                </a:moveTo>
                <a:lnTo>
                  <a:pt x="56230" y="0"/>
                </a:lnTo>
              </a:path>
            </a:pathLst>
          </a:custGeom>
          <a:noFill xmlns:a="http://schemas.openxmlformats.org/drawingml/2006/main"/>
          <a:ln xmlns:a="http://schemas.openxmlformats.org/drawingml/2006/main" w="17145">
            <a:solidFill>
              <a:srgbClr val="117C91"/>
            </a:solidFill>
          </a:ln>
        </p:spPr>
      </p:sp>
      <p:sp>
        <p:nvSpPr>
          <p:cNvPr id="47" name="slide-2-text">
            <a:extLst xmlns:a="http://schemas.openxmlformats.org/drawingml/2006/main">
              <a:ext uri="{FF2B5EF4-FFF2-40B4-BE49-F238E27FC236}">
                <a16:creationId xmlns:a16="http://schemas.microsoft.com/office/drawing/2014/main" id="{255E76ED-0B8A-4F79-88BB-B861C7BAC039}"/>
              </a:ext>
            </a:extLst>
          </p:cNvPr>
          <p:cNvSpPr>
            <a:spLocks xmlns:a="http://schemas.openxmlformats.org/drawingml/2006/main" noGrp="1"/>
          </p:cNvSpPr>
          <p:nvPr/>
        </p:nvSpPr>
        <p:spPr>
          <a:xfrm xmlns:a="http://schemas.openxmlformats.org/drawingml/2006/main">
            <a:off x="2657475" y="2454974"/>
            <a:ext cx="408070" cy="179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75" b="0">
                <a:solidFill>
                  <a:srgbClr val="117C91"/>
                </a:solidFill>
                <a:latin typeface="Arial"/>
                <a:ea typeface="Arial"/>
                <a:cs typeface="Arial"/>
              </a:defRPr>
            </a:defPPr>
            <a:lvl1pPr>
              <a:defRPr sz="975" b="0">
                <a:solidFill>
                  <a:srgbClr val="117C91"/>
                </a:solidFill>
                <a:latin typeface="Arial"/>
                <a:ea typeface="Arial"/>
                <a:cs typeface="Arial"/>
              </a:defRPr>
            </a:lvl1pPr>
            <a:lvl2pPr>
              <a:defRPr sz="975" b="0">
                <a:solidFill>
                  <a:srgbClr val="117C91"/>
                </a:solidFill>
                <a:latin typeface="Arial"/>
                <a:ea typeface="Arial"/>
                <a:cs typeface="Arial"/>
              </a:defRPr>
            </a:lvl2pPr>
            <a:lvl3pPr>
              <a:defRPr sz="975" b="0">
                <a:solidFill>
                  <a:srgbClr val="117C91"/>
                </a:solidFill>
                <a:latin typeface="Arial"/>
                <a:ea typeface="Arial"/>
                <a:cs typeface="Arial"/>
              </a:defRPr>
            </a:lvl3pPr>
            <a:lvl4pPr>
              <a:defRPr sz="975" b="0">
                <a:solidFill>
                  <a:srgbClr val="117C91"/>
                </a:solidFill>
                <a:latin typeface="Arial"/>
                <a:ea typeface="Arial"/>
                <a:cs typeface="Arial"/>
              </a:defRPr>
            </a:lvl4pPr>
            <a:lvl5pPr>
              <a:defRPr sz="975" b="0">
                <a:solidFill>
                  <a:srgbClr val="117C91"/>
                </a:solidFill>
                <a:latin typeface="Arial"/>
                <a:ea typeface="Arial"/>
                <a:cs typeface="Arial"/>
              </a:defRPr>
            </a:lvl5pPr>
            <a:lvl6pPr>
              <a:defRPr sz="975" b="0">
                <a:solidFill>
                  <a:srgbClr val="117C91"/>
                </a:solidFill>
                <a:latin typeface="Arial"/>
                <a:ea typeface="Arial"/>
                <a:cs typeface="Arial"/>
              </a:defRPr>
            </a:lvl6pPr>
            <a:lvl7pPr>
              <a:defRPr sz="975" b="0">
                <a:solidFill>
                  <a:srgbClr val="117C91"/>
                </a:solidFill>
                <a:latin typeface="Arial"/>
                <a:ea typeface="Arial"/>
                <a:cs typeface="Arial"/>
              </a:defRPr>
            </a:lvl7pPr>
            <a:lvl8pPr>
              <a:defRPr sz="975" b="0">
                <a:solidFill>
                  <a:srgbClr val="117C91"/>
                </a:solidFill>
                <a:latin typeface="Arial"/>
                <a:ea typeface="Arial"/>
                <a:cs typeface="Arial"/>
              </a:defRPr>
            </a:lvl8pPr>
            <a:lvl9pPr>
              <a:defRPr sz="975" b="0">
                <a:solidFill>
                  <a:srgbClr val="117C91"/>
                </a:solidFill>
                <a:latin typeface="Arial"/>
                <a:ea typeface="Arial"/>
                <a:cs typeface="Arial"/>
              </a:defRPr>
            </a:lvl9pPr>
          </a:lstStyle>
          <a:p xmlns:a="http://schemas.openxmlformats.org/drawingml/2006/main">
            <a:pPr>
              <a:buNone/>
              <a:defRPr sz="975" b="0">
                <a:solidFill>
                  <a:srgbClr val="117C91"/>
                </a:solidFill>
                <a:latin typeface="Arial"/>
                <a:ea typeface="Arial"/>
                <a:cs typeface="Arial"/>
              </a:defRPr>
            </a:pPr>
            <a:r>
              <a:rPr sz="975" b="0">
                <a:solidFill>
                  <a:srgbClr val="117C91"/>
                </a:solidFill>
                <a:latin typeface="Arial"/>
                <a:ea typeface="Arial"/>
                <a:cs typeface="Arial"/>
              </a:rPr>
              <a:t>all ties</a:t>
            </a:r>
          </a:p>
        </p:txBody>
      </p:sp>
      <p:sp>
        <p:nvSpPr>
          <p:cNvPr id="48" name="">
            <a:extLst xmlns:a="http://schemas.openxmlformats.org/drawingml/2006/main">
              <a:ext uri="{FF2B5EF4-FFF2-40B4-BE49-F238E27FC236}">
                <a16:creationId xmlns:a16="http://schemas.microsoft.com/office/drawing/2014/main" id="{641DA0F9-08B7-4793-9CB3-48664A9C5F30}"/>
              </a:ext>
            </a:extLst>
          </p:cNvPr>
          <p:cNvSpPr>
            <a:spLocks xmlns:a="http://schemas.openxmlformats.org/drawingml/2006/main" noGrp="1"/>
          </p:cNvSpPr>
          <p:nvPr/>
        </p:nvSpPr>
        <p:spPr>
          <a:xfrm xmlns:a="http://schemas.openxmlformats.org/drawingml/2006/main">
            <a:off x="6210300" y="1438275"/>
            <a:ext cx="2457450" cy="704850"/>
          </a:xfrm>
          <a:prstGeom xmlns:a="http://schemas.openxmlformats.org/drawingml/2006/main" prst="roundRect">
            <a:avLst>
              <a:gd name="adj" fmla="val 10811"/>
            </a:avLst>
          </a:prstGeom>
          <a:solidFill xmlns:a="http://schemas.openxmlformats.org/drawingml/2006/main">
            <a:srgbClr val="EDF4F6"/>
          </a:solidFill>
          <a:ln xmlns:a="http://schemas.openxmlformats.org/drawingml/2006/main" w="9525">
            <a:solidFill>
              <a:srgbClr val="117C91"/>
            </a:solidFill>
          </a:ln>
        </p:spPr>
      </p:sp>
      <p:sp>
        <p:nvSpPr>
          <p:cNvPr id="49" name="slide-2-text">
            <a:extLst xmlns:a="http://schemas.openxmlformats.org/drawingml/2006/main">
              <a:ext uri="{FF2B5EF4-FFF2-40B4-BE49-F238E27FC236}">
                <a16:creationId xmlns:a16="http://schemas.microsoft.com/office/drawing/2014/main" id="{FFC4D932-8BA2-4769-863A-EE3E70D88185}"/>
              </a:ext>
            </a:extLst>
          </p:cNvPr>
          <p:cNvSpPr>
            <a:spLocks xmlns:a="http://schemas.openxmlformats.org/drawingml/2006/main" noGrp="1"/>
          </p:cNvSpPr>
          <p:nvPr/>
        </p:nvSpPr>
        <p:spPr>
          <a:xfrm xmlns:a="http://schemas.openxmlformats.org/drawingml/2006/main">
            <a:off x="6305550" y="1692593"/>
            <a:ext cx="1672923" cy="207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a:solidFill>
                  <a:srgbClr val="122B40"/>
                </a:solidFill>
                <a:latin typeface="Arial"/>
                <a:ea typeface="Arial"/>
                <a:cs typeface="Arial"/>
              </a:defRPr>
            </a:defPPr>
            <a:lvl1pPr>
              <a:defRPr sz="1125" b="1">
                <a:solidFill>
                  <a:srgbClr val="122B40"/>
                </a:solidFill>
                <a:latin typeface="Arial"/>
                <a:ea typeface="Arial"/>
                <a:cs typeface="Arial"/>
              </a:defRPr>
            </a:lvl1pPr>
            <a:lvl2pPr>
              <a:defRPr sz="1125" b="1">
                <a:solidFill>
                  <a:srgbClr val="122B40"/>
                </a:solidFill>
                <a:latin typeface="Arial"/>
                <a:ea typeface="Arial"/>
                <a:cs typeface="Arial"/>
              </a:defRPr>
            </a:lvl2pPr>
            <a:lvl3pPr>
              <a:defRPr sz="1125" b="1">
                <a:solidFill>
                  <a:srgbClr val="122B40"/>
                </a:solidFill>
                <a:latin typeface="Arial"/>
                <a:ea typeface="Arial"/>
                <a:cs typeface="Arial"/>
              </a:defRPr>
            </a:lvl3pPr>
            <a:lvl4pPr>
              <a:defRPr sz="1125" b="1">
                <a:solidFill>
                  <a:srgbClr val="122B40"/>
                </a:solidFill>
                <a:latin typeface="Arial"/>
                <a:ea typeface="Arial"/>
                <a:cs typeface="Arial"/>
              </a:defRPr>
            </a:lvl4pPr>
            <a:lvl5pPr>
              <a:defRPr sz="1125" b="1">
                <a:solidFill>
                  <a:srgbClr val="122B40"/>
                </a:solidFill>
                <a:latin typeface="Arial"/>
                <a:ea typeface="Arial"/>
                <a:cs typeface="Arial"/>
              </a:defRPr>
            </a:lvl5pPr>
            <a:lvl6pPr>
              <a:defRPr sz="1125" b="1">
                <a:solidFill>
                  <a:srgbClr val="122B40"/>
                </a:solidFill>
                <a:latin typeface="Arial"/>
                <a:ea typeface="Arial"/>
                <a:cs typeface="Arial"/>
              </a:defRPr>
            </a:lvl6pPr>
            <a:lvl7pPr>
              <a:defRPr sz="1125" b="1">
                <a:solidFill>
                  <a:srgbClr val="122B40"/>
                </a:solidFill>
                <a:latin typeface="Arial"/>
                <a:ea typeface="Arial"/>
                <a:cs typeface="Arial"/>
              </a:defRPr>
            </a:lvl7pPr>
            <a:lvl8pPr>
              <a:defRPr sz="1125" b="1">
                <a:solidFill>
                  <a:srgbClr val="122B40"/>
                </a:solidFill>
                <a:latin typeface="Arial"/>
                <a:ea typeface="Arial"/>
                <a:cs typeface="Arial"/>
              </a:defRPr>
            </a:lvl8pPr>
            <a:lvl9pPr>
              <a:defRPr sz="1125" b="1">
                <a:solidFill>
                  <a:srgbClr val="122B40"/>
                </a:solidFill>
                <a:latin typeface="Arial"/>
                <a:ea typeface="Arial"/>
                <a:cs typeface="Arial"/>
              </a:defRPr>
            </a:lvl9pPr>
          </a:lstStyle>
          <a:p xmlns:a="http://schemas.openxmlformats.org/drawingml/2006/main">
            <a:pPr>
              <a:buNone/>
              <a:defRPr sz="1125" b="1">
                <a:solidFill>
                  <a:srgbClr val="122B40"/>
                </a:solidFill>
                <a:latin typeface="Arial"/>
                <a:ea typeface="Arial"/>
                <a:cs typeface="Arial"/>
              </a:defRPr>
            </a:pPr>
            <a:r>
              <a:rPr sz="1125" b="1">
                <a:solidFill>
                  <a:srgbClr val="122B40"/>
                </a:solidFill>
                <a:latin typeface="Arial"/>
                <a:ea typeface="Arial"/>
                <a:cs typeface="Arial"/>
              </a:rPr>
              <a:t>Station i: world rank i+1</a:t>
            </a:r>
          </a:p>
        </p:txBody>
      </p:sp>
      <p:sp>
        <p:nvSpPr>
          <p:cNvPr id="50" name="">
            <a:extLst xmlns:a="http://schemas.openxmlformats.org/drawingml/2006/main">
              <a:ext uri="{FF2B5EF4-FFF2-40B4-BE49-F238E27FC236}">
                <a16:creationId xmlns:a16="http://schemas.microsoft.com/office/drawing/2014/main" id="{A1E16BE3-58CE-4EF6-B2F4-B3B77DAE871E}"/>
              </a:ext>
            </a:extLst>
          </p:cNvPr>
          <p:cNvSpPr>
            <a:spLocks xmlns:a="http://schemas.openxmlformats.org/drawingml/2006/main" noGrp="1"/>
          </p:cNvSpPr>
          <p:nvPr/>
        </p:nvSpPr>
        <p:spPr>
          <a:xfrm xmlns:a="http://schemas.openxmlformats.org/drawingml/2006/main">
            <a:off x="5657850" y="1790700"/>
            <a:ext cx="514350" cy="1905"/>
          </a:xfrm>
          <a:custGeom xmlns:a="http://schemas.openxmlformats.org/drawingml/2006/main">
            <a:pathLst>
              <a:path w="514350" h="1905">
                <a:moveTo>
                  <a:pt x="0" y="0"/>
                </a:moveTo>
                <a:lnTo>
                  <a:pt x="514350" y="0"/>
                </a:lnTo>
              </a:path>
            </a:pathLst>
          </a:custGeom>
          <a:noFill xmlns:a="http://schemas.openxmlformats.org/drawingml/2006/main"/>
          <a:ln xmlns:a="http://schemas.openxmlformats.org/drawingml/2006/main" w="17145">
            <a:solidFill>
              <a:srgbClr val="117C91"/>
            </a:solidFill>
          </a:ln>
        </p:spPr>
      </p:sp>
      <p:sp>
        <p:nvSpPr>
          <p:cNvPr id="51" name="">
            <a:extLst xmlns:a="http://schemas.openxmlformats.org/drawingml/2006/main">
              <a:ext uri="{FF2B5EF4-FFF2-40B4-BE49-F238E27FC236}">
                <a16:creationId xmlns:a16="http://schemas.microsoft.com/office/drawing/2014/main" id="{5B76EA1F-E7CC-43DD-B54E-BE6003396AC1}"/>
              </a:ext>
            </a:extLst>
          </p:cNvPr>
          <p:cNvSpPr>
            <a:spLocks xmlns:a="http://schemas.openxmlformats.org/drawingml/2006/main" noGrp="1"/>
          </p:cNvSpPr>
          <p:nvPr/>
        </p:nvSpPr>
        <p:spPr>
          <a:xfrm xmlns:a="http://schemas.openxmlformats.org/drawingml/2006/main">
            <a:off x="6096969" y="174960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7145">
            <a:solidFill>
              <a:srgbClr val="117C91"/>
            </a:solidFill>
          </a:ln>
        </p:spPr>
      </p:sp>
      <p:sp>
        <p:nvSpPr>
          <p:cNvPr id="52" name="">
            <a:extLst xmlns:a="http://schemas.openxmlformats.org/drawingml/2006/main">
              <a:ext uri="{FF2B5EF4-FFF2-40B4-BE49-F238E27FC236}">
                <a16:creationId xmlns:a16="http://schemas.microsoft.com/office/drawing/2014/main" id="{9D0FF3C3-A088-4AE6-A196-67C80C7F1AE1}"/>
              </a:ext>
            </a:extLst>
          </p:cNvPr>
          <p:cNvSpPr>
            <a:spLocks xmlns:a="http://schemas.openxmlformats.org/drawingml/2006/main" noGrp="1"/>
          </p:cNvSpPr>
          <p:nvPr/>
        </p:nvSpPr>
        <p:spPr>
          <a:xfrm xmlns:a="http://schemas.openxmlformats.org/drawingml/2006/main">
            <a:off x="6096969" y="179070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7145">
            <a:solidFill>
              <a:srgbClr val="117C91"/>
            </a:solidFill>
          </a:ln>
        </p:spPr>
      </p:sp>
      <p:sp>
        <p:nvSpPr>
          <p:cNvPr id="53" name="slide-2-text">
            <a:extLst xmlns:a="http://schemas.openxmlformats.org/drawingml/2006/main">
              <a:ext uri="{FF2B5EF4-FFF2-40B4-BE49-F238E27FC236}">
                <a16:creationId xmlns:a16="http://schemas.microsoft.com/office/drawing/2014/main" id="{F3CA96C4-88D1-437A-8F6F-C0915D830850}"/>
              </a:ext>
            </a:extLst>
          </p:cNvPr>
          <p:cNvSpPr>
            <a:spLocks xmlns:a="http://schemas.openxmlformats.org/drawingml/2006/main" noGrp="1"/>
          </p:cNvSpPr>
          <p:nvPr/>
        </p:nvSpPr>
        <p:spPr>
          <a:xfrm xmlns:a="http://schemas.openxmlformats.org/drawingml/2006/main">
            <a:off x="6219825" y="2339912"/>
            <a:ext cx="2032473" cy="2347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117C91"/>
                </a:solidFill>
                <a:latin typeface="Arial"/>
                <a:ea typeface="Arial"/>
                <a:cs typeface="Arial"/>
              </a:defRPr>
            </a:defPPr>
            <a:lvl1pPr>
              <a:defRPr sz="1275" b="0">
                <a:solidFill>
                  <a:srgbClr val="117C91"/>
                </a:solidFill>
                <a:latin typeface="Arial"/>
                <a:ea typeface="Arial"/>
                <a:cs typeface="Arial"/>
              </a:defRPr>
            </a:lvl1pPr>
            <a:lvl2pPr>
              <a:defRPr sz="1275" b="0">
                <a:solidFill>
                  <a:srgbClr val="117C91"/>
                </a:solidFill>
                <a:latin typeface="Arial"/>
                <a:ea typeface="Arial"/>
                <a:cs typeface="Arial"/>
              </a:defRPr>
            </a:lvl2pPr>
            <a:lvl3pPr>
              <a:defRPr sz="1275" b="0">
                <a:solidFill>
                  <a:srgbClr val="117C91"/>
                </a:solidFill>
                <a:latin typeface="Arial"/>
                <a:ea typeface="Arial"/>
                <a:cs typeface="Arial"/>
              </a:defRPr>
            </a:lvl3pPr>
            <a:lvl4pPr>
              <a:defRPr sz="1275" b="0">
                <a:solidFill>
                  <a:srgbClr val="117C91"/>
                </a:solidFill>
                <a:latin typeface="Arial"/>
                <a:ea typeface="Arial"/>
                <a:cs typeface="Arial"/>
              </a:defRPr>
            </a:lvl4pPr>
            <a:lvl5pPr>
              <a:defRPr sz="1275" b="0">
                <a:solidFill>
                  <a:srgbClr val="117C91"/>
                </a:solidFill>
                <a:latin typeface="Arial"/>
                <a:ea typeface="Arial"/>
                <a:cs typeface="Arial"/>
              </a:defRPr>
            </a:lvl5pPr>
            <a:lvl6pPr>
              <a:defRPr sz="1275" b="0">
                <a:solidFill>
                  <a:srgbClr val="117C91"/>
                </a:solidFill>
                <a:latin typeface="Arial"/>
                <a:ea typeface="Arial"/>
                <a:cs typeface="Arial"/>
              </a:defRPr>
            </a:lvl6pPr>
            <a:lvl7pPr>
              <a:defRPr sz="1275" b="0">
                <a:solidFill>
                  <a:srgbClr val="117C91"/>
                </a:solidFill>
                <a:latin typeface="Arial"/>
                <a:ea typeface="Arial"/>
                <a:cs typeface="Arial"/>
              </a:defRPr>
            </a:lvl7pPr>
            <a:lvl8pPr>
              <a:defRPr sz="1275" b="0">
                <a:solidFill>
                  <a:srgbClr val="117C91"/>
                </a:solidFill>
                <a:latin typeface="Arial"/>
                <a:ea typeface="Arial"/>
                <a:cs typeface="Arial"/>
              </a:defRPr>
            </a:lvl8pPr>
            <a:lvl9pPr>
              <a:defRPr sz="1275" b="0">
                <a:solidFill>
                  <a:srgbClr val="117C91"/>
                </a:solidFill>
                <a:latin typeface="Arial"/>
                <a:ea typeface="Arial"/>
                <a:cs typeface="Arial"/>
              </a:defRPr>
            </a:lvl9pPr>
          </a:lstStyle>
          <a:p xmlns:a="http://schemas.openxmlformats.org/drawingml/2006/main">
            <a:pPr>
              <a:buNone/>
              <a:defRPr sz="1275" b="0">
                <a:solidFill>
                  <a:srgbClr val="117C91"/>
                </a:solidFill>
                <a:latin typeface="Arial"/>
                <a:ea typeface="Arial"/>
                <a:cs typeface="Arial"/>
              </a:defRPr>
            </a:pPr>
            <a:r>
              <a:rPr sz="1275" b="0">
                <a:solidFill>
                  <a:srgbClr val="117C91"/>
                </a:solidFill>
                <a:latin typeface="Arial"/>
                <a:ea typeface="Arial"/>
                <a:cs typeface="Arial"/>
              </a:rPr>
              <a:t>OpenMP team (k=4 shown)</a:t>
            </a:r>
          </a:p>
        </p:txBody>
      </p:sp>
      <p:sp>
        <p:nvSpPr>
          <p:cNvPr id="54" name="">
            <a:extLst xmlns:a="http://schemas.openxmlformats.org/drawingml/2006/main">
              <a:ext uri="{FF2B5EF4-FFF2-40B4-BE49-F238E27FC236}">
                <a16:creationId xmlns:a16="http://schemas.microsoft.com/office/drawing/2014/main" id="{3E96F96C-E844-4A76-9DB4-B3C3A2751632}"/>
              </a:ext>
            </a:extLst>
          </p:cNvPr>
          <p:cNvSpPr>
            <a:spLocks xmlns:a="http://schemas.openxmlformats.org/drawingml/2006/main" noGrp="1"/>
          </p:cNvSpPr>
          <p:nvPr/>
        </p:nvSpPr>
        <p:spPr>
          <a:xfrm xmlns:a="http://schemas.openxmlformats.org/drawingml/2006/main">
            <a:off x="6219825" y="2705100"/>
            <a:ext cx="504825" cy="381000"/>
          </a:xfrm>
          <a:prstGeom xmlns:a="http://schemas.openxmlformats.org/drawingml/2006/main" prst="roundRect">
            <a:avLst>
              <a:gd name="adj" fmla="val 20000"/>
            </a:avLst>
          </a:prstGeom>
          <a:solidFill xmlns:a="http://schemas.openxmlformats.org/drawingml/2006/main">
            <a:srgbClr val="EDF4F6"/>
          </a:solidFill>
          <a:ln xmlns:a="http://schemas.openxmlformats.org/drawingml/2006/main" w="9525">
            <a:solidFill>
              <a:srgbClr val="117C91"/>
            </a:solidFill>
          </a:ln>
        </p:spPr>
      </p:sp>
      <p:sp>
        <p:nvSpPr>
          <p:cNvPr id="55" name="slide-2-text">
            <a:extLst xmlns:a="http://schemas.openxmlformats.org/drawingml/2006/main">
              <a:ext uri="{FF2B5EF4-FFF2-40B4-BE49-F238E27FC236}">
                <a16:creationId xmlns:a16="http://schemas.microsoft.com/office/drawing/2014/main" id="{8CC6A0F7-46E4-4851-8A14-97AED7942764}"/>
              </a:ext>
            </a:extLst>
          </p:cNvPr>
          <p:cNvSpPr>
            <a:spLocks xmlns:a="http://schemas.openxmlformats.org/drawingml/2006/main" noGrp="1"/>
          </p:cNvSpPr>
          <p:nvPr/>
        </p:nvSpPr>
        <p:spPr>
          <a:xfrm xmlns:a="http://schemas.openxmlformats.org/drawingml/2006/main">
            <a:off x="6315075" y="2797493"/>
            <a:ext cx="223885" cy="207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a:solidFill>
                  <a:srgbClr val="122B40"/>
                </a:solidFill>
                <a:latin typeface="Arial"/>
                <a:ea typeface="Arial"/>
                <a:cs typeface="Arial"/>
              </a:defRPr>
            </a:defPPr>
            <a:lvl1pPr>
              <a:defRPr sz="1125" b="1">
                <a:solidFill>
                  <a:srgbClr val="122B40"/>
                </a:solidFill>
                <a:latin typeface="Arial"/>
                <a:ea typeface="Arial"/>
                <a:cs typeface="Arial"/>
              </a:defRPr>
            </a:lvl1pPr>
            <a:lvl2pPr>
              <a:defRPr sz="1125" b="1">
                <a:solidFill>
                  <a:srgbClr val="122B40"/>
                </a:solidFill>
                <a:latin typeface="Arial"/>
                <a:ea typeface="Arial"/>
                <a:cs typeface="Arial"/>
              </a:defRPr>
            </a:lvl2pPr>
            <a:lvl3pPr>
              <a:defRPr sz="1125" b="1">
                <a:solidFill>
                  <a:srgbClr val="122B40"/>
                </a:solidFill>
                <a:latin typeface="Arial"/>
                <a:ea typeface="Arial"/>
                <a:cs typeface="Arial"/>
              </a:defRPr>
            </a:lvl3pPr>
            <a:lvl4pPr>
              <a:defRPr sz="1125" b="1">
                <a:solidFill>
                  <a:srgbClr val="122B40"/>
                </a:solidFill>
                <a:latin typeface="Arial"/>
                <a:ea typeface="Arial"/>
                <a:cs typeface="Arial"/>
              </a:defRPr>
            </a:lvl4pPr>
            <a:lvl5pPr>
              <a:defRPr sz="1125" b="1">
                <a:solidFill>
                  <a:srgbClr val="122B40"/>
                </a:solidFill>
                <a:latin typeface="Arial"/>
                <a:ea typeface="Arial"/>
                <a:cs typeface="Arial"/>
              </a:defRPr>
            </a:lvl5pPr>
            <a:lvl6pPr>
              <a:defRPr sz="1125" b="1">
                <a:solidFill>
                  <a:srgbClr val="122B40"/>
                </a:solidFill>
                <a:latin typeface="Arial"/>
                <a:ea typeface="Arial"/>
                <a:cs typeface="Arial"/>
              </a:defRPr>
            </a:lvl6pPr>
            <a:lvl7pPr>
              <a:defRPr sz="1125" b="1">
                <a:solidFill>
                  <a:srgbClr val="122B40"/>
                </a:solidFill>
                <a:latin typeface="Arial"/>
                <a:ea typeface="Arial"/>
                <a:cs typeface="Arial"/>
              </a:defRPr>
            </a:lvl7pPr>
            <a:lvl8pPr>
              <a:defRPr sz="1125" b="1">
                <a:solidFill>
                  <a:srgbClr val="122B40"/>
                </a:solidFill>
                <a:latin typeface="Arial"/>
                <a:ea typeface="Arial"/>
                <a:cs typeface="Arial"/>
              </a:defRPr>
            </a:lvl8pPr>
            <a:lvl9pPr>
              <a:defRPr sz="1125" b="1">
                <a:solidFill>
                  <a:srgbClr val="122B40"/>
                </a:solidFill>
                <a:latin typeface="Arial"/>
                <a:ea typeface="Arial"/>
                <a:cs typeface="Arial"/>
              </a:defRPr>
            </a:lvl9pPr>
          </a:lstStyle>
          <a:p xmlns:a="http://schemas.openxmlformats.org/drawingml/2006/main">
            <a:pPr>
              <a:buNone/>
              <a:defRPr sz="1125" b="1">
                <a:solidFill>
                  <a:srgbClr val="122B40"/>
                </a:solidFill>
                <a:latin typeface="Arial"/>
                <a:ea typeface="Arial"/>
                <a:cs typeface="Arial"/>
              </a:defRPr>
            </a:pPr>
            <a:r>
              <a:rPr sz="1125" b="1">
                <a:solidFill>
                  <a:srgbClr val="122B40"/>
                </a:solidFill>
                <a:latin typeface="Arial"/>
                <a:ea typeface="Arial"/>
                <a:cs typeface="Arial"/>
              </a:rPr>
              <a:t>T0</a:t>
            </a:r>
          </a:p>
        </p:txBody>
      </p:sp>
      <p:sp>
        <p:nvSpPr>
          <p:cNvPr id="56" name="">
            <a:extLst xmlns:a="http://schemas.openxmlformats.org/drawingml/2006/main">
              <a:ext uri="{FF2B5EF4-FFF2-40B4-BE49-F238E27FC236}">
                <a16:creationId xmlns:a16="http://schemas.microsoft.com/office/drawing/2014/main" id="{9E218FC5-3A7B-4AF4-A9DC-7ABDC18DED7E}"/>
              </a:ext>
            </a:extLst>
          </p:cNvPr>
          <p:cNvSpPr>
            <a:spLocks xmlns:a="http://schemas.openxmlformats.org/drawingml/2006/main" noGrp="1"/>
          </p:cNvSpPr>
          <p:nvPr/>
        </p:nvSpPr>
        <p:spPr>
          <a:xfrm xmlns:a="http://schemas.openxmlformats.org/drawingml/2006/main">
            <a:off x="6819900" y="2705100"/>
            <a:ext cx="504825" cy="381000"/>
          </a:xfrm>
          <a:prstGeom xmlns:a="http://schemas.openxmlformats.org/drawingml/2006/main" prst="roundRect">
            <a:avLst>
              <a:gd name="adj" fmla="val 20000"/>
            </a:avLst>
          </a:prstGeom>
          <a:solidFill xmlns:a="http://schemas.openxmlformats.org/drawingml/2006/main">
            <a:srgbClr val="EDF4F6"/>
          </a:solidFill>
          <a:ln xmlns:a="http://schemas.openxmlformats.org/drawingml/2006/main" w="9525">
            <a:solidFill>
              <a:srgbClr val="117C91"/>
            </a:solidFill>
          </a:ln>
        </p:spPr>
      </p:sp>
      <p:sp>
        <p:nvSpPr>
          <p:cNvPr id="57" name="slide-2-text">
            <a:extLst xmlns:a="http://schemas.openxmlformats.org/drawingml/2006/main">
              <a:ext uri="{FF2B5EF4-FFF2-40B4-BE49-F238E27FC236}">
                <a16:creationId xmlns:a16="http://schemas.microsoft.com/office/drawing/2014/main" id="{2A2A2738-D19B-4101-8598-AAFE47D23CA4}"/>
              </a:ext>
            </a:extLst>
          </p:cNvPr>
          <p:cNvSpPr>
            <a:spLocks xmlns:a="http://schemas.openxmlformats.org/drawingml/2006/main" noGrp="1"/>
          </p:cNvSpPr>
          <p:nvPr/>
        </p:nvSpPr>
        <p:spPr>
          <a:xfrm xmlns:a="http://schemas.openxmlformats.org/drawingml/2006/main">
            <a:off x="6915150" y="2797493"/>
            <a:ext cx="223885" cy="207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a:solidFill>
                  <a:srgbClr val="122B40"/>
                </a:solidFill>
                <a:latin typeface="Arial"/>
                <a:ea typeface="Arial"/>
                <a:cs typeface="Arial"/>
              </a:defRPr>
            </a:defPPr>
            <a:lvl1pPr>
              <a:defRPr sz="1125" b="1">
                <a:solidFill>
                  <a:srgbClr val="122B40"/>
                </a:solidFill>
                <a:latin typeface="Arial"/>
                <a:ea typeface="Arial"/>
                <a:cs typeface="Arial"/>
              </a:defRPr>
            </a:lvl1pPr>
            <a:lvl2pPr>
              <a:defRPr sz="1125" b="1">
                <a:solidFill>
                  <a:srgbClr val="122B40"/>
                </a:solidFill>
                <a:latin typeface="Arial"/>
                <a:ea typeface="Arial"/>
                <a:cs typeface="Arial"/>
              </a:defRPr>
            </a:lvl2pPr>
            <a:lvl3pPr>
              <a:defRPr sz="1125" b="1">
                <a:solidFill>
                  <a:srgbClr val="122B40"/>
                </a:solidFill>
                <a:latin typeface="Arial"/>
                <a:ea typeface="Arial"/>
                <a:cs typeface="Arial"/>
              </a:defRPr>
            </a:lvl3pPr>
            <a:lvl4pPr>
              <a:defRPr sz="1125" b="1">
                <a:solidFill>
                  <a:srgbClr val="122B40"/>
                </a:solidFill>
                <a:latin typeface="Arial"/>
                <a:ea typeface="Arial"/>
                <a:cs typeface="Arial"/>
              </a:defRPr>
            </a:lvl4pPr>
            <a:lvl5pPr>
              <a:defRPr sz="1125" b="1">
                <a:solidFill>
                  <a:srgbClr val="122B40"/>
                </a:solidFill>
                <a:latin typeface="Arial"/>
                <a:ea typeface="Arial"/>
                <a:cs typeface="Arial"/>
              </a:defRPr>
            </a:lvl5pPr>
            <a:lvl6pPr>
              <a:defRPr sz="1125" b="1">
                <a:solidFill>
                  <a:srgbClr val="122B40"/>
                </a:solidFill>
                <a:latin typeface="Arial"/>
                <a:ea typeface="Arial"/>
                <a:cs typeface="Arial"/>
              </a:defRPr>
            </a:lvl6pPr>
            <a:lvl7pPr>
              <a:defRPr sz="1125" b="1">
                <a:solidFill>
                  <a:srgbClr val="122B40"/>
                </a:solidFill>
                <a:latin typeface="Arial"/>
                <a:ea typeface="Arial"/>
                <a:cs typeface="Arial"/>
              </a:defRPr>
            </a:lvl7pPr>
            <a:lvl8pPr>
              <a:defRPr sz="1125" b="1">
                <a:solidFill>
                  <a:srgbClr val="122B40"/>
                </a:solidFill>
                <a:latin typeface="Arial"/>
                <a:ea typeface="Arial"/>
                <a:cs typeface="Arial"/>
              </a:defRPr>
            </a:lvl8pPr>
            <a:lvl9pPr>
              <a:defRPr sz="1125" b="1">
                <a:solidFill>
                  <a:srgbClr val="122B40"/>
                </a:solidFill>
                <a:latin typeface="Arial"/>
                <a:ea typeface="Arial"/>
                <a:cs typeface="Arial"/>
              </a:defRPr>
            </a:lvl9pPr>
          </a:lstStyle>
          <a:p xmlns:a="http://schemas.openxmlformats.org/drawingml/2006/main">
            <a:pPr>
              <a:buNone/>
              <a:defRPr sz="1125" b="1">
                <a:solidFill>
                  <a:srgbClr val="122B40"/>
                </a:solidFill>
                <a:latin typeface="Arial"/>
                <a:ea typeface="Arial"/>
                <a:cs typeface="Arial"/>
              </a:defRPr>
            </a:pPr>
            <a:r>
              <a:rPr sz="1125" b="1">
                <a:solidFill>
                  <a:srgbClr val="122B40"/>
                </a:solidFill>
                <a:latin typeface="Arial"/>
                <a:ea typeface="Arial"/>
                <a:cs typeface="Arial"/>
              </a:rPr>
              <a:t>T1</a:t>
            </a:r>
          </a:p>
        </p:txBody>
      </p:sp>
      <p:sp>
        <p:nvSpPr>
          <p:cNvPr id="58" name="">
            <a:extLst xmlns:a="http://schemas.openxmlformats.org/drawingml/2006/main">
              <a:ext uri="{FF2B5EF4-FFF2-40B4-BE49-F238E27FC236}">
                <a16:creationId xmlns:a16="http://schemas.microsoft.com/office/drawing/2014/main" id="{9F6F265A-32A2-42D6-B707-4602ECC6C4EF}"/>
              </a:ext>
            </a:extLst>
          </p:cNvPr>
          <p:cNvSpPr>
            <a:spLocks xmlns:a="http://schemas.openxmlformats.org/drawingml/2006/main" noGrp="1"/>
          </p:cNvSpPr>
          <p:nvPr/>
        </p:nvSpPr>
        <p:spPr>
          <a:xfrm xmlns:a="http://schemas.openxmlformats.org/drawingml/2006/main">
            <a:off x="7419975" y="2705100"/>
            <a:ext cx="504825" cy="381000"/>
          </a:xfrm>
          <a:prstGeom xmlns:a="http://schemas.openxmlformats.org/drawingml/2006/main" prst="roundRect">
            <a:avLst>
              <a:gd name="adj" fmla="val 20000"/>
            </a:avLst>
          </a:prstGeom>
          <a:solidFill xmlns:a="http://schemas.openxmlformats.org/drawingml/2006/main">
            <a:srgbClr val="EDF4F6"/>
          </a:solidFill>
          <a:ln xmlns:a="http://schemas.openxmlformats.org/drawingml/2006/main" w="9525">
            <a:solidFill>
              <a:srgbClr val="117C91"/>
            </a:solidFill>
          </a:ln>
        </p:spPr>
      </p:sp>
      <p:sp>
        <p:nvSpPr>
          <p:cNvPr id="59" name="slide-2-text">
            <a:extLst xmlns:a="http://schemas.openxmlformats.org/drawingml/2006/main">
              <a:ext uri="{FF2B5EF4-FFF2-40B4-BE49-F238E27FC236}">
                <a16:creationId xmlns:a16="http://schemas.microsoft.com/office/drawing/2014/main" id="{01514928-D13C-4E6D-AAA4-ED1F906BBED3}"/>
              </a:ext>
            </a:extLst>
          </p:cNvPr>
          <p:cNvSpPr>
            <a:spLocks xmlns:a="http://schemas.openxmlformats.org/drawingml/2006/main" noGrp="1"/>
          </p:cNvSpPr>
          <p:nvPr/>
        </p:nvSpPr>
        <p:spPr>
          <a:xfrm xmlns:a="http://schemas.openxmlformats.org/drawingml/2006/main">
            <a:off x="7515225" y="2797493"/>
            <a:ext cx="223885" cy="207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a:solidFill>
                  <a:srgbClr val="122B40"/>
                </a:solidFill>
                <a:latin typeface="Arial"/>
                <a:ea typeface="Arial"/>
                <a:cs typeface="Arial"/>
              </a:defRPr>
            </a:defPPr>
            <a:lvl1pPr>
              <a:defRPr sz="1125" b="1">
                <a:solidFill>
                  <a:srgbClr val="122B40"/>
                </a:solidFill>
                <a:latin typeface="Arial"/>
                <a:ea typeface="Arial"/>
                <a:cs typeface="Arial"/>
              </a:defRPr>
            </a:lvl1pPr>
            <a:lvl2pPr>
              <a:defRPr sz="1125" b="1">
                <a:solidFill>
                  <a:srgbClr val="122B40"/>
                </a:solidFill>
                <a:latin typeface="Arial"/>
                <a:ea typeface="Arial"/>
                <a:cs typeface="Arial"/>
              </a:defRPr>
            </a:lvl2pPr>
            <a:lvl3pPr>
              <a:defRPr sz="1125" b="1">
                <a:solidFill>
                  <a:srgbClr val="122B40"/>
                </a:solidFill>
                <a:latin typeface="Arial"/>
                <a:ea typeface="Arial"/>
                <a:cs typeface="Arial"/>
              </a:defRPr>
            </a:lvl3pPr>
            <a:lvl4pPr>
              <a:defRPr sz="1125" b="1">
                <a:solidFill>
                  <a:srgbClr val="122B40"/>
                </a:solidFill>
                <a:latin typeface="Arial"/>
                <a:ea typeface="Arial"/>
                <a:cs typeface="Arial"/>
              </a:defRPr>
            </a:lvl4pPr>
            <a:lvl5pPr>
              <a:defRPr sz="1125" b="1">
                <a:solidFill>
                  <a:srgbClr val="122B40"/>
                </a:solidFill>
                <a:latin typeface="Arial"/>
                <a:ea typeface="Arial"/>
                <a:cs typeface="Arial"/>
              </a:defRPr>
            </a:lvl5pPr>
            <a:lvl6pPr>
              <a:defRPr sz="1125" b="1">
                <a:solidFill>
                  <a:srgbClr val="122B40"/>
                </a:solidFill>
                <a:latin typeface="Arial"/>
                <a:ea typeface="Arial"/>
                <a:cs typeface="Arial"/>
              </a:defRPr>
            </a:lvl6pPr>
            <a:lvl7pPr>
              <a:defRPr sz="1125" b="1">
                <a:solidFill>
                  <a:srgbClr val="122B40"/>
                </a:solidFill>
                <a:latin typeface="Arial"/>
                <a:ea typeface="Arial"/>
                <a:cs typeface="Arial"/>
              </a:defRPr>
            </a:lvl7pPr>
            <a:lvl8pPr>
              <a:defRPr sz="1125" b="1">
                <a:solidFill>
                  <a:srgbClr val="122B40"/>
                </a:solidFill>
                <a:latin typeface="Arial"/>
                <a:ea typeface="Arial"/>
                <a:cs typeface="Arial"/>
              </a:defRPr>
            </a:lvl8pPr>
            <a:lvl9pPr>
              <a:defRPr sz="1125" b="1">
                <a:solidFill>
                  <a:srgbClr val="122B40"/>
                </a:solidFill>
                <a:latin typeface="Arial"/>
                <a:ea typeface="Arial"/>
                <a:cs typeface="Arial"/>
              </a:defRPr>
            </a:lvl9pPr>
          </a:lstStyle>
          <a:p xmlns:a="http://schemas.openxmlformats.org/drawingml/2006/main">
            <a:pPr>
              <a:buNone/>
              <a:defRPr sz="1125" b="1">
                <a:solidFill>
                  <a:srgbClr val="122B40"/>
                </a:solidFill>
                <a:latin typeface="Arial"/>
                <a:ea typeface="Arial"/>
                <a:cs typeface="Arial"/>
              </a:defRPr>
            </a:pPr>
            <a:r>
              <a:rPr sz="1125" b="1">
                <a:solidFill>
                  <a:srgbClr val="122B40"/>
                </a:solidFill>
                <a:latin typeface="Arial"/>
                <a:ea typeface="Arial"/>
                <a:cs typeface="Arial"/>
              </a:rPr>
              <a:t>T2</a:t>
            </a:r>
          </a:p>
        </p:txBody>
      </p:sp>
      <p:sp>
        <p:nvSpPr>
          <p:cNvPr id="60" name="">
            <a:extLst xmlns:a="http://schemas.openxmlformats.org/drawingml/2006/main">
              <a:ext uri="{FF2B5EF4-FFF2-40B4-BE49-F238E27FC236}">
                <a16:creationId xmlns:a16="http://schemas.microsoft.com/office/drawing/2014/main" id="{94C9E2AC-A0A0-4B7D-AE6A-AB3356880A6A}"/>
              </a:ext>
            </a:extLst>
          </p:cNvPr>
          <p:cNvSpPr>
            <a:spLocks xmlns:a="http://schemas.openxmlformats.org/drawingml/2006/main" noGrp="1"/>
          </p:cNvSpPr>
          <p:nvPr/>
        </p:nvSpPr>
        <p:spPr>
          <a:xfrm xmlns:a="http://schemas.openxmlformats.org/drawingml/2006/main">
            <a:off x="8020050" y="2705100"/>
            <a:ext cx="504825" cy="381000"/>
          </a:xfrm>
          <a:prstGeom xmlns:a="http://schemas.openxmlformats.org/drawingml/2006/main" prst="roundRect">
            <a:avLst>
              <a:gd name="adj" fmla="val 20000"/>
            </a:avLst>
          </a:prstGeom>
          <a:solidFill xmlns:a="http://schemas.openxmlformats.org/drawingml/2006/main">
            <a:srgbClr val="EDF4F6"/>
          </a:solidFill>
          <a:ln xmlns:a="http://schemas.openxmlformats.org/drawingml/2006/main" w="9525">
            <a:solidFill>
              <a:srgbClr val="117C91"/>
            </a:solidFill>
          </a:ln>
        </p:spPr>
      </p:sp>
      <p:sp>
        <p:nvSpPr>
          <p:cNvPr id="61" name="slide-2-text">
            <a:extLst xmlns:a="http://schemas.openxmlformats.org/drawingml/2006/main">
              <a:ext uri="{FF2B5EF4-FFF2-40B4-BE49-F238E27FC236}">
                <a16:creationId xmlns:a16="http://schemas.microsoft.com/office/drawing/2014/main" id="{047A200C-5754-41FA-9FE0-10F503795B5B}"/>
              </a:ext>
            </a:extLst>
          </p:cNvPr>
          <p:cNvSpPr>
            <a:spLocks xmlns:a="http://schemas.openxmlformats.org/drawingml/2006/main" noGrp="1"/>
          </p:cNvSpPr>
          <p:nvPr/>
        </p:nvSpPr>
        <p:spPr>
          <a:xfrm xmlns:a="http://schemas.openxmlformats.org/drawingml/2006/main">
            <a:off x="8115300" y="2797493"/>
            <a:ext cx="223885" cy="207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a:solidFill>
                  <a:srgbClr val="122B40"/>
                </a:solidFill>
                <a:latin typeface="Arial"/>
                <a:ea typeface="Arial"/>
                <a:cs typeface="Arial"/>
              </a:defRPr>
            </a:defPPr>
            <a:lvl1pPr>
              <a:defRPr sz="1125" b="1">
                <a:solidFill>
                  <a:srgbClr val="122B40"/>
                </a:solidFill>
                <a:latin typeface="Arial"/>
                <a:ea typeface="Arial"/>
                <a:cs typeface="Arial"/>
              </a:defRPr>
            </a:lvl1pPr>
            <a:lvl2pPr>
              <a:defRPr sz="1125" b="1">
                <a:solidFill>
                  <a:srgbClr val="122B40"/>
                </a:solidFill>
                <a:latin typeface="Arial"/>
                <a:ea typeface="Arial"/>
                <a:cs typeface="Arial"/>
              </a:defRPr>
            </a:lvl2pPr>
            <a:lvl3pPr>
              <a:defRPr sz="1125" b="1">
                <a:solidFill>
                  <a:srgbClr val="122B40"/>
                </a:solidFill>
                <a:latin typeface="Arial"/>
                <a:ea typeface="Arial"/>
                <a:cs typeface="Arial"/>
              </a:defRPr>
            </a:lvl3pPr>
            <a:lvl4pPr>
              <a:defRPr sz="1125" b="1">
                <a:solidFill>
                  <a:srgbClr val="122B40"/>
                </a:solidFill>
                <a:latin typeface="Arial"/>
                <a:ea typeface="Arial"/>
                <a:cs typeface="Arial"/>
              </a:defRPr>
            </a:lvl4pPr>
            <a:lvl5pPr>
              <a:defRPr sz="1125" b="1">
                <a:solidFill>
                  <a:srgbClr val="122B40"/>
                </a:solidFill>
                <a:latin typeface="Arial"/>
                <a:ea typeface="Arial"/>
                <a:cs typeface="Arial"/>
              </a:defRPr>
            </a:lvl5pPr>
            <a:lvl6pPr>
              <a:defRPr sz="1125" b="1">
                <a:solidFill>
                  <a:srgbClr val="122B40"/>
                </a:solidFill>
                <a:latin typeface="Arial"/>
                <a:ea typeface="Arial"/>
                <a:cs typeface="Arial"/>
              </a:defRPr>
            </a:lvl6pPr>
            <a:lvl7pPr>
              <a:defRPr sz="1125" b="1">
                <a:solidFill>
                  <a:srgbClr val="122B40"/>
                </a:solidFill>
                <a:latin typeface="Arial"/>
                <a:ea typeface="Arial"/>
                <a:cs typeface="Arial"/>
              </a:defRPr>
            </a:lvl7pPr>
            <a:lvl8pPr>
              <a:defRPr sz="1125" b="1">
                <a:solidFill>
                  <a:srgbClr val="122B40"/>
                </a:solidFill>
                <a:latin typeface="Arial"/>
                <a:ea typeface="Arial"/>
                <a:cs typeface="Arial"/>
              </a:defRPr>
            </a:lvl8pPr>
            <a:lvl9pPr>
              <a:defRPr sz="1125" b="1">
                <a:solidFill>
                  <a:srgbClr val="122B40"/>
                </a:solidFill>
                <a:latin typeface="Arial"/>
                <a:ea typeface="Arial"/>
                <a:cs typeface="Arial"/>
              </a:defRPr>
            </a:lvl9pPr>
          </a:lstStyle>
          <a:p xmlns:a="http://schemas.openxmlformats.org/drawingml/2006/main">
            <a:pPr>
              <a:buNone/>
              <a:defRPr sz="1125" b="1">
                <a:solidFill>
                  <a:srgbClr val="122B40"/>
                </a:solidFill>
                <a:latin typeface="Arial"/>
                <a:ea typeface="Arial"/>
                <a:cs typeface="Arial"/>
              </a:defRPr>
            </a:pPr>
            <a:r>
              <a:rPr sz="1125" b="1">
                <a:solidFill>
                  <a:srgbClr val="122B40"/>
                </a:solidFill>
                <a:latin typeface="Arial"/>
                <a:ea typeface="Arial"/>
                <a:cs typeface="Arial"/>
              </a:rPr>
              <a:t>T3</a:t>
            </a:r>
          </a:p>
        </p:txBody>
      </p:sp>
      <p:sp>
        <p:nvSpPr>
          <p:cNvPr id="62" name="">
            <a:extLst xmlns:a="http://schemas.openxmlformats.org/drawingml/2006/main">
              <a:ext uri="{FF2B5EF4-FFF2-40B4-BE49-F238E27FC236}">
                <a16:creationId xmlns:a16="http://schemas.microsoft.com/office/drawing/2014/main" id="{0424F9FE-3C58-4C09-8FB1-06A5A932433B}"/>
              </a:ext>
            </a:extLst>
          </p:cNvPr>
          <p:cNvSpPr>
            <a:spLocks xmlns:a="http://schemas.openxmlformats.org/drawingml/2006/main" noGrp="1"/>
          </p:cNvSpPr>
          <p:nvPr/>
        </p:nvSpPr>
        <p:spPr>
          <a:xfrm xmlns:a="http://schemas.openxmlformats.org/drawingml/2006/main">
            <a:off x="6219825" y="3333750"/>
            <a:ext cx="2305050" cy="409575"/>
          </a:xfrm>
          <a:prstGeom xmlns:a="http://schemas.openxmlformats.org/drawingml/2006/main" prst="roundRect">
            <a:avLst>
              <a:gd name="adj" fmla="val 18605"/>
            </a:avLst>
          </a:prstGeom>
          <a:solidFill xmlns:a="http://schemas.openxmlformats.org/drawingml/2006/main">
            <a:srgbClr val="EDF4F6"/>
          </a:solidFill>
          <a:ln xmlns:a="http://schemas.openxmlformats.org/drawingml/2006/main" w="9525">
            <a:solidFill>
              <a:srgbClr val="117C91"/>
            </a:solidFill>
          </a:ln>
        </p:spPr>
      </p:sp>
      <p:sp>
        <p:nvSpPr>
          <p:cNvPr id="63" name="slide-2-text">
            <a:extLst xmlns:a="http://schemas.openxmlformats.org/drawingml/2006/main">
              <a:ext uri="{FF2B5EF4-FFF2-40B4-BE49-F238E27FC236}">
                <a16:creationId xmlns:a16="http://schemas.microsoft.com/office/drawing/2014/main" id="{44F9BFEF-E617-48E1-9FFB-7123D23B90DD}"/>
              </a:ext>
            </a:extLst>
          </p:cNvPr>
          <p:cNvSpPr>
            <a:spLocks xmlns:a="http://schemas.openxmlformats.org/drawingml/2006/main" noGrp="1"/>
          </p:cNvSpPr>
          <p:nvPr/>
        </p:nvSpPr>
        <p:spPr>
          <a:xfrm xmlns:a="http://schemas.openxmlformats.org/drawingml/2006/main">
            <a:off x="6315075" y="3440430"/>
            <a:ext cx="1676924" cy="2071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a:solidFill>
                  <a:srgbClr val="122B40"/>
                </a:solidFill>
                <a:latin typeface="Arial"/>
                <a:ea typeface="Arial"/>
                <a:cs typeface="Arial"/>
              </a:defRPr>
            </a:defPPr>
            <a:lvl1pPr>
              <a:defRPr sz="1125" b="1">
                <a:solidFill>
                  <a:srgbClr val="122B40"/>
                </a:solidFill>
                <a:latin typeface="Arial"/>
                <a:ea typeface="Arial"/>
                <a:cs typeface="Arial"/>
              </a:defRPr>
            </a:lvl1pPr>
            <a:lvl2pPr>
              <a:defRPr sz="1125" b="1">
                <a:solidFill>
                  <a:srgbClr val="122B40"/>
                </a:solidFill>
                <a:latin typeface="Arial"/>
                <a:ea typeface="Arial"/>
                <a:cs typeface="Arial"/>
              </a:defRPr>
            </a:lvl2pPr>
            <a:lvl3pPr>
              <a:defRPr sz="1125" b="1">
                <a:solidFill>
                  <a:srgbClr val="122B40"/>
                </a:solidFill>
                <a:latin typeface="Arial"/>
                <a:ea typeface="Arial"/>
                <a:cs typeface="Arial"/>
              </a:defRPr>
            </a:lvl3pPr>
            <a:lvl4pPr>
              <a:defRPr sz="1125" b="1">
                <a:solidFill>
                  <a:srgbClr val="122B40"/>
                </a:solidFill>
                <a:latin typeface="Arial"/>
                <a:ea typeface="Arial"/>
                <a:cs typeface="Arial"/>
              </a:defRPr>
            </a:lvl4pPr>
            <a:lvl5pPr>
              <a:defRPr sz="1125" b="1">
                <a:solidFill>
                  <a:srgbClr val="122B40"/>
                </a:solidFill>
                <a:latin typeface="Arial"/>
                <a:ea typeface="Arial"/>
                <a:cs typeface="Arial"/>
              </a:defRPr>
            </a:lvl5pPr>
            <a:lvl6pPr>
              <a:defRPr sz="1125" b="1">
                <a:solidFill>
                  <a:srgbClr val="122B40"/>
                </a:solidFill>
                <a:latin typeface="Arial"/>
                <a:ea typeface="Arial"/>
                <a:cs typeface="Arial"/>
              </a:defRPr>
            </a:lvl6pPr>
            <a:lvl7pPr>
              <a:defRPr sz="1125" b="1">
                <a:solidFill>
                  <a:srgbClr val="122B40"/>
                </a:solidFill>
                <a:latin typeface="Arial"/>
                <a:ea typeface="Arial"/>
                <a:cs typeface="Arial"/>
              </a:defRPr>
            </a:lvl7pPr>
            <a:lvl8pPr>
              <a:defRPr sz="1125" b="1">
                <a:solidFill>
                  <a:srgbClr val="122B40"/>
                </a:solidFill>
                <a:latin typeface="Arial"/>
                <a:ea typeface="Arial"/>
                <a:cs typeface="Arial"/>
              </a:defRPr>
            </a:lvl8pPr>
            <a:lvl9pPr>
              <a:defRPr sz="1125" b="1">
                <a:solidFill>
                  <a:srgbClr val="122B40"/>
                </a:solidFill>
                <a:latin typeface="Arial"/>
                <a:ea typeface="Arial"/>
                <a:cs typeface="Arial"/>
              </a:defRPr>
            </a:lvl9pPr>
          </a:lstStyle>
          <a:p xmlns:a="http://schemas.openxmlformats.org/drawingml/2006/main">
            <a:pPr>
              <a:buNone/>
              <a:defRPr sz="1125" b="1">
                <a:solidFill>
                  <a:srgbClr val="122B40"/>
                </a:solidFill>
                <a:latin typeface="Arial"/>
                <a:ea typeface="Arial"/>
                <a:cs typeface="Arial"/>
              </a:defRPr>
            </a:pPr>
            <a:r>
              <a:rPr sz="1125" b="1">
                <a:solidFill>
                  <a:srgbClr val="122B40"/>
                </a:solidFill>
                <a:latin typeface="Arial"/>
                <a:ea typeface="Arial"/>
                <a:cs typeface="Arial"/>
              </a:rPr>
              <a:t>Shared ports: [1, 0, 1, 0]</a:t>
            </a:r>
          </a:p>
        </p:txBody>
      </p:sp>
      <p:sp>
        <p:nvSpPr>
          <p:cNvPr id="64" name="">
            <a:extLst xmlns:a="http://schemas.openxmlformats.org/drawingml/2006/main">
              <a:ext uri="{FF2B5EF4-FFF2-40B4-BE49-F238E27FC236}">
                <a16:creationId xmlns:a16="http://schemas.microsoft.com/office/drawing/2014/main" id="{F3A80997-3121-44E6-822B-21153D4B5145}"/>
              </a:ext>
            </a:extLst>
          </p:cNvPr>
          <p:cNvSpPr>
            <a:spLocks xmlns:a="http://schemas.openxmlformats.org/drawingml/2006/main" noGrp="1"/>
          </p:cNvSpPr>
          <p:nvPr/>
        </p:nvSpPr>
        <p:spPr>
          <a:xfrm xmlns:a="http://schemas.openxmlformats.org/drawingml/2006/main">
            <a:off x="6448425" y="3105150"/>
            <a:ext cx="1905" cy="190500"/>
          </a:xfrm>
          <a:custGeom xmlns:a="http://schemas.openxmlformats.org/drawingml/2006/main">
            <a:pathLst>
              <a:path w="1905" h="190500">
                <a:moveTo>
                  <a:pt x="0" y="0"/>
                </a:moveTo>
                <a:lnTo>
                  <a:pt x="0" y="190500"/>
                </a:lnTo>
              </a:path>
            </a:pathLst>
          </a:custGeom>
          <a:noFill xmlns:a="http://schemas.openxmlformats.org/drawingml/2006/main"/>
          <a:ln xmlns:a="http://schemas.openxmlformats.org/drawingml/2006/main" w="17145">
            <a:solidFill>
              <a:srgbClr val="117C91"/>
            </a:solidFill>
          </a:ln>
        </p:spPr>
      </p:sp>
      <p:sp>
        <p:nvSpPr>
          <p:cNvPr id="65" name="">
            <a:extLst xmlns:a="http://schemas.openxmlformats.org/drawingml/2006/main">
              <a:ext uri="{FF2B5EF4-FFF2-40B4-BE49-F238E27FC236}">
                <a16:creationId xmlns:a16="http://schemas.microsoft.com/office/drawing/2014/main" id="{8114C1D5-0F99-409C-A659-3F55FC0ABFB1}"/>
              </a:ext>
            </a:extLst>
          </p:cNvPr>
          <p:cNvSpPr>
            <a:spLocks xmlns:a="http://schemas.openxmlformats.org/drawingml/2006/main" noGrp="1"/>
          </p:cNvSpPr>
          <p:nvPr/>
        </p:nvSpPr>
        <p:spPr>
          <a:xfrm xmlns:a="http://schemas.openxmlformats.org/drawingml/2006/main">
            <a:off x="6448425" y="3220419"/>
            <a:ext cx="41099" cy="75231"/>
          </a:xfrm>
          <a:custGeom xmlns:a="http://schemas.openxmlformats.org/drawingml/2006/main">
            <a:pathLst>
              <a:path w="41099" h="75231">
                <a:moveTo>
                  <a:pt x="0" y="75231"/>
                </a:moveTo>
                <a:lnTo>
                  <a:pt x="41099" y="0"/>
                </a:lnTo>
              </a:path>
            </a:pathLst>
          </a:custGeom>
          <a:noFill xmlns:a="http://schemas.openxmlformats.org/drawingml/2006/main"/>
          <a:ln xmlns:a="http://schemas.openxmlformats.org/drawingml/2006/main" w="17145">
            <a:solidFill>
              <a:srgbClr val="117C91"/>
            </a:solidFill>
          </a:ln>
        </p:spPr>
      </p:sp>
      <p:sp>
        <p:nvSpPr>
          <p:cNvPr id="66" name="">
            <a:extLst xmlns:a="http://schemas.openxmlformats.org/drawingml/2006/main">
              <a:ext uri="{FF2B5EF4-FFF2-40B4-BE49-F238E27FC236}">
                <a16:creationId xmlns:a16="http://schemas.microsoft.com/office/drawing/2014/main" id="{28D11814-B864-444E-9F09-5CEAE738F1E8}"/>
              </a:ext>
            </a:extLst>
          </p:cNvPr>
          <p:cNvSpPr>
            <a:spLocks xmlns:a="http://schemas.openxmlformats.org/drawingml/2006/main" noGrp="1"/>
          </p:cNvSpPr>
          <p:nvPr/>
        </p:nvSpPr>
        <p:spPr>
          <a:xfrm xmlns:a="http://schemas.openxmlformats.org/drawingml/2006/main">
            <a:off x="6407326" y="3220419"/>
            <a:ext cx="41099" cy="75231"/>
          </a:xfrm>
          <a:custGeom xmlns:a="http://schemas.openxmlformats.org/drawingml/2006/main">
            <a:pathLst>
              <a:path w="41099" h="75231">
                <a:moveTo>
                  <a:pt x="41099" y="75231"/>
                </a:moveTo>
                <a:lnTo>
                  <a:pt x="0" y="0"/>
                </a:lnTo>
              </a:path>
            </a:pathLst>
          </a:custGeom>
          <a:noFill xmlns:a="http://schemas.openxmlformats.org/drawingml/2006/main"/>
          <a:ln xmlns:a="http://schemas.openxmlformats.org/drawingml/2006/main" w="17145">
            <a:solidFill>
              <a:srgbClr val="117C91"/>
            </a:solidFill>
          </a:ln>
        </p:spPr>
      </p:sp>
      <p:sp>
        <p:nvSpPr>
          <p:cNvPr id="67" name="">
            <a:extLst xmlns:a="http://schemas.openxmlformats.org/drawingml/2006/main">
              <a:ext uri="{FF2B5EF4-FFF2-40B4-BE49-F238E27FC236}">
                <a16:creationId xmlns:a16="http://schemas.microsoft.com/office/drawing/2014/main" id="{5963AB81-B5C9-4F99-9BC1-4D8995851630}"/>
              </a:ext>
            </a:extLst>
          </p:cNvPr>
          <p:cNvSpPr>
            <a:spLocks xmlns:a="http://schemas.openxmlformats.org/drawingml/2006/main" noGrp="1"/>
          </p:cNvSpPr>
          <p:nvPr/>
        </p:nvSpPr>
        <p:spPr>
          <a:xfrm xmlns:a="http://schemas.openxmlformats.org/drawingml/2006/main">
            <a:off x="7038975" y="3105150"/>
            <a:ext cx="1905" cy="190500"/>
          </a:xfrm>
          <a:custGeom xmlns:a="http://schemas.openxmlformats.org/drawingml/2006/main">
            <a:pathLst>
              <a:path w="1905" h="190500">
                <a:moveTo>
                  <a:pt x="0" y="0"/>
                </a:moveTo>
                <a:lnTo>
                  <a:pt x="0" y="190500"/>
                </a:lnTo>
              </a:path>
            </a:pathLst>
          </a:custGeom>
          <a:noFill xmlns:a="http://schemas.openxmlformats.org/drawingml/2006/main"/>
          <a:ln xmlns:a="http://schemas.openxmlformats.org/drawingml/2006/main" w="17145">
            <a:solidFill>
              <a:srgbClr val="117C91"/>
            </a:solidFill>
          </a:ln>
        </p:spPr>
      </p:sp>
      <p:sp>
        <p:nvSpPr>
          <p:cNvPr id="68" name="">
            <a:extLst xmlns:a="http://schemas.openxmlformats.org/drawingml/2006/main">
              <a:ext uri="{FF2B5EF4-FFF2-40B4-BE49-F238E27FC236}">
                <a16:creationId xmlns:a16="http://schemas.microsoft.com/office/drawing/2014/main" id="{9173D976-816E-4015-A445-6A633CB3CCC8}"/>
              </a:ext>
            </a:extLst>
          </p:cNvPr>
          <p:cNvSpPr>
            <a:spLocks xmlns:a="http://schemas.openxmlformats.org/drawingml/2006/main" noGrp="1"/>
          </p:cNvSpPr>
          <p:nvPr/>
        </p:nvSpPr>
        <p:spPr>
          <a:xfrm xmlns:a="http://schemas.openxmlformats.org/drawingml/2006/main">
            <a:off x="7038975" y="3220419"/>
            <a:ext cx="41099" cy="75231"/>
          </a:xfrm>
          <a:custGeom xmlns:a="http://schemas.openxmlformats.org/drawingml/2006/main">
            <a:pathLst>
              <a:path w="41099" h="75231">
                <a:moveTo>
                  <a:pt x="0" y="75231"/>
                </a:moveTo>
                <a:lnTo>
                  <a:pt x="41099" y="0"/>
                </a:lnTo>
              </a:path>
            </a:pathLst>
          </a:custGeom>
          <a:noFill xmlns:a="http://schemas.openxmlformats.org/drawingml/2006/main"/>
          <a:ln xmlns:a="http://schemas.openxmlformats.org/drawingml/2006/main" w="17145">
            <a:solidFill>
              <a:srgbClr val="117C91"/>
            </a:solidFill>
          </a:ln>
        </p:spPr>
      </p:sp>
      <p:sp>
        <p:nvSpPr>
          <p:cNvPr id="69" name="">
            <a:extLst xmlns:a="http://schemas.openxmlformats.org/drawingml/2006/main">
              <a:ext uri="{FF2B5EF4-FFF2-40B4-BE49-F238E27FC236}">
                <a16:creationId xmlns:a16="http://schemas.microsoft.com/office/drawing/2014/main" id="{EB7A8F63-D545-4CFA-8465-5F92D7D3B2DD}"/>
              </a:ext>
            </a:extLst>
          </p:cNvPr>
          <p:cNvSpPr>
            <a:spLocks xmlns:a="http://schemas.openxmlformats.org/drawingml/2006/main" noGrp="1"/>
          </p:cNvSpPr>
          <p:nvPr/>
        </p:nvSpPr>
        <p:spPr>
          <a:xfrm xmlns:a="http://schemas.openxmlformats.org/drawingml/2006/main">
            <a:off x="6997876" y="3220419"/>
            <a:ext cx="41099" cy="75231"/>
          </a:xfrm>
          <a:custGeom xmlns:a="http://schemas.openxmlformats.org/drawingml/2006/main">
            <a:pathLst>
              <a:path w="41099" h="75231">
                <a:moveTo>
                  <a:pt x="41099" y="75231"/>
                </a:moveTo>
                <a:lnTo>
                  <a:pt x="0" y="0"/>
                </a:lnTo>
              </a:path>
            </a:pathLst>
          </a:custGeom>
          <a:noFill xmlns:a="http://schemas.openxmlformats.org/drawingml/2006/main"/>
          <a:ln xmlns:a="http://schemas.openxmlformats.org/drawingml/2006/main" w="17145">
            <a:solidFill>
              <a:srgbClr val="117C91"/>
            </a:solidFill>
          </a:ln>
        </p:spPr>
      </p:sp>
      <p:sp>
        <p:nvSpPr>
          <p:cNvPr id="70" name="">
            <a:extLst xmlns:a="http://schemas.openxmlformats.org/drawingml/2006/main">
              <a:ext uri="{FF2B5EF4-FFF2-40B4-BE49-F238E27FC236}">
                <a16:creationId xmlns:a16="http://schemas.microsoft.com/office/drawing/2014/main" id="{5A253DD1-8D5D-43E0-934E-7797BF3778F3}"/>
              </a:ext>
            </a:extLst>
          </p:cNvPr>
          <p:cNvSpPr>
            <a:spLocks xmlns:a="http://schemas.openxmlformats.org/drawingml/2006/main" noGrp="1"/>
          </p:cNvSpPr>
          <p:nvPr/>
        </p:nvSpPr>
        <p:spPr>
          <a:xfrm xmlns:a="http://schemas.openxmlformats.org/drawingml/2006/main">
            <a:off x="7629525" y="3105150"/>
            <a:ext cx="1905" cy="190500"/>
          </a:xfrm>
          <a:custGeom xmlns:a="http://schemas.openxmlformats.org/drawingml/2006/main">
            <a:pathLst>
              <a:path w="1905" h="190500">
                <a:moveTo>
                  <a:pt x="0" y="0"/>
                </a:moveTo>
                <a:lnTo>
                  <a:pt x="0" y="190500"/>
                </a:lnTo>
              </a:path>
            </a:pathLst>
          </a:custGeom>
          <a:noFill xmlns:a="http://schemas.openxmlformats.org/drawingml/2006/main"/>
          <a:ln xmlns:a="http://schemas.openxmlformats.org/drawingml/2006/main" w="17145">
            <a:solidFill>
              <a:srgbClr val="117C91"/>
            </a:solidFill>
          </a:ln>
        </p:spPr>
      </p:sp>
      <p:sp>
        <p:nvSpPr>
          <p:cNvPr id="71" name="">
            <a:extLst xmlns:a="http://schemas.openxmlformats.org/drawingml/2006/main">
              <a:ext uri="{FF2B5EF4-FFF2-40B4-BE49-F238E27FC236}">
                <a16:creationId xmlns:a16="http://schemas.microsoft.com/office/drawing/2014/main" id="{8E60C4CC-06B3-4D94-AFDC-D63904D7C8FD}"/>
              </a:ext>
            </a:extLst>
          </p:cNvPr>
          <p:cNvSpPr>
            <a:spLocks xmlns:a="http://schemas.openxmlformats.org/drawingml/2006/main" noGrp="1"/>
          </p:cNvSpPr>
          <p:nvPr/>
        </p:nvSpPr>
        <p:spPr>
          <a:xfrm xmlns:a="http://schemas.openxmlformats.org/drawingml/2006/main">
            <a:off x="7629525" y="3220419"/>
            <a:ext cx="41099" cy="75231"/>
          </a:xfrm>
          <a:custGeom xmlns:a="http://schemas.openxmlformats.org/drawingml/2006/main">
            <a:pathLst>
              <a:path w="41099" h="75231">
                <a:moveTo>
                  <a:pt x="0" y="75231"/>
                </a:moveTo>
                <a:lnTo>
                  <a:pt x="41099" y="0"/>
                </a:lnTo>
              </a:path>
            </a:pathLst>
          </a:custGeom>
          <a:noFill xmlns:a="http://schemas.openxmlformats.org/drawingml/2006/main"/>
          <a:ln xmlns:a="http://schemas.openxmlformats.org/drawingml/2006/main" w="17145">
            <a:solidFill>
              <a:srgbClr val="117C91"/>
            </a:solidFill>
          </a:ln>
        </p:spPr>
      </p:sp>
      <p:sp>
        <p:nvSpPr>
          <p:cNvPr id="72" name="">
            <a:extLst xmlns:a="http://schemas.openxmlformats.org/drawingml/2006/main">
              <a:ext uri="{FF2B5EF4-FFF2-40B4-BE49-F238E27FC236}">
                <a16:creationId xmlns:a16="http://schemas.microsoft.com/office/drawing/2014/main" id="{644B645F-71E9-41EB-AA17-230323321990}"/>
              </a:ext>
            </a:extLst>
          </p:cNvPr>
          <p:cNvSpPr>
            <a:spLocks xmlns:a="http://schemas.openxmlformats.org/drawingml/2006/main" noGrp="1"/>
          </p:cNvSpPr>
          <p:nvPr/>
        </p:nvSpPr>
        <p:spPr>
          <a:xfrm xmlns:a="http://schemas.openxmlformats.org/drawingml/2006/main">
            <a:off x="7588426" y="3220419"/>
            <a:ext cx="41099" cy="75231"/>
          </a:xfrm>
          <a:custGeom xmlns:a="http://schemas.openxmlformats.org/drawingml/2006/main">
            <a:pathLst>
              <a:path w="41099" h="75231">
                <a:moveTo>
                  <a:pt x="41099" y="75231"/>
                </a:moveTo>
                <a:lnTo>
                  <a:pt x="0" y="0"/>
                </a:lnTo>
              </a:path>
            </a:pathLst>
          </a:custGeom>
          <a:noFill xmlns:a="http://schemas.openxmlformats.org/drawingml/2006/main"/>
          <a:ln xmlns:a="http://schemas.openxmlformats.org/drawingml/2006/main" w="17145">
            <a:solidFill>
              <a:srgbClr val="117C91"/>
            </a:solidFill>
          </a:ln>
        </p:spPr>
      </p:sp>
      <p:sp>
        <p:nvSpPr>
          <p:cNvPr id="73" name="">
            <a:extLst xmlns:a="http://schemas.openxmlformats.org/drawingml/2006/main">
              <a:ext uri="{FF2B5EF4-FFF2-40B4-BE49-F238E27FC236}">
                <a16:creationId xmlns:a16="http://schemas.microsoft.com/office/drawing/2014/main" id="{71DE89C9-74BC-4873-A3B7-FD81870DDE94}"/>
              </a:ext>
            </a:extLst>
          </p:cNvPr>
          <p:cNvSpPr>
            <a:spLocks xmlns:a="http://schemas.openxmlformats.org/drawingml/2006/main" noGrp="1"/>
          </p:cNvSpPr>
          <p:nvPr/>
        </p:nvSpPr>
        <p:spPr>
          <a:xfrm xmlns:a="http://schemas.openxmlformats.org/drawingml/2006/main">
            <a:off x="8220075" y="3105150"/>
            <a:ext cx="1905" cy="190500"/>
          </a:xfrm>
          <a:custGeom xmlns:a="http://schemas.openxmlformats.org/drawingml/2006/main">
            <a:pathLst>
              <a:path w="1905" h="190500">
                <a:moveTo>
                  <a:pt x="0" y="0"/>
                </a:moveTo>
                <a:lnTo>
                  <a:pt x="0" y="190500"/>
                </a:lnTo>
              </a:path>
            </a:pathLst>
          </a:custGeom>
          <a:noFill xmlns:a="http://schemas.openxmlformats.org/drawingml/2006/main"/>
          <a:ln xmlns:a="http://schemas.openxmlformats.org/drawingml/2006/main" w="17145">
            <a:solidFill>
              <a:srgbClr val="117C91"/>
            </a:solidFill>
          </a:ln>
        </p:spPr>
      </p:sp>
      <p:sp>
        <p:nvSpPr>
          <p:cNvPr id="74" name="">
            <a:extLst xmlns:a="http://schemas.openxmlformats.org/drawingml/2006/main">
              <a:ext uri="{FF2B5EF4-FFF2-40B4-BE49-F238E27FC236}">
                <a16:creationId xmlns:a16="http://schemas.microsoft.com/office/drawing/2014/main" id="{7F0E30C3-C923-4F99-9B90-D888ED6CEC93}"/>
              </a:ext>
            </a:extLst>
          </p:cNvPr>
          <p:cNvSpPr>
            <a:spLocks xmlns:a="http://schemas.openxmlformats.org/drawingml/2006/main" noGrp="1"/>
          </p:cNvSpPr>
          <p:nvPr/>
        </p:nvSpPr>
        <p:spPr>
          <a:xfrm xmlns:a="http://schemas.openxmlformats.org/drawingml/2006/main">
            <a:off x="8220075" y="3220419"/>
            <a:ext cx="41099" cy="75231"/>
          </a:xfrm>
          <a:custGeom xmlns:a="http://schemas.openxmlformats.org/drawingml/2006/main">
            <a:pathLst>
              <a:path w="41099" h="75231">
                <a:moveTo>
                  <a:pt x="0" y="75231"/>
                </a:moveTo>
                <a:lnTo>
                  <a:pt x="41099" y="0"/>
                </a:lnTo>
              </a:path>
            </a:pathLst>
          </a:custGeom>
          <a:noFill xmlns:a="http://schemas.openxmlformats.org/drawingml/2006/main"/>
          <a:ln xmlns:a="http://schemas.openxmlformats.org/drawingml/2006/main" w="17145">
            <a:solidFill>
              <a:srgbClr val="117C91"/>
            </a:solidFill>
          </a:ln>
        </p:spPr>
      </p:sp>
      <p:sp>
        <p:nvSpPr>
          <p:cNvPr id="75" name="">
            <a:extLst xmlns:a="http://schemas.openxmlformats.org/drawingml/2006/main">
              <a:ext uri="{FF2B5EF4-FFF2-40B4-BE49-F238E27FC236}">
                <a16:creationId xmlns:a16="http://schemas.microsoft.com/office/drawing/2014/main" id="{7B7644BB-5280-4802-B253-436AC331CE2B}"/>
              </a:ext>
            </a:extLst>
          </p:cNvPr>
          <p:cNvSpPr>
            <a:spLocks xmlns:a="http://schemas.openxmlformats.org/drawingml/2006/main" noGrp="1"/>
          </p:cNvSpPr>
          <p:nvPr/>
        </p:nvSpPr>
        <p:spPr>
          <a:xfrm xmlns:a="http://schemas.openxmlformats.org/drawingml/2006/main">
            <a:off x="8178976" y="3220419"/>
            <a:ext cx="41099" cy="75231"/>
          </a:xfrm>
          <a:custGeom xmlns:a="http://schemas.openxmlformats.org/drawingml/2006/main">
            <a:pathLst>
              <a:path w="41099" h="75231">
                <a:moveTo>
                  <a:pt x="41099" y="75231"/>
                </a:moveTo>
                <a:lnTo>
                  <a:pt x="0" y="0"/>
                </a:lnTo>
              </a:path>
            </a:pathLst>
          </a:custGeom>
          <a:noFill xmlns:a="http://schemas.openxmlformats.org/drawingml/2006/main"/>
          <a:ln xmlns:a="http://schemas.openxmlformats.org/drawingml/2006/main" w="17145">
            <a:solidFill>
              <a:srgbClr val="117C91"/>
            </a:solidFill>
          </a:ln>
        </p:spPr>
      </p:sp>
      <p:sp>
        <p:nvSpPr>
          <p:cNvPr id="76" name="slide-2-text">
            <a:extLst xmlns:a="http://schemas.openxmlformats.org/drawingml/2006/main">
              <a:ext uri="{FF2B5EF4-FFF2-40B4-BE49-F238E27FC236}">
                <a16:creationId xmlns:a16="http://schemas.microsoft.com/office/drawing/2014/main" id="{CEA9CC87-BFD8-48BC-9840-1196619401EF}"/>
              </a:ext>
            </a:extLst>
          </p:cNvPr>
          <p:cNvSpPr>
            <a:spLocks xmlns:a="http://schemas.openxmlformats.org/drawingml/2006/main" noGrp="1"/>
          </p:cNvSpPr>
          <p:nvPr/>
        </p:nvSpPr>
        <p:spPr>
          <a:xfrm xmlns:a="http://schemas.openxmlformats.org/drawingml/2006/main">
            <a:off x="3467100" y="3009900"/>
            <a:ext cx="238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Only the initial thread calls</a:t>
            </a:r>
          </a:p>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MPI. Barriers publish each</a:t>
            </a:r>
          </a:p>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complete port snapshot.</a:t>
            </a:r>
          </a:p>
        </p:txBody>
      </p:sp>
    </p:spTree>
    <p:extLst>
      <p:ext uri="{BB962C8B-B14F-4D97-AF65-F5344CB8AC3E}">
        <p14:creationId xmlns:p14="http://schemas.microsoft.com/office/powerpoint/2010/main" val="887010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3-text">
            <a:extLst xmlns:a="http://schemas.openxmlformats.org/drawingml/2006/main">
              <a:ext uri="{FF2B5EF4-FFF2-40B4-BE49-F238E27FC236}">
                <a16:creationId xmlns:a16="http://schemas.microsoft.com/office/drawing/2014/main" id="{CB9DA46B-0092-4EA3-954C-6B1226C36C6D}"/>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3-text">
            <a:extLst xmlns:a="http://schemas.openxmlformats.org/drawingml/2006/main">
              <a:ext uri="{FF2B5EF4-FFF2-40B4-BE49-F238E27FC236}">
                <a16:creationId xmlns:a16="http://schemas.microsoft.com/office/drawing/2014/main" id="{AF704E57-A9A6-4D2A-BDCD-2EC7FCC1885B}"/>
              </a:ext>
            </a:extLst>
          </p:cNvPr>
          <p:cNvSpPr>
            <a:spLocks xmlns:a="http://schemas.openxmlformats.org/drawingml/2006/main" noGrp="1"/>
          </p:cNvSpPr>
          <p:nvPr/>
        </p:nvSpPr>
        <p:spPr>
          <a:xfrm xmlns:a="http://schemas.openxmlformats.org/drawingml/2006/main">
            <a:off x="419100" y="451485"/>
            <a:ext cx="694829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Congestion triggers neighbour queries, then alerts</a:t>
            </a:r>
          </a:p>
        </p:txBody>
      </p:sp>
      <p:sp>
        <p:nvSpPr>
          <p:cNvPr id="3" name="">
            <a:extLst xmlns:a="http://schemas.openxmlformats.org/drawingml/2006/main">
              <a:ext uri="{FF2B5EF4-FFF2-40B4-BE49-F238E27FC236}">
                <a16:creationId xmlns:a16="http://schemas.microsoft.com/office/drawing/2014/main" id="{42E4C494-2A80-45EF-A083-D1DE4CF55E73}"/>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3-text">
            <a:extLst xmlns:a="http://schemas.openxmlformats.org/drawingml/2006/main">
              <a:ext uri="{FF2B5EF4-FFF2-40B4-BE49-F238E27FC236}">
                <a16:creationId xmlns:a16="http://schemas.microsoft.com/office/drawing/2014/main" id="{2B06D84E-74D5-4467-83FC-A5A5AC124DB2}"/>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3-text">
            <a:extLst xmlns:a="http://schemas.openxmlformats.org/drawingml/2006/main">
              <a:ext uri="{FF2B5EF4-FFF2-40B4-BE49-F238E27FC236}">
                <a16:creationId xmlns:a16="http://schemas.microsoft.com/office/drawing/2014/main" id="{4DE40D8B-E14F-43DD-89DA-08830D2B7D91}"/>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3</a:t>
            </a:r>
          </a:p>
        </p:txBody>
      </p:sp>
      <p:sp>
        <p:nvSpPr>
          <p:cNvPr id="6" name="slide-3-text">
            <a:extLst xmlns:a="http://schemas.openxmlformats.org/drawingml/2006/main">
              <a:ext uri="{FF2B5EF4-FFF2-40B4-BE49-F238E27FC236}">
                <a16:creationId xmlns:a16="http://schemas.microsoft.com/office/drawing/2014/main" id="{149E8E97-D061-41F9-9557-E060766198B1}"/>
              </a:ext>
            </a:extLst>
          </p:cNvPr>
          <p:cNvSpPr>
            <a:spLocks xmlns:a="http://schemas.openxmlformats.org/drawingml/2006/main" noGrp="1"/>
          </p:cNvSpPr>
          <p:nvPr/>
        </p:nvSpPr>
        <p:spPr>
          <a:xfrm xmlns:a="http://schemas.openxmlformats.org/drawingml/2006/main">
            <a:off x="419100" y="1149477"/>
            <a:ext cx="170307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Courier New"/>
                <a:ea typeface="Courier New"/>
                <a:cs typeface="Courier New"/>
              </a:defRPr>
            </a:defPPr>
            <a:lvl1pPr>
              <a:defRPr sz="1200" b="0">
                <a:solidFill>
                  <a:srgbClr val="122B40"/>
                </a:solidFill>
                <a:latin typeface="Courier New"/>
                <a:ea typeface="Courier New"/>
                <a:cs typeface="Courier New"/>
              </a:defRPr>
            </a:lvl1pPr>
            <a:lvl2pPr>
              <a:defRPr sz="1200" b="0">
                <a:solidFill>
                  <a:srgbClr val="122B40"/>
                </a:solidFill>
                <a:latin typeface="Courier New"/>
                <a:ea typeface="Courier New"/>
                <a:cs typeface="Courier New"/>
              </a:defRPr>
            </a:lvl2pPr>
            <a:lvl3pPr>
              <a:defRPr sz="1200" b="0">
                <a:solidFill>
                  <a:srgbClr val="122B40"/>
                </a:solidFill>
                <a:latin typeface="Courier New"/>
                <a:ea typeface="Courier New"/>
                <a:cs typeface="Courier New"/>
              </a:defRPr>
            </a:lvl3pPr>
            <a:lvl4pPr>
              <a:defRPr sz="1200" b="0">
                <a:solidFill>
                  <a:srgbClr val="122B40"/>
                </a:solidFill>
                <a:latin typeface="Courier New"/>
                <a:ea typeface="Courier New"/>
                <a:cs typeface="Courier New"/>
              </a:defRPr>
            </a:lvl4pPr>
            <a:lvl5pPr>
              <a:defRPr sz="1200" b="0">
                <a:solidFill>
                  <a:srgbClr val="122B40"/>
                </a:solidFill>
                <a:latin typeface="Courier New"/>
                <a:ea typeface="Courier New"/>
                <a:cs typeface="Courier New"/>
              </a:defRPr>
            </a:lvl5pPr>
            <a:lvl6pPr>
              <a:defRPr sz="1200" b="0">
                <a:solidFill>
                  <a:srgbClr val="122B40"/>
                </a:solidFill>
                <a:latin typeface="Courier New"/>
                <a:ea typeface="Courier New"/>
                <a:cs typeface="Courier New"/>
              </a:defRPr>
            </a:lvl6pPr>
            <a:lvl7pPr>
              <a:defRPr sz="1200" b="0">
                <a:solidFill>
                  <a:srgbClr val="122B40"/>
                </a:solidFill>
                <a:latin typeface="Courier New"/>
                <a:ea typeface="Courier New"/>
                <a:cs typeface="Courier New"/>
              </a:defRPr>
            </a:lvl7pPr>
            <a:lvl8pPr>
              <a:defRPr sz="1200" b="0">
                <a:solidFill>
                  <a:srgbClr val="122B40"/>
                </a:solidFill>
                <a:latin typeface="Courier New"/>
                <a:ea typeface="Courier New"/>
                <a:cs typeface="Courier New"/>
              </a:defRPr>
            </a:lvl8pPr>
            <a:lvl9pPr>
              <a:defRPr sz="1200" b="0">
                <a:solidFill>
                  <a:srgbClr val="122B40"/>
                </a:solidFill>
                <a:latin typeface="Courier New"/>
                <a:ea typeface="Courier New"/>
                <a:cs typeface="Courier New"/>
              </a:defRPr>
            </a:lvl9pPr>
          </a:lstStyle>
          <a:p xmlns:a="http://schemas.openxmlformats.org/drawingml/2006/main">
            <a:pPr>
              <a:buNone/>
              <a:defRPr sz="1200" b="0">
                <a:solidFill>
                  <a:srgbClr val="122B40"/>
                </a:solidFill>
                <a:latin typeface="Courier New"/>
                <a:ea typeface="Courier New"/>
                <a:cs typeface="Courier New"/>
              </a:defRPr>
            </a:pPr>
            <a:r>
              <a:rPr sz="1200" b="0">
                <a:solidFill>
                  <a:srgbClr val="122B40"/>
                </a:solidFill>
                <a:latin typeface="Courier New"/>
                <a:ea typeface="Courier New"/>
                <a:cs typeface="Courier New"/>
              </a:rPr>
              <a:t>broadcast CONTINUE</a:t>
            </a:r>
          </a:p>
        </p:txBody>
      </p:sp>
      <p:sp>
        <p:nvSpPr>
          <p:cNvPr id="7" name="slide-3-text">
            <a:extLst xmlns:a="http://schemas.openxmlformats.org/drawingml/2006/main">
              <a:ext uri="{FF2B5EF4-FFF2-40B4-BE49-F238E27FC236}">
                <a16:creationId xmlns:a16="http://schemas.microsoft.com/office/drawing/2014/main" id="{329980B0-3E13-4858-800C-679496C93BF2}"/>
              </a:ext>
            </a:extLst>
          </p:cNvPr>
          <p:cNvSpPr>
            <a:spLocks xmlns:a="http://schemas.openxmlformats.org/drawingml/2006/main" noGrp="1"/>
          </p:cNvSpPr>
          <p:nvPr/>
        </p:nvSpPr>
        <p:spPr>
          <a:xfrm xmlns:a="http://schemas.openxmlformats.org/drawingml/2006/main">
            <a:off x="419100" y="1425702"/>
            <a:ext cx="216027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Courier New"/>
                <a:ea typeface="Courier New"/>
                <a:cs typeface="Courier New"/>
              </a:defRPr>
            </a:defPPr>
            <a:lvl1pPr>
              <a:defRPr sz="1200" b="0">
                <a:solidFill>
                  <a:srgbClr val="122B40"/>
                </a:solidFill>
                <a:latin typeface="Courier New"/>
                <a:ea typeface="Courier New"/>
                <a:cs typeface="Courier New"/>
              </a:defRPr>
            </a:lvl1pPr>
            <a:lvl2pPr>
              <a:defRPr sz="1200" b="0">
                <a:solidFill>
                  <a:srgbClr val="122B40"/>
                </a:solidFill>
                <a:latin typeface="Courier New"/>
                <a:ea typeface="Courier New"/>
                <a:cs typeface="Courier New"/>
              </a:defRPr>
            </a:lvl2pPr>
            <a:lvl3pPr>
              <a:defRPr sz="1200" b="0">
                <a:solidFill>
                  <a:srgbClr val="122B40"/>
                </a:solidFill>
                <a:latin typeface="Courier New"/>
                <a:ea typeface="Courier New"/>
                <a:cs typeface="Courier New"/>
              </a:defRPr>
            </a:lvl3pPr>
            <a:lvl4pPr>
              <a:defRPr sz="1200" b="0">
                <a:solidFill>
                  <a:srgbClr val="122B40"/>
                </a:solidFill>
                <a:latin typeface="Courier New"/>
                <a:ea typeface="Courier New"/>
                <a:cs typeface="Courier New"/>
              </a:defRPr>
            </a:lvl4pPr>
            <a:lvl5pPr>
              <a:defRPr sz="1200" b="0">
                <a:solidFill>
                  <a:srgbClr val="122B40"/>
                </a:solidFill>
                <a:latin typeface="Courier New"/>
                <a:ea typeface="Courier New"/>
                <a:cs typeface="Courier New"/>
              </a:defRPr>
            </a:lvl5pPr>
            <a:lvl6pPr>
              <a:defRPr sz="1200" b="0">
                <a:solidFill>
                  <a:srgbClr val="122B40"/>
                </a:solidFill>
                <a:latin typeface="Courier New"/>
                <a:ea typeface="Courier New"/>
                <a:cs typeface="Courier New"/>
              </a:defRPr>
            </a:lvl6pPr>
            <a:lvl7pPr>
              <a:defRPr sz="1200" b="0">
                <a:solidFill>
                  <a:srgbClr val="122B40"/>
                </a:solidFill>
                <a:latin typeface="Courier New"/>
                <a:ea typeface="Courier New"/>
                <a:cs typeface="Courier New"/>
              </a:defRPr>
            </a:lvl7pPr>
            <a:lvl8pPr>
              <a:defRPr sz="1200" b="0">
                <a:solidFill>
                  <a:srgbClr val="122B40"/>
                </a:solidFill>
                <a:latin typeface="Courier New"/>
                <a:ea typeface="Courier New"/>
                <a:cs typeface="Courier New"/>
              </a:defRPr>
            </a:lvl8pPr>
            <a:lvl9pPr>
              <a:defRPr sz="1200" b="0">
                <a:solidFill>
                  <a:srgbClr val="122B40"/>
                </a:solidFill>
                <a:latin typeface="Courier New"/>
                <a:ea typeface="Courier New"/>
                <a:cs typeface="Courier New"/>
              </a:defRPr>
            </a:lvl9pPr>
          </a:lstStyle>
          <a:p xmlns:a="http://schemas.openxmlformats.org/drawingml/2006/main">
            <a:pPr>
              <a:buNone/>
              <a:defRPr sz="1200" b="0">
                <a:solidFill>
                  <a:srgbClr val="122B40"/>
                </a:solidFill>
                <a:latin typeface="Courier New"/>
                <a:ea typeface="Courier New"/>
                <a:cs typeface="Courier New"/>
              </a:defRPr>
            </a:pPr>
            <a:r>
              <a:rPr sz="1200" b="0">
                <a:solidFill>
                  <a:srgbClr val="122B40"/>
                </a:solidFill>
                <a:latin typeface="Courier New"/>
                <a:ea typeface="Courier New"/>
                <a:cs typeface="Courier New"/>
              </a:rPr>
              <a:t>threads update ports[i]</a:t>
            </a:r>
          </a:p>
        </p:txBody>
      </p:sp>
      <p:sp>
        <p:nvSpPr>
          <p:cNvPr id="8" name="slide-3-text">
            <a:extLst xmlns:a="http://schemas.openxmlformats.org/drawingml/2006/main">
              <a:ext uri="{FF2B5EF4-FFF2-40B4-BE49-F238E27FC236}">
                <a16:creationId xmlns:a16="http://schemas.microsoft.com/office/drawing/2014/main" id="{478EB550-65F0-46F4-B8E1-F0FFEDF3D82F}"/>
              </a:ext>
            </a:extLst>
          </p:cNvPr>
          <p:cNvSpPr>
            <a:spLocks xmlns:a="http://schemas.openxmlformats.org/drawingml/2006/main" noGrp="1"/>
          </p:cNvSpPr>
          <p:nvPr/>
        </p:nvSpPr>
        <p:spPr>
          <a:xfrm xmlns:a="http://schemas.openxmlformats.org/drawingml/2006/main">
            <a:off x="419100" y="1701927"/>
            <a:ext cx="234315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Courier New"/>
                <a:ea typeface="Courier New"/>
                <a:cs typeface="Courier New"/>
              </a:defRPr>
            </a:defPPr>
            <a:lvl1pPr>
              <a:defRPr sz="1200" b="0">
                <a:solidFill>
                  <a:srgbClr val="122B40"/>
                </a:solidFill>
                <a:latin typeface="Courier New"/>
                <a:ea typeface="Courier New"/>
                <a:cs typeface="Courier New"/>
              </a:defRPr>
            </a:lvl1pPr>
            <a:lvl2pPr>
              <a:defRPr sz="1200" b="0">
                <a:solidFill>
                  <a:srgbClr val="122B40"/>
                </a:solidFill>
                <a:latin typeface="Courier New"/>
                <a:ea typeface="Courier New"/>
                <a:cs typeface="Courier New"/>
              </a:defRPr>
            </a:lvl2pPr>
            <a:lvl3pPr>
              <a:defRPr sz="1200" b="0">
                <a:solidFill>
                  <a:srgbClr val="122B40"/>
                </a:solidFill>
                <a:latin typeface="Courier New"/>
                <a:ea typeface="Courier New"/>
                <a:cs typeface="Courier New"/>
              </a:defRPr>
            </a:lvl3pPr>
            <a:lvl4pPr>
              <a:defRPr sz="1200" b="0">
                <a:solidFill>
                  <a:srgbClr val="122B40"/>
                </a:solidFill>
                <a:latin typeface="Courier New"/>
                <a:ea typeface="Courier New"/>
                <a:cs typeface="Courier New"/>
              </a:defRPr>
            </a:lvl4pPr>
            <a:lvl5pPr>
              <a:defRPr sz="1200" b="0">
                <a:solidFill>
                  <a:srgbClr val="122B40"/>
                </a:solidFill>
                <a:latin typeface="Courier New"/>
                <a:ea typeface="Courier New"/>
                <a:cs typeface="Courier New"/>
              </a:defRPr>
            </a:lvl5pPr>
            <a:lvl6pPr>
              <a:defRPr sz="1200" b="0">
                <a:solidFill>
                  <a:srgbClr val="122B40"/>
                </a:solidFill>
                <a:latin typeface="Courier New"/>
                <a:ea typeface="Courier New"/>
                <a:cs typeface="Courier New"/>
              </a:defRPr>
            </a:lvl6pPr>
            <a:lvl7pPr>
              <a:defRPr sz="1200" b="0">
                <a:solidFill>
                  <a:srgbClr val="122B40"/>
                </a:solidFill>
                <a:latin typeface="Courier New"/>
                <a:ea typeface="Courier New"/>
                <a:cs typeface="Courier New"/>
              </a:defRPr>
            </a:lvl7pPr>
            <a:lvl8pPr>
              <a:defRPr sz="1200" b="0">
                <a:solidFill>
                  <a:srgbClr val="122B40"/>
                </a:solidFill>
                <a:latin typeface="Courier New"/>
                <a:ea typeface="Courier New"/>
                <a:cs typeface="Courier New"/>
              </a:defRPr>
            </a:lvl8pPr>
            <a:lvl9pPr>
              <a:defRPr sz="1200" b="0">
                <a:solidFill>
                  <a:srgbClr val="122B40"/>
                </a:solidFill>
                <a:latin typeface="Courier New"/>
                <a:ea typeface="Courier New"/>
                <a:cs typeface="Courier New"/>
              </a:defRPr>
            </a:lvl9pPr>
          </a:lstStyle>
          <a:p xmlns:a="http://schemas.openxmlformats.org/drawingml/2006/main">
            <a:pPr>
              <a:buNone/>
              <a:defRPr sz="1200" b="0">
                <a:solidFill>
                  <a:srgbClr val="122B40"/>
                </a:solidFill>
                <a:latin typeface="Courier New"/>
                <a:ea typeface="Courier New"/>
                <a:cs typeface="Courier New"/>
              </a:defRPr>
            </a:pPr>
            <a:r>
              <a:rPr sz="1200" b="0">
                <a:solidFill>
                  <a:srgbClr val="122B40"/>
                </a:solidFill>
                <a:latin typeface="Courier New"/>
                <a:ea typeface="Courier New"/>
                <a:cs typeface="Courier New"/>
              </a:rPr>
              <a:t>barrier; count free ports</a:t>
            </a:r>
          </a:p>
        </p:txBody>
      </p:sp>
      <p:sp>
        <p:nvSpPr>
          <p:cNvPr id="9" name="slide-3-text">
            <a:extLst xmlns:a="http://schemas.openxmlformats.org/drawingml/2006/main">
              <a:ext uri="{FF2B5EF4-FFF2-40B4-BE49-F238E27FC236}">
                <a16:creationId xmlns:a16="http://schemas.microsoft.com/office/drawing/2014/main" id="{7F7A89A3-91B7-44FE-A933-75D9D9D70A91}"/>
              </a:ext>
            </a:extLst>
          </p:cNvPr>
          <p:cNvSpPr>
            <a:spLocks xmlns:a="http://schemas.openxmlformats.org/drawingml/2006/main" noGrp="1"/>
          </p:cNvSpPr>
          <p:nvPr/>
        </p:nvSpPr>
        <p:spPr>
          <a:xfrm xmlns:a="http://schemas.openxmlformats.org/drawingml/2006/main">
            <a:off x="419100" y="1978152"/>
            <a:ext cx="353187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Courier New"/>
                <a:ea typeface="Courier New"/>
                <a:cs typeface="Courier New"/>
              </a:defRPr>
            </a:defPPr>
            <a:lvl1pPr>
              <a:defRPr sz="1200" b="0">
                <a:solidFill>
                  <a:srgbClr val="122B40"/>
                </a:solidFill>
                <a:latin typeface="Courier New"/>
                <a:ea typeface="Courier New"/>
                <a:cs typeface="Courier New"/>
              </a:defRPr>
            </a:lvl1pPr>
            <a:lvl2pPr>
              <a:defRPr sz="1200" b="0">
                <a:solidFill>
                  <a:srgbClr val="122B40"/>
                </a:solidFill>
                <a:latin typeface="Courier New"/>
                <a:ea typeface="Courier New"/>
                <a:cs typeface="Courier New"/>
              </a:defRPr>
            </a:lvl2pPr>
            <a:lvl3pPr>
              <a:defRPr sz="1200" b="0">
                <a:solidFill>
                  <a:srgbClr val="122B40"/>
                </a:solidFill>
                <a:latin typeface="Courier New"/>
                <a:ea typeface="Courier New"/>
                <a:cs typeface="Courier New"/>
              </a:defRPr>
            </a:lvl3pPr>
            <a:lvl4pPr>
              <a:defRPr sz="1200" b="0">
                <a:solidFill>
                  <a:srgbClr val="122B40"/>
                </a:solidFill>
                <a:latin typeface="Courier New"/>
                <a:ea typeface="Courier New"/>
                <a:cs typeface="Courier New"/>
              </a:defRPr>
            </a:lvl4pPr>
            <a:lvl5pPr>
              <a:defRPr sz="1200" b="0">
                <a:solidFill>
                  <a:srgbClr val="122B40"/>
                </a:solidFill>
                <a:latin typeface="Courier New"/>
                <a:ea typeface="Courier New"/>
                <a:cs typeface="Courier New"/>
              </a:defRPr>
            </a:lvl5pPr>
            <a:lvl6pPr>
              <a:defRPr sz="1200" b="0">
                <a:solidFill>
                  <a:srgbClr val="122B40"/>
                </a:solidFill>
                <a:latin typeface="Courier New"/>
                <a:ea typeface="Courier New"/>
                <a:cs typeface="Courier New"/>
              </a:defRPr>
            </a:lvl6pPr>
            <a:lvl7pPr>
              <a:defRPr sz="1200" b="0">
                <a:solidFill>
                  <a:srgbClr val="122B40"/>
                </a:solidFill>
                <a:latin typeface="Courier New"/>
                <a:ea typeface="Courier New"/>
                <a:cs typeface="Courier New"/>
              </a:defRPr>
            </a:lvl7pPr>
            <a:lvl8pPr>
              <a:defRPr sz="1200" b="0">
                <a:solidFill>
                  <a:srgbClr val="122B40"/>
                </a:solidFill>
                <a:latin typeface="Courier New"/>
                <a:ea typeface="Courier New"/>
                <a:cs typeface="Courier New"/>
              </a:defRPr>
            </a:lvl8pPr>
            <a:lvl9pPr>
              <a:defRPr sz="1200" b="0">
                <a:solidFill>
                  <a:srgbClr val="122B40"/>
                </a:solidFill>
                <a:latin typeface="Courier New"/>
                <a:ea typeface="Courier New"/>
                <a:cs typeface="Courier New"/>
              </a:defRPr>
            </a:lvl9pPr>
          </a:lstStyle>
          <a:p xmlns:a="http://schemas.openxmlformats.org/drawingml/2006/main">
            <a:pPr>
              <a:buNone/>
              <a:defRPr sz="1200" b="0">
                <a:solidFill>
                  <a:srgbClr val="122B40"/>
                </a:solidFill>
                <a:latin typeface="Courier New"/>
                <a:ea typeface="Courier New"/>
                <a:cs typeface="Courier New"/>
              </a:defRPr>
            </a:pPr>
            <a:r>
              <a:rPr sz="1200" b="0">
                <a:solidFill>
                  <a:srgbClr val="122B40"/>
                </a:solidFill>
                <a:latin typeface="Courier New"/>
                <a:ea typeface="Courier New"/>
                <a:cs typeface="Courier New"/>
              </a:rPr>
              <a:t>exchange query intents with neighbours</a:t>
            </a:r>
          </a:p>
        </p:txBody>
      </p:sp>
      <p:sp>
        <p:nvSpPr>
          <p:cNvPr id="10" name="slide-3-text">
            <a:extLst xmlns:a="http://schemas.openxmlformats.org/drawingml/2006/main">
              <a:ext uri="{FF2B5EF4-FFF2-40B4-BE49-F238E27FC236}">
                <a16:creationId xmlns:a16="http://schemas.microsoft.com/office/drawing/2014/main" id="{B41F2FCD-B3EE-4665-9F61-4C1BCECEC176}"/>
              </a:ext>
            </a:extLst>
          </p:cNvPr>
          <p:cNvSpPr>
            <a:spLocks xmlns:a="http://schemas.openxmlformats.org/drawingml/2006/main" noGrp="1"/>
          </p:cNvSpPr>
          <p:nvPr/>
        </p:nvSpPr>
        <p:spPr>
          <a:xfrm xmlns:a="http://schemas.openxmlformats.org/drawingml/2006/main">
            <a:off x="419100" y="2254377"/>
            <a:ext cx="325755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Courier New"/>
                <a:ea typeface="Courier New"/>
                <a:cs typeface="Courier New"/>
              </a:defRPr>
            </a:defPPr>
            <a:lvl1pPr>
              <a:defRPr sz="1200" b="0">
                <a:solidFill>
                  <a:srgbClr val="122B40"/>
                </a:solidFill>
                <a:latin typeface="Courier New"/>
                <a:ea typeface="Courier New"/>
                <a:cs typeface="Courier New"/>
              </a:defRPr>
            </a:lvl1pPr>
            <a:lvl2pPr>
              <a:defRPr sz="1200" b="0">
                <a:solidFill>
                  <a:srgbClr val="122B40"/>
                </a:solidFill>
                <a:latin typeface="Courier New"/>
                <a:ea typeface="Courier New"/>
                <a:cs typeface="Courier New"/>
              </a:defRPr>
            </a:lvl2pPr>
            <a:lvl3pPr>
              <a:defRPr sz="1200" b="0">
                <a:solidFill>
                  <a:srgbClr val="122B40"/>
                </a:solidFill>
                <a:latin typeface="Courier New"/>
                <a:ea typeface="Courier New"/>
                <a:cs typeface="Courier New"/>
              </a:defRPr>
            </a:lvl3pPr>
            <a:lvl4pPr>
              <a:defRPr sz="1200" b="0">
                <a:solidFill>
                  <a:srgbClr val="122B40"/>
                </a:solidFill>
                <a:latin typeface="Courier New"/>
                <a:ea typeface="Courier New"/>
                <a:cs typeface="Courier New"/>
              </a:defRPr>
            </a:lvl4pPr>
            <a:lvl5pPr>
              <a:defRPr sz="1200" b="0">
                <a:solidFill>
                  <a:srgbClr val="122B40"/>
                </a:solidFill>
                <a:latin typeface="Courier New"/>
                <a:ea typeface="Courier New"/>
                <a:cs typeface="Courier New"/>
              </a:defRPr>
            </a:lvl5pPr>
            <a:lvl6pPr>
              <a:defRPr sz="1200" b="0">
                <a:solidFill>
                  <a:srgbClr val="122B40"/>
                </a:solidFill>
                <a:latin typeface="Courier New"/>
                <a:ea typeface="Courier New"/>
                <a:cs typeface="Courier New"/>
              </a:defRPr>
            </a:lvl6pPr>
            <a:lvl7pPr>
              <a:defRPr sz="1200" b="0">
                <a:solidFill>
                  <a:srgbClr val="122B40"/>
                </a:solidFill>
                <a:latin typeface="Courier New"/>
                <a:ea typeface="Courier New"/>
                <a:cs typeface="Courier New"/>
              </a:defRPr>
            </a:lvl7pPr>
            <a:lvl8pPr>
              <a:defRPr sz="1200" b="0">
                <a:solidFill>
                  <a:srgbClr val="122B40"/>
                </a:solidFill>
                <a:latin typeface="Courier New"/>
                <a:ea typeface="Courier New"/>
                <a:cs typeface="Courier New"/>
              </a:defRPr>
            </a:lvl8pPr>
            <a:lvl9pPr>
              <a:defRPr sz="1200" b="0">
                <a:solidFill>
                  <a:srgbClr val="122B40"/>
                </a:solidFill>
                <a:latin typeface="Courier New"/>
                <a:ea typeface="Courier New"/>
                <a:cs typeface="Courier New"/>
              </a:defRPr>
            </a:lvl9pPr>
          </a:lstStyle>
          <a:p xmlns:a="http://schemas.openxmlformats.org/drawingml/2006/main">
            <a:pPr>
              <a:buNone/>
              <a:defRPr sz="1200" b="0">
                <a:solidFill>
                  <a:srgbClr val="122B40"/>
                </a:solidFill>
                <a:latin typeface="Courier New"/>
                <a:ea typeface="Courier New"/>
                <a:cs typeface="Courier New"/>
              </a:defRPr>
            </a:pPr>
            <a:r>
              <a:rPr sz="1200" b="0">
                <a:solidFill>
                  <a:srgbClr val="122B40"/>
                </a:solidFill>
                <a:latin typeface="Courier New"/>
                <a:ea typeface="Courier New"/>
                <a:cs typeface="Courier New"/>
              </a:rPr>
              <a:t>reply only to requesting neighbours</a:t>
            </a:r>
          </a:p>
        </p:txBody>
      </p:sp>
      <p:sp>
        <p:nvSpPr>
          <p:cNvPr id="11" name="slide-3-text">
            <a:extLst xmlns:a="http://schemas.openxmlformats.org/drawingml/2006/main">
              <a:ext uri="{FF2B5EF4-FFF2-40B4-BE49-F238E27FC236}">
                <a16:creationId xmlns:a16="http://schemas.microsoft.com/office/drawing/2014/main" id="{5108C484-CFC3-4620-A93B-323BA7690A5D}"/>
              </a:ext>
            </a:extLst>
          </p:cNvPr>
          <p:cNvSpPr>
            <a:spLocks xmlns:a="http://schemas.openxmlformats.org/drawingml/2006/main" noGrp="1"/>
          </p:cNvSpPr>
          <p:nvPr/>
        </p:nvSpPr>
        <p:spPr>
          <a:xfrm xmlns:a="http://schemas.openxmlformats.org/drawingml/2006/main">
            <a:off x="419100" y="2530602"/>
            <a:ext cx="188595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Courier New"/>
                <a:ea typeface="Courier New"/>
                <a:cs typeface="Courier New"/>
              </a:defRPr>
            </a:defPPr>
            <a:lvl1pPr>
              <a:defRPr sz="1200" b="0">
                <a:solidFill>
                  <a:srgbClr val="122B40"/>
                </a:solidFill>
                <a:latin typeface="Courier New"/>
                <a:ea typeface="Courier New"/>
                <a:cs typeface="Courier New"/>
              </a:defRPr>
            </a:lvl1pPr>
            <a:lvl2pPr>
              <a:defRPr sz="1200" b="0">
                <a:solidFill>
                  <a:srgbClr val="122B40"/>
                </a:solidFill>
                <a:latin typeface="Courier New"/>
                <a:ea typeface="Courier New"/>
                <a:cs typeface="Courier New"/>
              </a:defRPr>
            </a:lvl2pPr>
            <a:lvl3pPr>
              <a:defRPr sz="1200" b="0">
                <a:solidFill>
                  <a:srgbClr val="122B40"/>
                </a:solidFill>
                <a:latin typeface="Courier New"/>
                <a:ea typeface="Courier New"/>
                <a:cs typeface="Courier New"/>
              </a:defRPr>
            </a:lvl3pPr>
            <a:lvl4pPr>
              <a:defRPr sz="1200" b="0">
                <a:solidFill>
                  <a:srgbClr val="122B40"/>
                </a:solidFill>
                <a:latin typeface="Courier New"/>
                <a:ea typeface="Courier New"/>
                <a:cs typeface="Courier New"/>
              </a:defRPr>
            </a:lvl4pPr>
            <a:lvl5pPr>
              <a:defRPr sz="1200" b="0">
                <a:solidFill>
                  <a:srgbClr val="122B40"/>
                </a:solidFill>
                <a:latin typeface="Courier New"/>
                <a:ea typeface="Courier New"/>
                <a:cs typeface="Courier New"/>
              </a:defRPr>
            </a:lvl5pPr>
            <a:lvl6pPr>
              <a:defRPr sz="1200" b="0">
                <a:solidFill>
                  <a:srgbClr val="122B40"/>
                </a:solidFill>
                <a:latin typeface="Courier New"/>
                <a:ea typeface="Courier New"/>
                <a:cs typeface="Courier New"/>
              </a:defRPr>
            </a:lvl6pPr>
            <a:lvl7pPr>
              <a:defRPr sz="1200" b="0">
                <a:solidFill>
                  <a:srgbClr val="122B40"/>
                </a:solidFill>
                <a:latin typeface="Courier New"/>
                <a:ea typeface="Courier New"/>
                <a:cs typeface="Courier New"/>
              </a:defRPr>
            </a:lvl7pPr>
            <a:lvl8pPr>
              <a:defRPr sz="1200" b="0">
                <a:solidFill>
                  <a:srgbClr val="122B40"/>
                </a:solidFill>
                <a:latin typeface="Courier New"/>
                <a:ea typeface="Courier New"/>
                <a:cs typeface="Courier New"/>
              </a:defRPr>
            </a:lvl8pPr>
            <a:lvl9pPr>
              <a:defRPr sz="1200" b="0">
                <a:solidFill>
                  <a:srgbClr val="122B40"/>
                </a:solidFill>
                <a:latin typeface="Courier New"/>
                <a:ea typeface="Courier New"/>
                <a:cs typeface="Courier New"/>
              </a:defRPr>
            </a:lvl9pPr>
          </a:lstStyle>
          <a:p xmlns:a="http://schemas.openxmlformats.org/drawingml/2006/main">
            <a:pPr>
              <a:buNone/>
              <a:defRPr sz="1200" b="0">
                <a:solidFill>
                  <a:srgbClr val="122B40"/>
                </a:solidFill>
                <a:latin typeface="Courier New"/>
                <a:ea typeface="Courier New"/>
                <a:cs typeface="Courier New"/>
              </a:defRPr>
            </a:pPr>
            <a:r>
              <a:rPr sz="1200" b="0">
                <a:solidFill>
                  <a:srgbClr val="122B40"/>
                </a:solidFill>
                <a:latin typeface="Courier New"/>
                <a:ea typeface="Courier New"/>
                <a:cs typeface="Courier New"/>
              </a:rPr>
              <a:t>if free &lt; threshold:</a:t>
            </a:r>
          </a:p>
        </p:txBody>
      </p:sp>
      <p:sp>
        <p:nvSpPr>
          <p:cNvPr id="12" name="slide-3-text">
            <a:extLst xmlns:a="http://schemas.openxmlformats.org/drawingml/2006/main">
              <a:ext uri="{FF2B5EF4-FFF2-40B4-BE49-F238E27FC236}">
                <a16:creationId xmlns:a16="http://schemas.microsoft.com/office/drawing/2014/main" id="{0D7E41B9-270F-4117-9CB0-065ECE7CF17A}"/>
              </a:ext>
            </a:extLst>
          </p:cNvPr>
          <p:cNvSpPr>
            <a:spLocks xmlns:a="http://schemas.openxmlformats.org/drawingml/2006/main" noGrp="1"/>
          </p:cNvSpPr>
          <p:nvPr/>
        </p:nvSpPr>
        <p:spPr>
          <a:xfrm xmlns:a="http://schemas.openxmlformats.org/drawingml/2006/main">
            <a:off x="419100" y="2806827"/>
            <a:ext cx="362331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Courier New"/>
                <a:ea typeface="Courier New"/>
                <a:cs typeface="Courier New"/>
              </a:defRPr>
            </a:defPPr>
            <a:lvl1pPr>
              <a:defRPr sz="1200" b="0">
                <a:solidFill>
                  <a:srgbClr val="122B40"/>
                </a:solidFill>
                <a:latin typeface="Courier New"/>
                <a:ea typeface="Courier New"/>
                <a:cs typeface="Courier New"/>
              </a:defRPr>
            </a:lvl1pPr>
            <a:lvl2pPr>
              <a:defRPr sz="1200" b="0">
                <a:solidFill>
                  <a:srgbClr val="122B40"/>
                </a:solidFill>
                <a:latin typeface="Courier New"/>
                <a:ea typeface="Courier New"/>
                <a:cs typeface="Courier New"/>
              </a:defRPr>
            </a:lvl2pPr>
            <a:lvl3pPr>
              <a:defRPr sz="1200" b="0">
                <a:solidFill>
                  <a:srgbClr val="122B40"/>
                </a:solidFill>
                <a:latin typeface="Courier New"/>
                <a:ea typeface="Courier New"/>
                <a:cs typeface="Courier New"/>
              </a:defRPr>
            </a:lvl3pPr>
            <a:lvl4pPr>
              <a:defRPr sz="1200" b="0">
                <a:solidFill>
                  <a:srgbClr val="122B40"/>
                </a:solidFill>
                <a:latin typeface="Courier New"/>
                <a:ea typeface="Courier New"/>
                <a:cs typeface="Courier New"/>
              </a:defRPr>
            </a:lvl4pPr>
            <a:lvl5pPr>
              <a:defRPr sz="1200" b="0">
                <a:solidFill>
                  <a:srgbClr val="122B40"/>
                </a:solidFill>
                <a:latin typeface="Courier New"/>
                <a:ea typeface="Courier New"/>
                <a:cs typeface="Courier New"/>
              </a:defRPr>
            </a:lvl5pPr>
            <a:lvl6pPr>
              <a:defRPr sz="1200" b="0">
                <a:solidFill>
                  <a:srgbClr val="122B40"/>
                </a:solidFill>
                <a:latin typeface="Courier New"/>
                <a:ea typeface="Courier New"/>
                <a:cs typeface="Courier New"/>
              </a:defRPr>
            </a:lvl6pPr>
            <a:lvl7pPr>
              <a:defRPr sz="1200" b="0">
                <a:solidFill>
                  <a:srgbClr val="122B40"/>
                </a:solidFill>
                <a:latin typeface="Courier New"/>
                <a:ea typeface="Courier New"/>
                <a:cs typeface="Courier New"/>
              </a:defRPr>
            </a:lvl7pPr>
            <a:lvl8pPr>
              <a:defRPr sz="1200" b="0">
                <a:solidFill>
                  <a:srgbClr val="122B40"/>
                </a:solidFill>
                <a:latin typeface="Courier New"/>
                <a:ea typeface="Courier New"/>
                <a:cs typeface="Courier New"/>
              </a:defRPr>
            </a:lvl8pPr>
            <a:lvl9pPr>
              <a:defRPr sz="1200" b="0">
                <a:solidFill>
                  <a:srgbClr val="122B40"/>
                </a:solidFill>
                <a:latin typeface="Courier New"/>
                <a:ea typeface="Courier New"/>
                <a:cs typeface="Courier New"/>
              </a:defRPr>
            </a:lvl9pPr>
          </a:lstStyle>
          <a:p xmlns:a="http://schemas.openxmlformats.org/drawingml/2006/main">
            <a:pPr>
              <a:buNone/>
              <a:defRPr sz="1200" b="0">
                <a:solidFill>
                  <a:srgbClr val="122B40"/>
                </a:solidFill>
                <a:latin typeface="Courier New"/>
                <a:ea typeface="Courier New"/>
                <a:cs typeface="Courier New"/>
              </a:defRPr>
            </a:pPr>
            <a:r>
              <a:rPr sz="1200" b="0">
                <a:solidFill>
                  <a:srgbClr val="122B40"/>
                </a:solidFill>
                <a:latin typeface="Courier New"/>
                <a:ea typeface="Courier New"/>
                <a:cs typeface="Courier New"/>
              </a:rPr>
              <a:t>    if neighbour has capacity: redirect</a:t>
            </a:r>
          </a:p>
        </p:txBody>
      </p:sp>
      <p:sp>
        <p:nvSpPr>
          <p:cNvPr id="13" name="slide-3-text">
            <a:extLst xmlns:a="http://schemas.openxmlformats.org/drawingml/2006/main">
              <a:ext uri="{FF2B5EF4-FFF2-40B4-BE49-F238E27FC236}">
                <a16:creationId xmlns:a16="http://schemas.microsoft.com/office/drawing/2014/main" id="{5DAF3E08-F13B-4A8C-AE13-1B0660A029AB}"/>
              </a:ext>
            </a:extLst>
          </p:cNvPr>
          <p:cNvSpPr>
            <a:spLocks xmlns:a="http://schemas.openxmlformats.org/drawingml/2006/main" noGrp="1"/>
          </p:cNvSpPr>
          <p:nvPr/>
        </p:nvSpPr>
        <p:spPr>
          <a:xfrm xmlns:a="http://schemas.openxmlformats.org/drawingml/2006/main">
            <a:off x="419100" y="3083052"/>
            <a:ext cx="398907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Courier New"/>
                <a:ea typeface="Courier New"/>
                <a:cs typeface="Courier New"/>
              </a:defRPr>
            </a:defPPr>
            <a:lvl1pPr>
              <a:defRPr sz="1200" b="0">
                <a:solidFill>
                  <a:srgbClr val="122B40"/>
                </a:solidFill>
                <a:latin typeface="Courier New"/>
                <a:ea typeface="Courier New"/>
                <a:cs typeface="Courier New"/>
              </a:defRPr>
            </a:lvl1pPr>
            <a:lvl2pPr>
              <a:defRPr sz="1200" b="0">
                <a:solidFill>
                  <a:srgbClr val="122B40"/>
                </a:solidFill>
                <a:latin typeface="Courier New"/>
                <a:ea typeface="Courier New"/>
                <a:cs typeface="Courier New"/>
              </a:defRPr>
            </a:lvl2pPr>
            <a:lvl3pPr>
              <a:defRPr sz="1200" b="0">
                <a:solidFill>
                  <a:srgbClr val="122B40"/>
                </a:solidFill>
                <a:latin typeface="Courier New"/>
                <a:ea typeface="Courier New"/>
                <a:cs typeface="Courier New"/>
              </a:defRPr>
            </a:lvl3pPr>
            <a:lvl4pPr>
              <a:defRPr sz="1200" b="0">
                <a:solidFill>
                  <a:srgbClr val="122B40"/>
                </a:solidFill>
                <a:latin typeface="Courier New"/>
                <a:ea typeface="Courier New"/>
                <a:cs typeface="Courier New"/>
              </a:defRPr>
            </a:lvl4pPr>
            <a:lvl5pPr>
              <a:defRPr sz="1200" b="0">
                <a:solidFill>
                  <a:srgbClr val="122B40"/>
                </a:solidFill>
                <a:latin typeface="Courier New"/>
                <a:ea typeface="Courier New"/>
                <a:cs typeface="Courier New"/>
              </a:defRPr>
            </a:lvl5pPr>
            <a:lvl6pPr>
              <a:defRPr sz="1200" b="0">
                <a:solidFill>
                  <a:srgbClr val="122B40"/>
                </a:solidFill>
                <a:latin typeface="Courier New"/>
                <a:ea typeface="Courier New"/>
                <a:cs typeface="Courier New"/>
              </a:defRPr>
            </a:lvl6pPr>
            <a:lvl7pPr>
              <a:defRPr sz="1200" b="0">
                <a:solidFill>
                  <a:srgbClr val="122B40"/>
                </a:solidFill>
                <a:latin typeface="Courier New"/>
                <a:ea typeface="Courier New"/>
                <a:cs typeface="Courier New"/>
              </a:defRPr>
            </a:lvl7pPr>
            <a:lvl8pPr>
              <a:defRPr sz="1200" b="0">
                <a:solidFill>
                  <a:srgbClr val="122B40"/>
                </a:solidFill>
                <a:latin typeface="Courier New"/>
                <a:ea typeface="Courier New"/>
                <a:cs typeface="Courier New"/>
              </a:defRPr>
            </a:lvl8pPr>
            <a:lvl9pPr>
              <a:defRPr sz="1200" b="0">
                <a:solidFill>
                  <a:srgbClr val="122B40"/>
                </a:solidFill>
                <a:latin typeface="Courier New"/>
                <a:ea typeface="Courier New"/>
                <a:cs typeface="Courier New"/>
              </a:defRPr>
            </a:lvl9pPr>
          </a:lstStyle>
          <a:p xmlns:a="http://schemas.openxmlformats.org/drawingml/2006/main">
            <a:pPr>
              <a:buNone/>
              <a:defRPr sz="1200" b="0">
                <a:solidFill>
                  <a:srgbClr val="122B40"/>
                </a:solidFill>
                <a:latin typeface="Courier New"/>
                <a:ea typeface="Courier New"/>
                <a:cs typeface="Courier New"/>
              </a:defRPr>
            </a:pPr>
            <a:r>
              <a:rPr sz="1200" b="0">
                <a:solidFill>
                  <a:srgbClr val="122B40"/>
                </a:solidFill>
                <a:latin typeface="Courier New"/>
                <a:ea typeface="Courier New"/>
                <a:cs typeface="Courier New"/>
              </a:rPr>
              <a:t>    else: send packed alert; receive advice</a:t>
            </a:r>
          </a:p>
        </p:txBody>
      </p:sp>
      <p:sp>
        <p:nvSpPr>
          <p:cNvPr id="14" name="slide-3-text">
            <a:extLst xmlns:a="http://schemas.openxmlformats.org/drawingml/2006/main">
              <a:ext uri="{FF2B5EF4-FFF2-40B4-BE49-F238E27FC236}">
                <a16:creationId xmlns:a16="http://schemas.microsoft.com/office/drawing/2014/main" id="{75A2E9FA-FFDC-44FF-86AC-34D5B070DF21}"/>
              </a:ext>
            </a:extLst>
          </p:cNvPr>
          <p:cNvSpPr>
            <a:spLocks xmlns:a="http://schemas.openxmlformats.org/drawingml/2006/main" noGrp="1"/>
          </p:cNvSpPr>
          <p:nvPr/>
        </p:nvSpPr>
        <p:spPr>
          <a:xfrm xmlns:a="http://schemas.openxmlformats.org/drawingml/2006/main">
            <a:off x="5857875" y="1266825"/>
            <a:ext cx="2847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122B40"/>
                </a:solidFill>
                <a:latin typeface="Arial"/>
                <a:ea typeface="Arial"/>
                <a:cs typeface="Arial"/>
              </a:defRPr>
            </a:defPPr>
            <a:lvl1pPr>
              <a:defRPr sz="1275" b="0">
                <a:solidFill>
                  <a:srgbClr val="122B40"/>
                </a:solidFill>
                <a:latin typeface="Arial"/>
                <a:ea typeface="Arial"/>
                <a:cs typeface="Arial"/>
              </a:defRPr>
            </a:lvl1pPr>
            <a:lvl2pPr>
              <a:defRPr sz="1275" b="0">
                <a:solidFill>
                  <a:srgbClr val="122B40"/>
                </a:solidFill>
                <a:latin typeface="Arial"/>
                <a:ea typeface="Arial"/>
                <a:cs typeface="Arial"/>
              </a:defRPr>
            </a:lvl2pPr>
            <a:lvl3pPr>
              <a:defRPr sz="1275" b="0">
                <a:solidFill>
                  <a:srgbClr val="122B40"/>
                </a:solidFill>
                <a:latin typeface="Arial"/>
                <a:ea typeface="Arial"/>
                <a:cs typeface="Arial"/>
              </a:defRPr>
            </a:lvl3pPr>
            <a:lvl4pPr>
              <a:defRPr sz="1275" b="0">
                <a:solidFill>
                  <a:srgbClr val="122B40"/>
                </a:solidFill>
                <a:latin typeface="Arial"/>
                <a:ea typeface="Arial"/>
                <a:cs typeface="Arial"/>
              </a:defRPr>
            </a:lvl4pPr>
            <a:lvl5pPr>
              <a:defRPr sz="1275" b="0">
                <a:solidFill>
                  <a:srgbClr val="122B40"/>
                </a:solidFill>
                <a:latin typeface="Arial"/>
                <a:ea typeface="Arial"/>
                <a:cs typeface="Arial"/>
              </a:defRPr>
            </a:lvl5pPr>
            <a:lvl6pPr>
              <a:defRPr sz="1275" b="0">
                <a:solidFill>
                  <a:srgbClr val="122B40"/>
                </a:solidFill>
                <a:latin typeface="Arial"/>
                <a:ea typeface="Arial"/>
                <a:cs typeface="Arial"/>
              </a:defRPr>
            </a:lvl6pPr>
            <a:lvl7pPr>
              <a:defRPr sz="1275" b="0">
                <a:solidFill>
                  <a:srgbClr val="122B40"/>
                </a:solidFill>
                <a:latin typeface="Arial"/>
                <a:ea typeface="Arial"/>
                <a:cs typeface="Arial"/>
              </a:defRPr>
            </a:lvl7pPr>
            <a:lvl8pPr>
              <a:defRPr sz="1275" b="0">
                <a:solidFill>
                  <a:srgbClr val="122B40"/>
                </a:solidFill>
                <a:latin typeface="Arial"/>
                <a:ea typeface="Arial"/>
                <a:cs typeface="Arial"/>
              </a:defRPr>
            </a:lvl8pPr>
            <a:lvl9pPr>
              <a:defRPr sz="1275" b="0">
                <a:solidFill>
                  <a:srgbClr val="122B40"/>
                </a:solidFill>
                <a:latin typeface="Arial"/>
                <a:ea typeface="Arial"/>
                <a:cs typeface="Arial"/>
              </a:defRPr>
            </a:lvl9pPr>
          </a:lstStyle>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Query intent: 1 integer per real edge.</a:t>
            </a:r>
          </a:p>
        </p:txBody>
      </p:sp>
      <p:sp>
        <p:nvSpPr>
          <p:cNvPr id="15" name="slide-3-text">
            <a:extLst xmlns:a="http://schemas.openxmlformats.org/drawingml/2006/main">
              <a:ext uri="{FF2B5EF4-FFF2-40B4-BE49-F238E27FC236}">
                <a16:creationId xmlns:a16="http://schemas.microsoft.com/office/drawing/2014/main" id="{D854903B-0F8D-42F4-BC9C-0378206D2ED0}"/>
              </a:ext>
            </a:extLst>
          </p:cNvPr>
          <p:cNvSpPr>
            <a:spLocks xmlns:a="http://schemas.openxmlformats.org/drawingml/2006/main" noGrp="1"/>
          </p:cNvSpPr>
          <p:nvPr/>
        </p:nvSpPr>
        <p:spPr>
          <a:xfrm xmlns:a="http://schemas.openxmlformats.org/drawingml/2006/main">
            <a:off x="5857875" y="1619250"/>
            <a:ext cx="28479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122B40"/>
                </a:solidFill>
                <a:latin typeface="Arial"/>
                <a:ea typeface="Arial"/>
                <a:cs typeface="Arial"/>
              </a:defRPr>
            </a:defPPr>
            <a:lvl1pPr>
              <a:defRPr sz="1275" b="0">
                <a:solidFill>
                  <a:srgbClr val="122B40"/>
                </a:solidFill>
                <a:latin typeface="Arial"/>
                <a:ea typeface="Arial"/>
                <a:cs typeface="Arial"/>
              </a:defRPr>
            </a:lvl1pPr>
            <a:lvl2pPr>
              <a:defRPr sz="1275" b="0">
                <a:solidFill>
                  <a:srgbClr val="122B40"/>
                </a:solidFill>
                <a:latin typeface="Arial"/>
                <a:ea typeface="Arial"/>
                <a:cs typeface="Arial"/>
              </a:defRPr>
            </a:lvl2pPr>
            <a:lvl3pPr>
              <a:defRPr sz="1275" b="0">
                <a:solidFill>
                  <a:srgbClr val="122B40"/>
                </a:solidFill>
                <a:latin typeface="Arial"/>
                <a:ea typeface="Arial"/>
                <a:cs typeface="Arial"/>
              </a:defRPr>
            </a:lvl3pPr>
            <a:lvl4pPr>
              <a:defRPr sz="1275" b="0">
                <a:solidFill>
                  <a:srgbClr val="122B40"/>
                </a:solidFill>
                <a:latin typeface="Arial"/>
                <a:ea typeface="Arial"/>
                <a:cs typeface="Arial"/>
              </a:defRPr>
            </a:lvl4pPr>
            <a:lvl5pPr>
              <a:defRPr sz="1275" b="0">
                <a:solidFill>
                  <a:srgbClr val="122B40"/>
                </a:solidFill>
                <a:latin typeface="Arial"/>
                <a:ea typeface="Arial"/>
                <a:cs typeface="Arial"/>
              </a:defRPr>
            </a:lvl5pPr>
            <a:lvl6pPr>
              <a:defRPr sz="1275" b="0">
                <a:solidFill>
                  <a:srgbClr val="122B40"/>
                </a:solidFill>
                <a:latin typeface="Arial"/>
                <a:ea typeface="Arial"/>
                <a:cs typeface="Arial"/>
              </a:defRPr>
            </a:lvl6pPr>
            <a:lvl7pPr>
              <a:defRPr sz="1275" b="0">
                <a:solidFill>
                  <a:srgbClr val="122B40"/>
                </a:solidFill>
                <a:latin typeface="Arial"/>
                <a:ea typeface="Arial"/>
                <a:cs typeface="Arial"/>
              </a:defRPr>
            </a:lvl7pPr>
            <a:lvl8pPr>
              <a:defRPr sz="1275" b="0">
                <a:solidFill>
                  <a:srgbClr val="122B40"/>
                </a:solidFill>
                <a:latin typeface="Arial"/>
                <a:ea typeface="Arial"/>
                <a:cs typeface="Arial"/>
              </a:defRPr>
            </a:lvl8pPr>
            <a:lvl9pPr>
              <a:defRPr sz="1275" b="0">
                <a:solidFill>
                  <a:srgbClr val="122B40"/>
                </a:solidFill>
                <a:latin typeface="Arial"/>
                <a:ea typeface="Arial"/>
                <a:cs typeface="Arial"/>
              </a:defRPr>
            </a:lvl9pPr>
          </a:lstStyle>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Report: ID, coordinates, UTC</a:t>
            </a:r>
          </a:p>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timestamp, capacities, counts and</a:t>
            </a:r>
          </a:p>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bytes.</a:t>
            </a:r>
          </a:p>
        </p:txBody>
      </p:sp>
      <p:sp>
        <p:nvSpPr>
          <p:cNvPr id="16" name="slide-3-text">
            <a:extLst xmlns:a="http://schemas.openxmlformats.org/drawingml/2006/main">
              <a:ext uri="{FF2B5EF4-FFF2-40B4-BE49-F238E27FC236}">
                <a16:creationId xmlns:a16="http://schemas.microsoft.com/office/drawing/2014/main" id="{5E528B39-33EB-4029-A9FF-284F2CC7F2D6}"/>
              </a:ext>
            </a:extLst>
          </p:cNvPr>
          <p:cNvSpPr>
            <a:spLocks xmlns:a="http://schemas.openxmlformats.org/drawingml/2006/main" noGrp="1"/>
          </p:cNvSpPr>
          <p:nvPr/>
        </p:nvSpPr>
        <p:spPr>
          <a:xfrm xmlns:a="http://schemas.openxmlformats.org/drawingml/2006/main">
            <a:off x="5857875" y="2409825"/>
            <a:ext cx="28479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122B40"/>
                </a:solidFill>
                <a:latin typeface="Arial"/>
                <a:ea typeface="Arial"/>
                <a:cs typeface="Arial"/>
              </a:defRPr>
            </a:defPPr>
            <a:lvl1pPr>
              <a:defRPr sz="1275" b="0">
                <a:solidFill>
                  <a:srgbClr val="122B40"/>
                </a:solidFill>
                <a:latin typeface="Arial"/>
                <a:ea typeface="Arial"/>
                <a:cs typeface="Arial"/>
              </a:defRPr>
            </a:lvl1pPr>
            <a:lvl2pPr>
              <a:defRPr sz="1275" b="0">
                <a:solidFill>
                  <a:srgbClr val="122B40"/>
                </a:solidFill>
                <a:latin typeface="Arial"/>
                <a:ea typeface="Arial"/>
                <a:cs typeface="Arial"/>
              </a:defRPr>
            </a:lvl2pPr>
            <a:lvl3pPr>
              <a:defRPr sz="1275" b="0">
                <a:solidFill>
                  <a:srgbClr val="122B40"/>
                </a:solidFill>
                <a:latin typeface="Arial"/>
                <a:ea typeface="Arial"/>
                <a:cs typeface="Arial"/>
              </a:defRPr>
            </a:lvl3pPr>
            <a:lvl4pPr>
              <a:defRPr sz="1275" b="0">
                <a:solidFill>
                  <a:srgbClr val="122B40"/>
                </a:solidFill>
                <a:latin typeface="Arial"/>
                <a:ea typeface="Arial"/>
                <a:cs typeface="Arial"/>
              </a:defRPr>
            </a:lvl4pPr>
            <a:lvl5pPr>
              <a:defRPr sz="1275" b="0">
                <a:solidFill>
                  <a:srgbClr val="122B40"/>
                </a:solidFill>
                <a:latin typeface="Arial"/>
                <a:ea typeface="Arial"/>
                <a:cs typeface="Arial"/>
              </a:defRPr>
            </a:lvl5pPr>
            <a:lvl6pPr>
              <a:defRPr sz="1275" b="0">
                <a:solidFill>
                  <a:srgbClr val="122B40"/>
                </a:solidFill>
                <a:latin typeface="Arial"/>
                <a:ea typeface="Arial"/>
                <a:cs typeface="Arial"/>
              </a:defRPr>
            </a:lvl6pPr>
            <a:lvl7pPr>
              <a:defRPr sz="1275" b="0">
                <a:solidFill>
                  <a:srgbClr val="122B40"/>
                </a:solidFill>
                <a:latin typeface="Arial"/>
                <a:ea typeface="Arial"/>
                <a:cs typeface="Arial"/>
              </a:defRPr>
            </a:lvl7pPr>
            <a:lvl8pPr>
              <a:defRPr sz="1275" b="0">
                <a:solidFill>
                  <a:srgbClr val="122B40"/>
                </a:solidFill>
                <a:latin typeface="Arial"/>
                <a:ea typeface="Arial"/>
                <a:cs typeface="Arial"/>
              </a:defRPr>
            </a:lvl8pPr>
            <a:lvl9pPr>
              <a:defRPr sz="1275" b="0">
                <a:solidFill>
                  <a:srgbClr val="122B40"/>
                </a:solidFill>
                <a:latin typeface="Arial"/>
                <a:ea typeface="Arial"/>
                <a:cs typeface="Arial"/>
              </a:defRPr>
            </a:lvl9pPr>
          </a:lstStyle>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Snapshot safety: one writer per port,</a:t>
            </a:r>
          </a:p>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atomic count, OpenMP barriers.</a:t>
            </a:r>
          </a:p>
        </p:txBody>
      </p:sp>
      <p:sp>
        <p:nvSpPr>
          <p:cNvPr id="17" name="slide-3-text">
            <a:extLst xmlns:a="http://schemas.openxmlformats.org/drawingml/2006/main">
              <a:ext uri="{FF2B5EF4-FFF2-40B4-BE49-F238E27FC236}">
                <a16:creationId xmlns:a16="http://schemas.microsoft.com/office/drawing/2014/main" id="{6424CDAC-BC63-4500-8C1F-95A850933322}"/>
              </a:ext>
            </a:extLst>
          </p:cNvPr>
          <p:cNvSpPr>
            <a:spLocks xmlns:a="http://schemas.openxmlformats.org/drawingml/2006/main" noGrp="1"/>
          </p:cNvSpPr>
          <p:nvPr/>
        </p:nvSpPr>
        <p:spPr>
          <a:xfrm xmlns:a="http://schemas.openxmlformats.org/drawingml/2006/main">
            <a:off x="5857875" y="2981325"/>
            <a:ext cx="28479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122B40"/>
                </a:solidFill>
                <a:latin typeface="Arial"/>
                <a:ea typeface="Arial"/>
                <a:cs typeface="Arial"/>
              </a:defRPr>
            </a:defPPr>
            <a:lvl1pPr>
              <a:defRPr sz="1275" b="0">
                <a:solidFill>
                  <a:srgbClr val="122B40"/>
                </a:solidFill>
                <a:latin typeface="Arial"/>
                <a:ea typeface="Arial"/>
                <a:cs typeface="Arial"/>
              </a:defRPr>
            </a:lvl1pPr>
            <a:lvl2pPr>
              <a:defRPr sz="1275" b="0">
                <a:solidFill>
                  <a:srgbClr val="122B40"/>
                </a:solidFill>
                <a:latin typeface="Arial"/>
                <a:ea typeface="Arial"/>
                <a:cs typeface="Arial"/>
              </a:defRPr>
            </a:lvl2pPr>
            <a:lvl3pPr>
              <a:defRPr sz="1275" b="0">
                <a:solidFill>
                  <a:srgbClr val="122B40"/>
                </a:solidFill>
                <a:latin typeface="Arial"/>
                <a:ea typeface="Arial"/>
                <a:cs typeface="Arial"/>
              </a:defRPr>
            </a:lvl3pPr>
            <a:lvl4pPr>
              <a:defRPr sz="1275" b="0">
                <a:solidFill>
                  <a:srgbClr val="122B40"/>
                </a:solidFill>
                <a:latin typeface="Arial"/>
                <a:ea typeface="Arial"/>
                <a:cs typeface="Arial"/>
              </a:defRPr>
            </a:lvl4pPr>
            <a:lvl5pPr>
              <a:defRPr sz="1275" b="0">
                <a:solidFill>
                  <a:srgbClr val="122B40"/>
                </a:solidFill>
                <a:latin typeface="Arial"/>
                <a:ea typeface="Arial"/>
                <a:cs typeface="Arial"/>
              </a:defRPr>
            </a:lvl5pPr>
            <a:lvl6pPr>
              <a:defRPr sz="1275" b="0">
                <a:solidFill>
                  <a:srgbClr val="122B40"/>
                </a:solidFill>
                <a:latin typeface="Arial"/>
                <a:ea typeface="Arial"/>
                <a:cs typeface="Arial"/>
              </a:defRPr>
            </a:lvl6pPr>
            <a:lvl7pPr>
              <a:defRPr sz="1275" b="0">
                <a:solidFill>
                  <a:srgbClr val="122B40"/>
                </a:solidFill>
                <a:latin typeface="Arial"/>
                <a:ea typeface="Arial"/>
                <a:cs typeface="Arial"/>
              </a:defRPr>
            </a:lvl7pPr>
            <a:lvl8pPr>
              <a:defRPr sz="1275" b="0">
                <a:solidFill>
                  <a:srgbClr val="122B40"/>
                </a:solidFill>
                <a:latin typeface="Arial"/>
                <a:ea typeface="Arial"/>
                <a:cs typeface="Arial"/>
              </a:defRPr>
            </a:lvl8pPr>
            <a:lvl9pPr>
              <a:defRPr sz="1275" b="0">
                <a:solidFill>
                  <a:srgbClr val="122B40"/>
                </a:solidFill>
                <a:latin typeface="Arial"/>
                <a:ea typeface="Arial"/>
                <a:cs typeface="Arial"/>
              </a:defRPr>
            </a:lvl9pPr>
          </a:lstStyle>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Tests: isolated node, full network,</a:t>
            </a:r>
          </a:p>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empty network and all ties.</a:t>
            </a:r>
          </a:p>
        </p:txBody>
      </p:sp>
      <p:sp>
        <p:nvSpPr>
          <p:cNvPr id="18" name="slide-3-text">
            <a:extLst xmlns:a="http://schemas.openxmlformats.org/drawingml/2006/main">
              <a:ext uri="{FF2B5EF4-FFF2-40B4-BE49-F238E27FC236}">
                <a16:creationId xmlns:a16="http://schemas.microsoft.com/office/drawing/2014/main" id="{8E98DDFB-19D1-4905-A4D7-F0BE8B79DB0C}"/>
              </a:ext>
            </a:extLst>
          </p:cNvPr>
          <p:cNvSpPr>
            <a:spLocks xmlns:a="http://schemas.openxmlformats.org/drawingml/2006/main" noGrp="1"/>
          </p:cNvSpPr>
          <p:nvPr/>
        </p:nvSpPr>
        <p:spPr>
          <a:xfrm xmlns:a="http://schemas.openxmlformats.org/drawingml/2006/main">
            <a:off x="419100" y="4178046"/>
            <a:ext cx="5460054" cy="2486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17C91"/>
                </a:solidFill>
                <a:latin typeface="Arial"/>
                <a:ea typeface="Arial"/>
                <a:cs typeface="Arial"/>
              </a:defRPr>
            </a:defPPr>
            <a:lvl1pPr>
              <a:defRPr sz="1350" b="0">
                <a:solidFill>
                  <a:srgbClr val="117C91"/>
                </a:solidFill>
                <a:latin typeface="Arial"/>
                <a:ea typeface="Arial"/>
                <a:cs typeface="Arial"/>
              </a:defRPr>
            </a:lvl1pPr>
            <a:lvl2pPr>
              <a:defRPr sz="1350" b="0">
                <a:solidFill>
                  <a:srgbClr val="117C91"/>
                </a:solidFill>
                <a:latin typeface="Arial"/>
                <a:ea typeface="Arial"/>
                <a:cs typeface="Arial"/>
              </a:defRPr>
            </a:lvl2pPr>
            <a:lvl3pPr>
              <a:defRPr sz="1350" b="0">
                <a:solidFill>
                  <a:srgbClr val="117C91"/>
                </a:solidFill>
                <a:latin typeface="Arial"/>
                <a:ea typeface="Arial"/>
                <a:cs typeface="Arial"/>
              </a:defRPr>
            </a:lvl3pPr>
            <a:lvl4pPr>
              <a:defRPr sz="1350" b="0">
                <a:solidFill>
                  <a:srgbClr val="117C91"/>
                </a:solidFill>
                <a:latin typeface="Arial"/>
                <a:ea typeface="Arial"/>
                <a:cs typeface="Arial"/>
              </a:defRPr>
            </a:lvl4pPr>
            <a:lvl5pPr>
              <a:defRPr sz="1350" b="0">
                <a:solidFill>
                  <a:srgbClr val="117C91"/>
                </a:solidFill>
                <a:latin typeface="Arial"/>
                <a:ea typeface="Arial"/>
                <a:cs typeface="Arial"/>
              </a:defRPr>
            </a:lvl5pPr>
            <a:lvl6pPr>
              <a:defRPr sz="1350" b="0">
                <a:solidFill>
                  <a:srgbClr val="117C91"/>
                </a:solidFill>
                <a:latin typeface="Arial"/>
                <a:ea typeface="Arial"/>
                <a:cs typeface="Arial"/>
              </a:defRPr>
            </a:lvl6pPr>
            <a:lvl7pPr>
              <a:defRPr sz="1350" b="0">
                <a:solidFill>
                  <a:srgbClr val="117C91"/>
                </a:solidFill>
                <a:latin typeface="Arial"/>
                <a:ea typeface="Arial"/>
                <a:cs typeface="Arial"/>
              </a:defRPr>
            </a:lvl7pPr>
            <a:lvl8pPr>
              <a:defRPr sz="1350" b="0">
                <a:solidFill>
                  <a:srgbClr val="117C91"/>
                </a:solidFill>
                <a:latin typeface="Arial"/>
                <a:ea typeface="Arial"/>
                <a:cs typeface="Arial"/>
              </a:defRPr>
            </a:lvl8pPr>
            <a:lvl9pPr>
              <a:defRPr sz="1350" b="0">
                <a:solidFill>
                  <a:srgbClr val="117C91"/>
                </a:solidFill>
                <a:latin typeface="Arial"/>
                <a:ea typeface="Arial"/>
                <a:cs typeface="Arial"/>
              </a:defRPr>
            </a:lvl9pPr>
          </a:lstStyle>
          <a:p xmlns:a="http://schemas.openxmlformats.org/drawingml/2006/main">
            <a:pPr>
              <a:buNone/>
              <a:defRPr sz="1350" b="0">
                <a:solidFill>
                  <a:srgbClr val="117C91"/>
                </a:solidFill>
                <a:latin typeface="Arial"/>
                <a:ea typeface="Arial"/>
                <a:cs typeface="Arial"/>
              </a:defRPr>
            </a:pPr>
            <a:r>
              <a:rPr sz="1350" b="0">
                <a:solidFill>
                  <a:srgbClr val="117C91"/>
                </a:solidFill>
                <a:latin typeface="Arial"/>
                <a:ea typeface="Arial"/>
                <a:cs typeface="Arial"/>
              </a:rPr>
              <a:t>Persistent threads avoid creating a new team for each simulation cycle.</a:t>
            </a:r>
          </a:p>
        </p:txBody>
      </p:sp>
    </p:spTree>
    <p:extLst>
      <p:ext uri="{BB962C8B-B14F-4D97-AF65-F5344CB8AC3E}">
        <p14:creationId xmlns:p14="http://schemas.microsoft.com/office/powerpoint/2010/main" val="915252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slide-4-text">
            <a:extLst xmlns:a="http://schemas.openxmlformats.org/drawingml/2006/main">
              <a:ext uri="{FF2B5EF4-FFF2-40B4-BE49-F238E27FC236}">
                <a16:creationId xmlns:a16="http://schemas.microsoft.com/office/drawing/2014/main" id="{44F3423B-7FBA-47DE-A368-390F79CAC332}"/>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4-text">
            <a:extLst xmlns:a="http://schemas.openxmlformats.org/drawingml/2006/main">
              <a:ext uri="{FF2B5EF4-FFF2-40B4-BE49-F238E27FC236}">
                <a16:creationId xmlns:a16="http://schemas.microsoft.com/office/drawing/2014/main" id="{5B34D687-BFE6-47FA-99F0-A8D12A5A1BD8}"/>
              </a:ext>
            </a:extLst>
          </p:cNvPr>
          <p:cNvSpPr>
            <a:spLocks xmlns:a="http://schemas.openxmlformats.org/drawingml/2006/main" noGrp="1"/>
          </p:cNvSpPr>
          <p:nvPr/>
        </p:nvSpPr>
        <p:spPr>
          <a:xfrm xmlns:a="http://schemas.openxmlformats.org/drawingml/2006/main">
            <a:off x="419100" y="451485"/>
            <a:ext cx="6838283"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The base returns every inferred nearest candidate</a:t>
            </a:r>
          </a:p>
        </p:txBody>
      </p:sp>
      <p:sp>
        <p:nvSpPr>
          <p:cNvPr id="3" name="">
            <a:extLst xmlns:a="http://schemas.openxmlformats.org/drawingml/2006/main">
              <a:ext uri="{FF2B5EF4-FFF2-40B4-BE49-F238E27FC236}">
                <a16:creationId xmlns:a16="http://schemas.microsoft.com/office/drawing/2014/main" id="{DA0C485E-411F-44D7-8AAF-703116F14174}"/>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4-text">
            <a:extLst xmlns:a="http://schemas.openxmlformats.org/drawingml/2006/main">
              <a:ext uri="{FF2B5EF4-FFF2-40B4-BE49-F238E27FC236}">
                <a16:creationId xmlns:a16="http://schemas.microsoft.com/office/drawing/2014/main" id="{EB823CB0-944E-4B34-8F43-D5F02CBBEC62}"/>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4-text">
            <a:extLst xmlns:a="http://schemas.openxmlformats.org/drawingml/2006/main">
              <a:ext uri="{FF2B5EF4-FFF2-40B4-BE49-F238E27FC236}">
                <a16:creationId xmlns:a16="http://schemas.microsoft.com/office/drawing/2014/main" id="{DF49DD09-2899-4E65-93EE-17195616761C}"/>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37AAC8F1-3823-4355-BD79-A8E0D08569A4}"/>
              </a:ext>
            </a:extLst>
          </p:cNvPr>
          <p:cNvSpPr>
            <a:spLocks xmlns:a="http://schemas.openxmlformats.org/drawingml/2006/main" noGrp="1"/>
          </p:cNvSpPr>
          <p:nvPr/>
        </p:nvSpPr>
        <p:spPr>
          <a:xfrm xmlns:a="http://schemas.openxmlformats.org/drawingml/2006/main">
            <a:off x="933450" y="1790700"/>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7" name="">
            <a:extLst xmlns:a="http://schemas.openxmlformats.org/drawingml/2006/main">
              <a:ext uri="{FF2B5EF4-FFF2-40B4-BE49-F238E27FC236}">
                <a16:creationId xmlns:a16="http://schemas.microsoft.com/office/drawing/2014/main" id="{F6C4E209-5643-462D-91DC-BF1E4B1285B9}"/>
              </a:ext>
            </a:extLst>
          </p:cNvPr>
          <p:cNvSpPr>
            <a:spLocks xmlns:a="http://schemas.openxmlformats.org/drawingml/2006/main" noGrp="1"/>
          </p:cNvSpPr>
          <p:nvPr/>
        </p:nvSpPr>
        <p:spPr>
          <a:xfrm xmlns:a="http://schemas.openxmlformats.org/drawingml/2006/main">
            <a:off x="933450" y="1790700"/>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8" name="">
            <a:extLst xmlns:a="http://schemas.openxmlformats.org/drawingml/2006/main">
              <a:ext uri="{FF2B5EF4-FFF2-40B4-BE49-F238E27FC236}">
                <a16:creationId xmlns:a16="http://schemas.microsoft.com/office/drawing/2014/main" id="{CA3DB757-34D5-4455-8DE3-034075B85041}"/>
              </a:ext>
            </a:extLst>
          </p:cNvPr>
          <p:cNvSpPr>
            <a:spLocks xmlns:a="http://schemas.openxmlformats.org/drawingml/2006/main" noGrp="1"/>
          </p:cNvSpPr>
          <p:nvPr/>
        </p:nvSpPr>
        <p:spPr>
          <a:xfrm xmlns:a="http://schemas.openxmlformats.org/drawingml/2006/main">
            <a:off x="752475" y="1609725"/>
            <a:ext cx="361950" cy="361950"/>
          </a:xfrm>
          <a:prstGeom xmlns:a="http://schemas.openxmlformats.org/drawingml/2006/main" prst="ellipse">
            <a:avLst/>
          </a:prstGeom>
          <a:solidFill xmlns:a="http://schemas.openxmlformats.org/drawingml/2006/main">
            <a:srgbClr val="D76B27"/>
          </a:solidFill>
          <a:ln xmlns:a="http://schemas.openxmlformats.org/drawingml/2006/main" w="19050">
            <a:solidFill>
              <a:srgbClr val="117C91"/>
            </a:solidFill>
          </a:ln>
        </p:spPr>
      </p:sp>
      <p:sp>
        <p:nvSpPr>
          <p:cNvPr id="9" name="slide-4-text">
            <a:extLst xmlns:a="http://schemas.openxmlformats.org/drawingml/2006/main">
              <a:ext uri="{FF2B5EF4-FFF2-40B4-BE49-F238E27FC236}">
                <a16:creationId xmlns:a16="http://schemas.microsoft.com/office/drawing/2014/main" id="{69810472-89CF-4656-B790-E3D4926D390F}"/>
              </a:ext>
            </a:extLst>
          </p:cNvPr>
          <p:cNvSpPr>
            <a:spLocks xmlns:a="http://schemas.openxmlformats.org/drawingml/2006/main" noGrp="1"/>
          </p:cNvSpPr>
          <p:nvPr/>
        </p:nvSpPr>
        <p:spPr>
          <a:xfrm xmlns:a="http://schemas.openxmlformats.org/drawingml/2006/main">
            <a:off x="885825" y="16828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buNone/>
              <a:defRPr sz="1200" b="0">
                <a:solidFill>
                  <a:srgbClr val="FFFFFF"/>
                </a:solidFill>
                <a:latin typeface="Arial"/>
                <a:ea typeface="Arial"/>
                <a:cs typeface="Arial"/>
              </a:defRPr>
            </a:pPr>
            <a:r>
              <a:rPr sz="1200" b="0">
                <a:solidFill>
                  <a:srgbClr val="FFFFFF"/>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C9F93B57-D483-4339-8963-EEAD3B66AAFE}"/>
              </a:ext>
            </a:extLst>
          </p:cNvPr>
          <p:cNvSpPr>
            <a:spLocks xmlns:a="http://schemas.openxmlformats.org/drawingml/2006/main" noGrp="1"/>
          </p:cNvSpPr>
          <p:nvPr/>
        </p:nvSpPr>
        <p:spPr>
          <a:xfrm xmlns:a="http://schemas.openxmlformats.org/drawingml/2006/main">
            <a:off x="1657350" y="1790700"/>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11" name="">
            <a:extLst xmlns:a="http://schemas.openxmlformats.org/drawingml/2006/main">
              <a:ext uri="{FF2B5EF4-FFF2-40B4-BE49-F238E27FC236}">
                <a16:creationId xmlns:a16="http://schemas.microsoft.com/office/drawing/2014/main" id="{0C1D6124-0A3B-42A6-825A-5D9D6168D48D}"/>
              </a:ext>
            </a:extLst>
          </p:cNvPr>
          <p:cNvSpPr>
            <a:spLocks xmlns:a="http://schemas.openxmlformats.org/drawingml/2006/main" noGrp="1"/>
          </p:cNvSpPr>
          <p:nvPr/>
        </p:nvSpPr>
        <p:spPr>
          <a:xfrm xmlns:a="http://schemas.openxmlformats.org/drawingml/2006/main">
            <a:off x="1657350" y="1790700"/>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12" name="">
            <a:extLst xmlns:a="http://schemas.openxmlformats.org/drawingml/2006/main">
              <a:ext uri="{FF2B5EF4-FFF2-40B4-BE49-F238E27FC236}">
                <a16:creationId xmlns:a16="http://schemas.microsoft.com/office/drawing/2014/main" id="{C7F666E1-3EE9-4DF2-9B47-A2DF8DFFBFE1}"/>
              </a:ext>
            </a:extLst>
          </p:cNvPr>
          <p:cNvSpPr>
            <a:spLocks xmlns:a="http://schemas.openxmlformats.org/drawingml/2006/main" noGrp="1"/>
          </p:cNvSpPr>
          <p:nvPr/>
        </p:nvSpPr>
        <p:spPr>
          <a:xfrm xmlns:a="http://schemas.openxmlformats.org/drawingml/2006/main">
            <a:off x="1476375" y="1609725"/>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13" name="slide-4-text">
            <a:extLst xmlns:a="http://schemas.openxmlformats.org/drawingml/2006/main">
              <a:ext uri="{FF2B5EF4-FFF2-40B4-BE49-F238E27FC236}">
                <a16:creationId xmlns:a16="http://schemas.microsoft.com/office/drawing/2014/main" id="{38779A4C-EB66-48A4-ABF0-535B3637E5D7}"/>
              </a:ext>
            </a:extLst>
          </p:cNvPr>
          <p:cNvSpPr>
            <a:spLocks xmlns:a="http://schemas.openxmlformats.org/drawingml/2006/main" noGrp="1"/>
          </p:cNvSpPr>
          <p:nvPr/>
        </p:nvSpPr>
        <p:spPr>
          <a:xfrm xmlns:a="http://schemas.openxmlformats.org/drawingml/2006/main">
            <a:off x="1609725" y="16828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D4CD453E-7793-4D99-995D-760359C0DBC7}"/>
              </a:ext>
            </a:extLst>
          </p:cNvPr>
          <p:cNvSpPr>
            <a:spLocks xmlns:a="http://schemas.openxmlformats.org/drawingml/2006/main" noGrp="1"/>
          </p:cNvSpPr>
          <p:nvPr/>
        </p:nvSpPr>
        <p:spPr>
          <a:xfrm xmlns:a="http://schemas.openxmlformats.org/drawingml/2006/main">
            <a:off x="2381250" y="1790700"/>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15" name="">
            <a:extLst xmlns:a="http://schemas.openxmlformats.org/drawingml/2006/main">
              <a:ext uri="{FF2B5EF4-FFF2-40B4-BE49-F238E27FC236}">
                <a16:creationId xmlns:a16="http://schemas.microsoft.com/office/drawing/2014/main" id="{F170F1E1-2ADE-4FAC-96C7-5A60D8B2BD01}"/>
              </a:ext>
            </a:extLst>
          </p:cNvPr>
          <p:cNvSpPr>
            <a:spLocks xmlns:a="http://schemas.openxmlformats.org/drawingml/2006/main" noGrp="1"/>
          </p:cNvSpPr>
          <p:nvPr/>
        </p:nvSpPr>
        <p:spPr>
          <a:xfrm xmlns:a="http://schemas.openxmlformats.org/drawingml/2006/main">
            <a:off x="2200275" y="1609725"/>
            <a:ext cx="361950" cy="361950"/>
          </a:xfrm>
          <a:prstGeom xmlns:a="http://schemas.openxmlformats.org/drawingml/2006/main" prst="ellipse">
            <a:avLst/>
          </a:prstGeom>
          <a:solidFill xmlns:a="http://schemas.openxmlformats.org/drawingml/2006/main">
            <a:srgbClr val="117C91"/>
          </a:solidFill>
          <a:ln xmlns:a="http://schemas.openxmlformats.org/drawingml/2006/main" w="19050">
            <a:solidFill>
              <a:srgbClr val="117C91"/>
            </a:solidFill>
          </a:ln>
        </p:spPr>
      </p:sp>
      <p:sp>
        <p:nvSpPr>
          <p:cNvPr id="16" name="slide-4-text">
            <a:extLst xmlns:a="http://schemas.openxmlformats.org/drawingml/2006/main">
              <a:ext uri="{FF2B5EF4-FFF2-40B4-BE49-F238E27FC236}">
                <a16:creationId xmlns:a16="http://schemas.microsoft.com/office/drawing/2014/main" id="{F35EF0B8-0A30-42E7-8B2A-85D8ED9C754D}"/>
              </a:ext>
            </a:extLst>
          </p:cNvPr>
          <p:cNvSpPr>
            <a:spLocks xmlns:a="http://schemas.openxmlformats.org/drawingml/2006/main" noGrp="1"/>
          </p:cNvSpPr>
          <p:nvPr/>
        </p:nvSpPr>
        <p:spPr>
          <a:xfrm xmlns:a="http://schemas.openxmlformats.org/drawingml/2006/main">
            <a:off x="2333625" y="16828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buNone/>
              <a:defRPr sz="1200" b="0">
                <a:solidFill>
                  <a:srgbClr val="FFFFFF"/>
                </a:solidFill>
                <a:latin typeface="Arial"/>
                <a:ea typeface="Arial"/>
                <a:cs typeface="Arial"/>
              </a:defRPr>
            </a:pPr>
            <a:r>
              <a:rPr sz="1200" b="0">
                <a:solidFill>
                  <a:srgbClr val="FFFFFF"/>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895EF887-2AE2-48BD-9055-676900620C90}"/>
              </a:ext>
            </a:extLst>
          </p:cNvPr>
          <p:cNvSpPr>
            <a:spLocks xmlns:a="http://schemas.openxmlformats.org/drawingml/2006/main" noGrp="1"/>
          </p:cNvSpPr>
          <p:nvPr/>
        </p:nvSpPr>
        <p:spPr>
          <a:xfrm xmlns:a="http://schemas.openxmlformats.org/drawingml/2006/main">
            <a:off x="933450" y="2514600"/>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18" name="">
            <a:extLst xmlns:a="http://schemas.openxmlformats.org/drawingml/2006/main">
              <a:ext uri="{FF2B5EF4-FFF2-40B4-BE49-F238E27FC236}">
                <a16:creationId xmlns:a16="http://schemas.microsoft.com/office/drawing/2014/main" id="{6A253CD2-B73C-4763-9203-1CEE9C2C84C1}"/>
              </a:ext>
            </a:extLst>
          </p:cNvPr>
          <p:cNvSpPr>
            <a:spLocks xmlns:a="http://schemas.openxmlformats.org/drawingml/2006/main" noGrp="1"/>
          </p:cNvSpPr>
          <p:nvPr/>
        </p:nvSpPr>
        <p:spPr>
          <a:xfrm xmlns:a="http://schemas.openxmlformats.org/drawingml/2006/main">
            <a:off x="933450" y="2514600"/>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19" name="">
            <a:extLst xmlns:a="http://schemas.openxmlformats.org/drawingml/2006/main">
              <a:ext uri="{FF2B5EF4-FFF2-40B4-BE49-F238E27FC236}">
                <a16:creationId xmlns:a16="http://schemas.microsoft.com/office/drawing/2014/main" id="{94C2131E-606E-4B4A-9C3E-DED318A02F21}"/>
              </a:ext>
            </a:extLst>
          </p:cNvPr>
          <p:cNvSpPr>
            <a:spLocks xmlns:a="http://schemas.openxmlformats.org/drawingml/2006/main" noGrp="1"/>
          </p:cNvSpPr>
          <p:nvPr/>
        </p:nvSpPr>
        <p:spPr>
          <a:xfrm xmlns:a="http://schemas.openxmlformats.org/drawingml/2006/main">
            <a:off x="752475" y="2333625"/>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20" name="slide-4-text">
            <a:extLst xmlns:a="http://schemas.openxmlformats.org/drawingml/2006/main">
              <a:ext uri="{FF2B5EF4-FFF2-40B4-BE49-F238E27FC236}">
                <a16:creationId xmlns:a16="http://schemas.microsoft.com/office/drawing/2014/main" id="{F88C0AC8-7C79-4884-B6F2-9EAA2D077F5F}"/>
              </a:ext>
            </a:extLst>
          </p:cNvPr>
          <p:cNvSpPr>
            <a:spLocks xmlns:a="http://schemas.openxmlformats.org/drawingml/2006/main" noGrp="1"/>
          </p:cNvSpPr>
          <p:nvPr/>
        </p:nvSpPr>
        <p:spPr>
          <a:xfrm xmlns:a="http://schemas.openxmlformats.org/drawingml/2006/main">
            <a:off x="885825" y="24067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4D9AF993-74A9-4085-B201-1019700DBFE7}"/>
              </a:ext>
            </a:extLst>
          </p:cNvPr>
          <p:cNvSpPr>
            <a:spLocks xmlns:a="http://schemas.openxmlformats.org/drawingml/2006/main" noGrp="1"/>
          </p:cNvSpPr>
          <p:nvPr/>
        </p:nvSpPr>
        <p:spPr>
          <a:xfrm xmlns:a="http://schemas.openxmlformats.org/drawingml/2006/main">
            <a:off x="1657350" y="2514600"/>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22" name="">
            <a:extLst xmlns:a="http://schemas.openxmlformats.org/drawingml/2006/main">
              <a:ext uri="{FF2B5EF4-FFF2-40B4-BE49-F238E27FC236}">
                <a16:creationId xmlns:a16="http://schemas.microsoft.com/office/drawing/2014/main" id="{55638AEB-9D8E-4B50-980F-C0D4ED21A89B}"/>
              </a:ext>
            </a:extLst>
          </p:cNvPr>
          <p:cNvSpPr>
            <a:spLocks xmlns:a="http://schemas.openxmlformats.org/drawingml/2006/main" noGrp="1"/>
          </p:cNvSpPr>
          <p:nvPr/>
        </p:nvSpPr>
        <p:spPr>
          <a:xfrm xmlns:a="http://schemas.openxmlformats.org/drawingml/2006/main">
            <a:off x="1657350" y="2514600"/>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23" name="">
            <a:extLst xmlns:a="http://schemas.openxmlformats.org/drawingml/2006/main">
              <a:ext uri="{FF2B5EF4-FFF2-40B4-BE49-F238E27FC236}">
                <a16:creationId xmlns:a16="http://schemas.microsoft.com/office/drawing/2014/main" id="{F45E52BF-3C0B-4778-AABD-08D7C09BD913}"/>
              </a:ext>
            </a:extLst>
          </p:cNvPr>
          <p:cNvSpPr>
            <a:spLocks xmlns:a="http://schemas.openxmlformats.org/drawingml/2006/main" noGrp="1"/>
          </p:cNvSpPr>
          <p:nvPr/>
        </p:nvSpPr>
        <p:spPr>
          <a:xfrm xmlns:a="http://schemas.openxmlformats.org/drawingml/2006/main">
            <a:off x="1476375" y="2333625"/>
            <a:ext cx="361950" cy="361950"/>
          </a:xfrm>
          <a:prstGeom xmlns:a="http://schemas.openxmlformats.org/drawingml/2006/main" prst="ellipse">
            <a:avLst/>
          </a:prstGeom>
          <a:solidFill xmlns:a="http://schemas.openxmlformats.org/drawingml/2006/main">
            <a:srgbClr val="117C91"/>
          </a:solidFill>
          <a:ln xmlns:a="http://schemas.openxmlformats.org/drawingml/2006/main" w="19050">
            <a:solidFill>
              <a:srgbClr val="117C91"/>
            </a:solidFill>
          </a:ln>
        </p:spPr>
      </p:sp>
      <p:sp>
        <p:nvSpPr>
          <p:cNvPr id="24" name="slide-4-text">
            <a:extLst xmlns:a="http://schemas.openxmlformats.org/drawingml/2006/main">
              <a:ext uri="{FF2B5EF4-FFF2-40B4-BE49-F238E27FC236}">
                <a16:creationId xmlns:a16="http://schemas.microsoft.com/office/drawing/2014/main" id="{80046166-665C-41EC-A7A4-89C8D0059BDE}"/>
              </a:ext>
            </a:extLst>
          </p:cNvPr>
          <p:cNvSpPr>
            <a:spLocks xmlns:a="http://schemas.openxmlformats.org/drawingml/2006/main" noGrp="1"/>
          </p:cNvSpPr>
          <p:nvPr/>
        </p:nvSpPr>
        <p:spPr>
          <a:xfrm xmlns:a="http://schemas.openxmlformats.org/drawingml/2006/main">
            <a:off x="1609725" y="24067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buNone/>
              <a:defRPr sz="1200" b="0">
                <a:solidFill>
                  <a:srgbClr val="FFFFFF"/>
                </a:solidFill>
                <a:latin typeface="Arial"/>
                <a:ea typeface="Arial"/>
                <a:cs typeface="Arial"/>
              </a:defRPr>
            </a:pPr>
            <a:r>
              <a:rPr sz="1200" b="0">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16926586-A2DD-441A-BC0A-8F1AA8452281}"/>
              </a:ext>
            </a:extLst>
          </p:cNvPr>
          <p:cNvSpPr>
            <a:spLocks xmlns:a="http://schemas.openxmlformats.org/drawingml/2006/main" noGrp="1"/>
          </p:cNvSpPr>
          <p:nvPr/>
        </p:nvSpPr>
        <p:spPr>
          <a:xfrm xmlns:a="http://schemas.openxmlformats.org/drawingml/2006/main">
            <a:off x="2381250" y="2514600"/>
            <a:ext cx="1905" cy="723900"/>
          </a:xfrm>
          <a:custGeom xmlns:a="http://schemas.openxmlformats.org/drawingml/2006/main">
            <a:pathLst>
              <a:path w="1905" h="723900">
                <a:moveTo>
                  <a:pt x="0" y="0"/>
                </a:moveTo>
                <a:lnTo>
                  <a:pt x="0" y="723900"/>
                </a:lnTo>
              </a:path>
            </a:pathLst>
          </a:custGeom>
          <a:noFill xmlns:a="http://schemas.openxmlformats.org/drawingml/2006/main"/>
          <a:ln xmlns:a="http://schemas.openxmlformats.org/drawingml/2006/main" w="19050">
            <a:solidFill>
              <a:srgbClr val="52616E"/>
            </a:solidFill>
          </a:ln>
        </p:spPr>
      </p:sp>
      <p:sp>
        <p:nvSpPr>
          <p:cNvPr id="26" name="">
            <a:extLst xmlns:a="http://schemas.openxmlformats.org/drawingml/2006/main">
              <a:ext uri="{FF2B5EF4-FFF2-40B4-BE49-F238E27FC236}">
                <a16:creationId xmlns:a16="http://schemas.microsoft.com/office/drawing/2014/main" id="{525E0E2C-32BA-40A8-A846-7A91F91B113B}"/>
              </a:ext>
            </a:extLst>
          </p:cNvPr>
          <p:cNvSpPr>
            <a:spLocks xmlns:a="http://schemas.openxmlformats.org/drawingml/2006/main" noGrp="1"/>
          </p:cNvSpPr>
          <p:nvPr/>
        </p:nvSpPr>
        <p:spPr>
          <a:xfrm xmlns:a="http://schemas.openxmlformats.org/drawingml/2006/main">
            <a:off x="2200275" y="2333625"/>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27" name="slide-4-text">
            <a:extLst xmlns:a="http://schemas.openxmlformats.org/drawingml/2006/main">
              <a:ext uri="{FF2B5EF4-FFF2-40B4-BE49-F238E27FC236}">
                <a16:creationId xmlns:a16="http://schemas.microsoft.com/office/drawing/2014/main" id="{1F590D04-D9C0-458D-92D5-9C5F5E728A0F}"/>
              </a:ext>
            </a:extLst>
          </p:cNvPr>
          <p:cNvSpPr>
            <a:spLocks xmlns:a="http://schemas.openxmlformats.org/drawingml/2006/main" noGrp="1"/>
          </p:cNvSpPr>
          <p:nvPr/>
        </p:nvSpPr>
        <p:spPr>
          <a:xfrm xmlns:a="http://schemas.openxmlformats.org/drawingml/2006/main">
            <a:off x="2333625" y="24067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8CEB33A4-CB29-4AF4-AA25-E047891C22CF}"/>
              </a:ext>
            </a:extLst>
          </p:cNvPr>
          <p:cNvSpPr>
            <a:spLocks xmlns:a="http://schemas.openxmlformats.org/drawingml/2006/main" noGrp="1"/>
          </p:cNvSpPr>
          <p:nvPr/>
        </p:nvSpPr>
        <p:spPr>
          <a:xfrm xmlns:a="http://schemas.openxmlformats.org/drawingml/2006/main">
            <a:off x="933450" y="3238500"/>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29" name="">
            <a:extLst xmlns:a="http://schemas.openxmlformats.org/drawingml/2006/main">
              <a:ext uri="{FF2B5EF4-FFF2-40B4-BE49-F238E27FC236}">
                <a16:creationId xmlns:a16="http://schemas.microsoft.com/office/drawing/2014/main" id="{972D0B56-032F-4FC4-A13D-9A15438F6039}"/>
              </a:ext>
            </a:extLst>
          </p:cNvPr>
          <p:cNvSpPr>
            <a:spLocks xmlns:a="http://schemas.openxmlformats.org/drawingml/2006/main" noGrp="1"/>
          </p:cNvSpPr>
          <p:nvPr/>
        </p:nvSpPr>
        <p:spPr>
          <a:xfrm xmlns:a="http://schemas.openxmlformats.org/drawingml/2006/main">
            <a:off x="752475" y="3057525"/>
            <a:ext cx="361950" cy="361950"/>
          </a:xfrm>
          <a:prstGeom xmlns:a="http://schemas.openxmlformats.org/drawingml/2006/main" prst="ellipse">
            <a:avLst/>
          </a:prstGeom>
          <a:solidFill xmlns:a="http://schemas.openxmlformats.org/drawingml/2006/main">
            <a:srgbClr val="117C91"/>
          </a:solidFill>
          <a:ln xmlns:a="http://schemas.openxmlformats.org/drawingml/2006/main" w="19050">
            <a:solidFill>
              <a:srgbClr val="117C91"/>
            </a:solidFill>
          </a:ln>
        </p:spPr>
      </p:sp>
      <p:sp>
        <p:nvSpPr>
          <p:cNvPr id="30" name="slide-4-text">
            <a:extLst xmlns:a="http://schemas.openxmlformats.org/drawingml/2006/main">
              <a:ext uri="{FF2B5EF4-FFF2-40B4-BE49-F238E27FC236}">
                <a16:creationId xmlns:a16="http://schemas.microsoft.com/office/drawing/2014/main" id="{67152643-8B8C-4EBB-A070-632046BFF507}"/>
              </a:ext>
            </a:extLst>
          </p:cNvPr>
          <p:cNvSpPr>
            <a:spLocks xmlns:a="http://schemas.openxmlformats.org/drawingml/2006/main" noGrp="1"/>
          </p:cNvSpPr>
          <p:nvPr/>
        </p:nvSpPr>
        <p:spPr>
          <a:xfrm xmlns:a="http://schemas.openxmlformats.org/drawingml/2006/main">
            <a:off x="885825" y="31306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buNone/>
              <a:defRPr sz="1200" b="0">
                <a:solidFill>
                  <a:srgbClr val="FFFFFF"/>
                </a:solidFill>
                <a:latin typeface="Arial"/>
                <a:ea typeface="Arial"/>
                <a:cs typeface="Arial"/>
              </a:defRPr>
            </a:pPr>
            <a:r>
              <a:rPr sz="1200" b="0">
                <a:solidFill>
                  <a:srgbClr val="FFFFFF"/>
                </a:solidFill>
                <a:latin typeface="Arial"/>
                <a:ea typeface="Arial"/>
                <a:cs typeface="Arial"/>
              </a:rPr>
              <a:t>6</a:t>
            </a:r>
          </a:p>
        </p:txBody>
      </p:sp>
      <p:sp>
        <p:nvSpPr>
          <p:cNvPr id="31" name="">
            <a:extLst xmlns:a="http://schemas.openxmlformats.org/drawingml/2006/main">
              <a:ext uri="{FF2B5EF4-FFF2-40B4-BE49-F238E27FC236}">
                <a16:creationId xmlns:a16="http://schemas.microsoft.com/office/drawing/2014/main" id="{C78F678A-C2F2-4E93-BAF8-45B27E34740C}"/>
              </a:ext>
            </a:extLst>
          </p:cNvPr>
          <p:cNvSpPr>
            <a:spLocks xmlns:a="http://schemas.openxmlformats.org/drawingml/2006/main" noGrp="1"/>
          </p:cNvSpPr>
          <p:nvPr/>
        </p:nvSpPr>
        <p:spPr>
          <a:xfrm xmlns:a="http://schemas.openxmlformats.org/drawingml/2006/main">
            <a:off x="1657350" y="3238500"/>
            <a:ext cx="723900" cy="1905"/>
          </a:xfrm>
          <a:custGeom xmlns:a="http://schemas.openxmlformats.org/drawingml/2006/main">
            <a:pathLst>
              <a:path w="723900" h="1905">
                <a:moveTo>
                  <a:pt x="0" y="0"/>
                </a:moveTo>
                <a:lnTo>
                  <a:pt x="723900" y="0"/>
                </a:lnTo>
              </a:path>
            </a:pathLst>
          </a:custGeom>
          <a:noFill xmlns:a="http://schemas.openxmlformats.org/drawingml/2006/main"/>
          <a:ln xmlns:a="http://schemas.openxmlformats.org/drawingml/2006/main" w="19050">
            <a:solidFill>
              <a:srgbClr val="52616E"/>
            </a:solidFill>
          </a:ln>
        </p:spPr>
      </p:sp>
      <p:sp>
        <p:nvSpPr>
          <p:cNvPr id="32" name="">
            <a:extLst xmlns:a="http://schemas.openxmlformats.org/drawingml/2006/main">
              <a:ext uri="{FF2B5EF4-FFF2-40B4-BE49-F238E27FC236}">
                <a16:creationId xmlns:a16="http://schemas.microsoft.com/office/drawing/2014/main" id="{0F5325B9-EC6A-4154-8732-A79ED3F4A444}"/>
              </a:ext>
            </a:extLst>
          </p:cNvPr>
          <p:cNvSpPr>
            <a:spLocks xmlns:a="http://schemas.openxmlformats.org/drawingml/2006/main" noGrp="1"/>
          </p:cNvSpPr>
          <p:nvPr/>
        </p:nvSpPr>
        <p:spPr>
          <a:xfrm xmlns:a="http://schemas.openxmlformats.org/drawingml/2006/main">
            <a:off x="1476375" y="3057525"/>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33" name="slide-4-text">
            <a:extLst xmlns:a="http://schemas.openxmlformats.org/drawingml/2006/main">
              <a:ext uri="{FF2B5EF4-FFF2-40B4-BE49-F238E27FC236}">
                <a16:creationId xmlns:a16="http://schemas.microsoft.com/office/drawing/2014/main" id="{1436D176-8E95-4F4A-814A-75FF365A547C}"/>
              </a:ext>
            </a:extLst>
          </p:cNvPr>
          <p:cNvSpPr>
            <a:spLocks xmlns:a="http://schemas.openxmlformats.org/drawingml/2006/main" noGrp="1"/>
          </p:cNvSpPr>
          <p:nvPr/>
        </p:nvSpPr>
        <p:spPr>
          <a:xfrm xmlns:a="http://schemas.openxmlformats.org/drawingml/2006/main">
            <a:off x="1609725" y="31306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7</a:t>
            </a:r>
          </a:p>
        </p:txBody>
      </p:sp>
      <p:sp>
        <p:nvSpPr>
          <p:cNvPr id="34" name="">
            <a:extLst xmlns:a="http://schemas.openxmlformats.org/drawingml/2006/main">
              <a:ext uri="{FF2B5EF4-FFF2-40B4-BE49-F238E27FC236}">
                <a16:creationId xmlns:a16="http://schemas.microsoft.com/office/drawing/2014/main" id="{2ED589B8-4AD1-4DF4-95EE-DEF7C48298B8}"/>
              </a:ext>
            </a:extLst>
          </p:cNvPr>
          <p:cNvSpPr>
            <a:spLocks xmlns:a="http://schemas.openxmlformats.org/drawingml/2006/main" noGrp="1"/>
          </p:cNvSpPr>
          <p:nvPr/>
        </p:nvSpPr>
        <p:spPr>
          <a:xfrm xmlns:a="http://schemas.openxmlformats.org/drawingml/2006/main">
            <a:off x="2200275" y="3057525"/>
            <a:ext cx="361950" cy="361950"/>
          </a:xfrm>
          <a:prstGeom xmlns:a="http://schemas.openxmlformats.org/drawingml/2006/main" prst="ellipse">
            <a:avLst/>
          </a:prstGeom>
          <a:solidFill xmlns:a="http://schemas.openxmlformats.org/drawingml/2006/main">
            <a:srgbClr val="EDF4F6"/>
          </a:solidFill>
          <a:ln xmlns:a="http://schemas.openxmlformats.org/drawingml/2006/main" w="19050">
            <a:solidFill>
              <a:srgbClr val="117C91"/>
            </a:solidFill>
          </a:ln>
        </p:spPr>
      </p:sp>
      <p:sp>
        <p:nvSpPr>
          <p:cNvPr id="35" name="slide-4-text">
            <a:extLst xmlns:a="http://schemas.openxmlformats.org/drawingml/2006/main">
              <a:ext uri="{FF2B5EF4-FFF2-40B4-BE49-F238E27FC236}">
                <a16:creationId xmlns:a16="http://schemas.microsoft.com/office/drawing/2014/main" id="{247CF66B-AB22-4E2B-8051-ABE667AD06C0}"/>
              </a:ext>
            </a:extLst>
          </p:cNvPr>
          <p:cNvSpPr>
            <a:spLocks xmlns:a="http://schemas.openxmlformats.org/drawingml/2006/main" noGrp="1"/>
          </p:cNvSpPr>
          <p:nvPr/>
        </p:nvSpPr>
        <p:spPr>
          <a:xfrm xmlns:a="http://schemas.openxmlformats.org/drawingml/2006/main">
            <a:off x="2333625" y="3130677"/>
            <a:ext cx="14188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22B40"/>
                </a:solidFill>
                <a:latin typeface="Arial"/>
                <a:ea typeface="Arial"/>
                <a:cs typeface="Arial"/>
              </a:defRPr>
            </a:defPPr>
            <a:lvl1pPr>
              <a:defRPr sz="1200" b="0">
                <a:solidFill>
                  <a:srgbClr val="122B40"/>
                </a:solidFill>
                <a:latin typeface="Arial"/>
                <a:ea typeface="Arial"/>
                <a:cs typeface="Arial"/>
              </a:defRPr>
            </a:lvl1pPr>
            <a:lvl2pPr>
              <a:defRPr sz="1200" b="0">
                <a:solidFill>
                  <a:srgbClr val="122B40"/>
                </a:solidFill>
                <a:latin typeface="Arial"/>
                <a:ea typeface="Arial"/>
                <a:cs typeface="Arial"/>
              </a:defRPr>
            </a:lvl2pPr>
            <a:lvl3pPr>
              <a:defRPr sz="1200" b="0">
                <a:solidFill>
                  <a:srgbClr val="122B40"/>
                </a:solidFill>
                <a:latin typeface="Arial"/>
                <a:ea typeface="Arial"/>
                <a:cs typeface="Arial"/>
              </a:defRPr>
            </a:lvl3pPr>
            <a:lvl4pPr>
              <a:defRPr sz="1200" b="0">
                <a:solidFill>
                  <a:srgbClr val="122B40"/>
                </a:solidFill>
                <a:latin typeface="Arial"/>
                <a:ea typeface="Arial"/>
                <a:cs typeface="Arial"/>
              </a:defRPr>
            </a:lvl4pPr>
            <a:lvl5pPr>
              <a:defRPr sz="1200" b="0">
                <a:solidFill>
                  <a:srgbClr val="122B40"/>
                </a:solidFill>
                <a:latin typeface="Arial"/>
                <a:ea typeface="Arial"/>
                <a:cs typeface="Arial"/>
              </a:defRPr>
            </a:lvl5pPr>
            <a:lvl6pPr>
              <a:defRPr sz="1200" b="0">
                <a:solidFill>
                  <a:srgbClr val="122B40"/>
                </a:solidFill>
                <a:latin typeface="Arial"/>
                <a:ea typeface="Arial"/>
                <a:cs typeface="Arial"/>
              </a:defRPr>
            </a:lvl6pPr>
            <a:lvl7pPr>
              <a:defRPr sz="1200" b="0">
                <a:solidFill>
                  <a:srgbClr val="122B40"/>
                </a:solidFill>
                <a:latin typeface="Arial"/>
                <a:ea typeface="Arial"/>
                <a:cs typeface="Arial"/>
              </a:defRPr>
            </a:lvl7pPr>
            <a:lvl8pPr>
              <a:defRPr sz="1200" b="0">
                <a:solidFill>
                  <a:srgbClr val="122B40"/>
                </a:solidFill>
                <a:latin typeface="Arial"/>
                <a:ea typeface="Arial"/>
                <a:cs typeface="Arial"/>
              </a:defRPr>
            </a:lvl8pPr>
            <a:lvl9pPr>
              <a:defRPr sz="1200" b="0">
                <a:solidFill>
                  <a:srgbClr val="122B40"/>
                </a:solidFill>
                <a:latin typeface="Arial"/>
                <a:ea typeface="Arial"/>
                <a:cs typeface="Arial"/>
              </a:defRPr>
            </a:lvl9pPr>
          </a:lstStyle>
          <a:p xmlns:a="http://schemas.openxmlformats.org/drawingml/2006/main">
            <a:pPr>
              <a:buNone/>
              <a:defRPr sz="1200" b="0">
                <a:solidFill>
                  <a:srgbClr val="122B40"/>
                </a:solidFill>
                <a:latin typeface="Arial"/>
                <a:ea typeface="Arial"/>
                <a:cs typeface="Arial"/>
              </a:defRPr>
            </a:pPr>
            <a:r>
              <a:rPr sz="1200" b="0">
                <a:solidFill>
                  <a:srgbClr val="122B40"/>
                </a:solidFill>
                <a:latin typeface="Arial"/>
                <a:ea typeface="Arial"/>
                <a:cs typeface="Arial"/>
              </a:rPr>
              <a:t>8</a:t>
            </a:r>
          </a:p>
        </p:txBody>
      </p:sp>
      <p:sp>
        <p:nvSpPr>
          <p:cNvPr id="36" name="slide-4-text">
            <a:extLst xmlns:a="http://schemas.openxmlformats.org/drawingml/2006/main">
              <a:ext uri="{FF2B5EF4-FFF2-40B4-BE49-F238E27FC236}">
                <a16:creationId xmlns:a16="http://schemas.microsoft.com/office/drawing/2014/main" id="{0BFBC138-7C80-4A9B-913A-8B0406AAEAFF}"/>
              </a:ext>
            </a:extLst>
          </p:cNvPr>
          <p:cNvSpPr>
            <a:spLocks xmlns:a="http://schemas.openxmlformats.org/drawingml/2006/main" noGrp="1"/>
          </p:cNvSpPr>
          <p:nvPr/>
        </p:nvSpPr>
        <p:spPr>
          <a:xfrm xmlns:a="http://schemas.openxmlformats.org/drawingml/2006/main">
            <a:off x="419100" y="3606927"/>
            <a:ext cx="1869948"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D76B27"/>
                </a:solidFill>
                <a:latin typeface="Arial"/>
                <a:ea typeface="Arial"/>
                <a:cs typeface="Arial"/>
              </a:defRPr>
            </a:defPPr>
            <a:lvl1pPr>
              <a:defRPr sz="1200" b="0">
                <a:solidFill>
                  <a:srgbClr val="D76B27"/>
                </a:solidFill>
                <a:latin typeface="Arial"/>
                <a:ea typeface="Arial"/>
                <a:cs typeface="Arial"/>
              </a:defRPr>
            </a:lvl1pPr>
            <a:lvl2pPr>
              <a:defRPr sz="1200" b="0">
                <a:solidFill>
                  <a:srgbClr val="D76B27"/>
                </a:solidFill>
                <a:latin typeface="Arial"/>
                <a:ea typeface="Arial"/>
                <a:cs typeface="Arial"/>
              </a:defRPr>
            </a:lvl2pPr>
            <a:lvl3pPr>
              <a:defRPr sz="1200" b="0">
                <a:solidFill>
                  <a:srgbClr val="D76B27"/>
                </a:solidFill>
                <a:latin typeface="Arial"/>
                <a:ea typeface="Arial"/>
                <a:cs typeface="Arial"/>
              </a:defRPr>
            </a:lvl3pPr>
            <a:lvl4pPr>
              <a:defRPr sz="1200" b="0">
                <a:solidFill>
                  <a:srgbClr val="D76B27"/>
                </a:solidFill>
                <a:latin typeface="Arial"/>
                <a:ea typeface="Arial"/>
                <a:cs typeface="Arial"/>
              </a:defRPr>
            </a:lvl4pPr>
            <a:lvl5pPr>
              <a:defRPr sz="1200" b="0">
                <a:solidFill>
                  <a:srgbClr val="D76B27"/>
                </a:solidFill>
                <a:latin typeface="Arial"/>
                <a:ea typeface="Arial"/>
                <a:cs typeface="Arial"/>
              </a:defRPr>
            </a:lvl5pPr>
            <a:lvl6pPr>
              <a:defRPr sz="1200" b="0">
                <a:solidFill>
                  <a:srgbClr val="D76B27"/>
                </a:solidFill>
                <a:latin typeface="Arial"/>
                <a:ea typeface="Arial"/>
                <a:cs typeface="Arial"/>
              </a:defRPr>
            </a:lvl6pPr>
            <a:lvl7pPr>
              <a:defRPr sz="1200" b="0">
                <a:solidFill>
                  <a:srgbClr val="D76B27"/>
                </a:solidFill>
                <a:latin typeface="Arial"/>
                <a:ea typeface="Arial"/>
                <a:cs typeface="Arial"/>
              </a:defRPr>
            </a:lvl7pPr>
            <a:lvl8pPr>
              <a:defRPr sz="1200" b="0">
                <a:solidFill>
                  <a:srgbClr val="D76B27"/>
                </a:solidFill>
                <a:latin typeface="Arial"/>
                <a:ea typeface="Arial"/>
                <a:cs typeface="Arial"/>
              </a:defRPr>
            </a:lvl8pPr>
            <a:lvl9pPr>
              <a:defRPr sz="1200" b="0">
                <a:solidFill>
                  <a:srgbClr val="D76B27"/>
                </a:solidFill>
                <a:latin typeface="Arial"/>
                <a:ea typeface="Arial"/>
                <a:cs typeface="Arial"/>
              </a:defRPr>
            </a:lvl9pPr>
          </a:lstStyle>
          <a:p xmlns:a="http://schemas.openxmlformats.org/drawingml/2006/main">
            <a:pPr>
              <a:buNone/>
              <a:defRPr sz="1200" b="0">
                <a:solidFill>
                  <a:srgbClr val="D76B27"/>
                </a:solidFill>
                <a:latin typeface="Arial"/>
                <a:ea typeface="Arial"/>
                <a:cs typeface="Arial"/>
              </a:defRPr>
            </a:pPr>
            <a:r>
              <a:rPr sz="1200" b="0">
                <a:solidFill>
                  <a:srgbClr val="D76B27"/>
                </a:solidFill>
                <a:latin typeface="Arial"/>
                <a:ea typeface="Arial"/>
                <a:cs typeface="Arial"/>
              </a:rPr>
              <a:t>Orange: reporting station 0</a:t>
            </a:r>
          </a:p>
        </p:txBody>
      </p:sp>
      <p:sp>
        <p:nvSpPr>
          <p:cNvPr id="37" name="slide-4-text">
            <a:extLst xmlns:a="http://schemas.openxmlformats.org/drawingml/2006/main">
              <a:ext uri="{FF2B5EF4-FFF2-40B4-BE49-F238E27FC236}">
                <a16:creationId xmlns:a16="http://schemas.microsoft.com/office/drawing/2014/main" id="{87B7AC4D-C90C-4A4A-8A90-E0A45373E95E}"/>
              </a:ext>
            </a:extLst>
          </p:cNvPr>
          <p:cNvSpPr>
            <a:spLocks xmlns:a="http://schemas.openxmlformats.org/drawingml/2006/main" noGrp="1"/>
          </p:cNvSpPr>
          <p:nvPr/>
        </p:nvSpPr>
        <p:spPr>
          <a:xfrm xmlns:a="http://schemas.openxmlformats.org/drawingml/2006/main">
            <a:off x="419100" y="3883152"/>
            <a:ext cx="2352904"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117C91"/>
                </a:solidFill>
                <a:latin typeface="Arial"/>
                <a:ea typeface="Arial"/>
                <a:cs typeface="Arial"/>
              </a:defRPr>
            </a:defPPr>
            <a:lvl1pPr>
              <a:defRPr sz="1200" b="0">
                <a:solidFill>
                  <a:srgbClr val="117C91"/>
                </a:solidFill>
                <a:latin typeface="Arial"/>
                <a:ea typeface="Arial"/>
                <a:cs typeface="Arial"/>
              </a:defRPr>
            </a:lvl1pPr>
            <a:lvl2pPr>
              <a:defRPr sz="1200" b="0">
                <a:solidFill>
                  <a:srgbClr val="117C91"/>
                </a:solidFill>
                <a:latin typeface="Arial"/>
                <a:ea typeface="Arial"/>
                <a:cs typeface="Arial"/>
              </a:defRPr>
            </a:lvl2pPr>
            <a:lvl3pPr>
              <a:defRPr sz="1200" b="0">
                <a:solidFill>
                  <a:srgbClr val="117C91"/>
                </a:solidFill>
                <a:latin typeface="Arial"/>
                <a:ea typeface="Arial"/>
                <a:cs typeface="Arial"/>
              </a:defRPr>
            </a:lvl3pPr>
            <a:lvl4pPr>
              <a:defRPr sz="1200" b="0">
                <a:solidFill>
                  <a:srgbClr val="117C91"/>
                </a:solidFill>
                <a:latin typeface="Arial"/>
                <a:ea typeface="Arial"/>
                <a:cs typeface="Arial"/>
              </a:defRPr>
            </a:lvl4pPr>
            <a:lvl5pPr>
              <a:defRPr sz="1200" b="0">
                <a:solidFill>
                  <a:srgbClr val="117C91"/>
                </a:solidFill>
                <a:latin typeface="Arial"/>
                <a:ea typeface="Arial"/>
                <a:cs typeface="Arial"/>
              </a:defRPr>
            </a:lvl5pPr>
            <a:lvl6pPr>
              <a:defRPr sz="1200" b="0">
                <a:solidFill>
                  <a:srgbClr val="117C91"/>
                </a:solidFill>
                <a:latin typeface="Arial"/>
                <a:ea typeface="Arial"/>
                <a:cs typeface="Arial"/>
              </a:defRPr>
            </a:lvl6pPr>
            <a:lvl7pPr>
              <a:defRPr sz="1200" b="0">
                <a:solidFill>
                  <a:srgbClr val="117C91"/>
                </a:solidFill>
                <a:latin typeface="Arial"/>
                <a:ea typeface="Arial"/>
                <a:cs typeface="Arial"/>
              </a:defRPr>
            </a:lvl7pPr>
            <a:lvl8pPr>
              <a:defRPr sz="1200" b="0">
                <a:solidFill>
                  <a:srgbClr val="117C91"/>
                </a:solidFill>
                <a:latin typeface="Arial"/>
                <a:ea typeface="Arial"/>
                <a:cs typeface="Arial"/>
              </a:defRPr>
            </a:lvl8pPr>
            <a:lvl9pPr>
              <a:defRPr sz="1200" b="0">
                <a:solidFill>
                  <a:srgbClr val="117C91"/>
                </a:solidFill>
                <a:latin typeface="Arial"/>
                <a:ea typeface="Arial"/>
                <a:cs typeface="Arial"/>
              </a:defRPr>
            </a:lvl9pPr>
          </a:lstStyle>
          <a:p xmlns:a="http://schemas.openxmlformats.org/drawingml/2006/main">
            <a:pPr>
              <a:buNone/>
              <a:defRPr sz="1200" b="0">
                <a:solidFill>
                  <a:srgbClr val="117C91"/>
                </a:solidFill>
                <a:latin typeface="Arial"/>
                <a:ea typeface="Arial"/>
                <a:cs typeface="Arial"/>
              </a:defRPr>
            </a:pPr>
            <a:r>
              <a:rPr sz="1200" b="0">
                <a:solidFill>
                  <a:srgbClr val="117C91"/>
                </a:solidFill>
                <a:latin typeface="Arial"/>
                <a:ea typeface="Arial"/>
                <a:cs typeface="Arial"/>
              </a:rPr>
              <a:t>Teal: equal-distance nodes 2, 4, 6</a:t>
            </a:r>
          </a:p>
        </p:txBody>
      </p:sp>
      <p:sp>
        <p:nvSpPr>
          <p:cNvPr id="38" name="slide-4-text">
            <a:extLst xmlns:a="http://schemas.openxmlformats.org/drawingml/2006/main">
              <a:ext uri="{FF2B5EF4-FFF2-40B4-BE49-F238E27FC236}">
                <a16:creationId xmlns:a16="http://schemas.microsoft.com/office/drawing/2014/main" id="{8EE2CBFB-25E6-4917-BC9F-BC593C6159C6}"/>
              </a:ext>
            </a:extLst>
          </p:cNvPr>
          <p:cNvSpPr>
            <a:spLocks xmlns:a="http://schemas.openxmlformats.org/drawingml/2006/main" noGrp="1"/>
          </p:cNvSpPr>
          <p:nvPr/>
        </p:nvSpPr>
        <p:spPr>
          <a:xfrm xmlns:a="http://schemas.openxmlformats.org/drawingml/2006/main">
            <a:off x="3590925" y="120015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Receive the full batch, then update the cache.</a:t>
            </a:r>
          </a:p>
        </p:txBody>
      </p:sp>
      <p:sp>
        <p:nvSpPr>
          <p:cNvPr id="39" name="slide-4-text">
            <a:extLst xmlns:a="http://schemas.openxmlformats.org/drawingml/2006/main">
              <a:ext uri="{FF2B5EF4-FFF2-40B4-BE49-F238E27FC236}">
                <a16:creationId xmlns:a16="http://schemas.microsoft.com/office/drawing/2014/main" id="{2E4186AE-65C2-4E9A-9EE0-C27486EC36D8}"/>
              </a:ext>
            </a:extLst>
          </p:cNvPr>
          <p:cNvSpPr>
            <a:spLocks xmlns:a="http://schemas.openxmlformats.org/drawingml/2006/main" noGrp="1"/>
          </p:cNvSpPr>
          <p:nvPr/>
        </p:nvSpPr>
        <p:spPr>
          <a:xfrm xmlns:a="http://schemas.openxmlformats.org/drawingml/2006/main">
            <a:off x="3590925" y="15621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Search the two-hop frontier in the Task 2 example. Manhattan</a:t>
            </a:r>
          </a:p>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distance = 2.</a:t>
            </a:r>
          </a:p>
        </p:txBody>
      </p:sp>
      <p:sp>
        <p:nvSpPr>
          <p:cNvPr id="40" name="slide-4-text">
            <a:extLst xmlns:a="http://schemas.openxmlformats.org/drawingml/2006/main">
              <a:ext uri="{FF2B5EF4-FFF2-40B4-BE49-F238E27FC236}">
                <a16:creationId xmlns:a16="http://schemas.microsoft.com/office/drawing/2014/main" id="{1A6FE0EB-2267-49BB-864B-DC6E5CC948D8}"/>
              </a:ext>
            </a:extLst>
          </p:cNvPr>
          <p:cNvSpPr>
            <a:spLocks xmlns:a="http://schemas.openxmlformats.org/drawingml/2006/main" noGrp="1"/>
          </p:cNvSpPr>
          <p:nvPr/>
        </p:nvSpPr>
        <p:spPr>
          <a:xfrm xmlns:a="http://schemas.openxmlformats.org/drawingml/2006/main">
            <a:off x="3590925" y="215265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Exclude recent self-alerts and fresh low-capacity observations.</a:t>
            </a:r>
          </a:p>
        </p:txBody>
      </p:sp>
      <p:sp>
        <p:nvSpPr>
          <p:cNvPr id="41" name="slide-4-text">
            <a:extLst xmlns:a="http://schemas.openxmlformats.org/drawingml/2006/main">
              <a:ext uri="{FF2B5EF4-FFF2-40B4-BE49-F238E27FC236}">
                <a16:creationId xmlns:a16="http://schemas.microsoft.com/office/drawing/2014/main" id="{C74977B3-DB65-440A-89F3-14921BD58799}"/>
              </a:ext>
            </a:extLst>
          </p:cNvPr>
          <p:cNvSpPr>
            <a:spLocks xmlns:a="http://schemas.openxmlformats.org/drawingml/2006/main" noGrp="1"/>
          </p:cNvSpPr>
          <p:nvPr/>
        </p:nvSpPr>
        <p:spPr>
          <a:xfrm xmlns:a="http://schemas.openxmlformats.org/drawingml/2006/main">
            <a:off x="3590925" y="25146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Return all remaining ties, or an empty list. Silence permits inferred</a:t>
            </a:r>
          </a:p>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availability.</a:t>
            </a:r>
          </a:p>
        </p:txBody>
      </p:sp>
      <p:sp>
        <p:nvSpPr>
          <p:cNvPr id="42" name="slide-4-text">
            <a:extLst xmlns:a="http://schemas.openxmlformats.org/drawingml/2006/main">
              <a:ext uri="{FF2B5EF4-FFF2-40B4-BE49-F238E27FC236}">
                <a16:creationId xmlns:a16="http://schemas.microsoft.com/office/drawing/2014/main" id="{F2B54149-E6BB-4846-B91B-557FBF4F6C2A}"/>
              </a:ext>
            </a:extLst>
          </p:cNvPr>
          <p:cNvSpPr>
            <a:spLocks xmlns:a="http://schemas.openxmlformats.org/drawingml/2006/main" noGrp="1"/>
          </p:cNvSpPr>
          <p:nvPr/>
        </p:nvSpPr>
        <p:spPr>
          <a:xfrm xmlns:a="http://schemas.openxmlformats.org/drawingml/2006/main">
            <a:off x="3590925" y="310515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Expiry is configurable. No reservation or guaranteed capacity is</a:t>
            </a:r>
          </a:p>
          <a:p xmlns:a="http://schemas.openxmlformats.org/drawingml/2006/main">
            <a:pPr>
              <a:buNone/>
              <a:defRPr sz="1350" b="0">
                <a:solidFill>
                  <a:srgbClr val="122B40"/>
                </a:solidFill>
                <a:latin typeface="Arial"/>
                <a:ea typeface="Arial"/>
                <a:cs typeface="Arial"/>
              </a:defRPr>
            </a:pPr>
            <a:r>
              <a:rPr sz="1350" b="0">
                <a:solidFill>
                  <a:srgbClr val="122B40"/>
                </a:solidFill>
                <a:latin typeface="Arial"/>
                <a:ea typeface="Arial"/>
                <a:cs typeface="Arial"/>
              </a:rPr>
              <a:t>claimed.</a:t>
            </a:r>
          </a:p>
        </p:txBody>
      </p:sp>
    </p:spTree>
    <p:extLst>
      <p:ext uri="{BB962C8B-B14F-4D97-AF65-F5344CB8AC3E}">
        <p14:creationId xmlns:p14="http://schemas.microsoft.com/office/powerpoint/2010/main" val="12318432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5-text">
            <a:extLst xmlns:a="http://schemas.openxmlformats.org/drawingml/2006/main">
              <a:ext uri="{FF2B5EF4-FFF2-40B4-BE49-F238E27FC236}">
                <a16:creationId xmlns:a16="http://schemas.microsoft.com/office/drawing/2014/main" id="{2CFDBF8A-1137-4C04-9904-E8EBB2F1EA2E}"/>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5-text">
            <a:extLst xmlns:a="http://schemas.openxmlformats.org/drawingml/2006/main">
              <a:ext uri="{FF2B5EF4-FFF2-40B4-BE49-F238E27FC236}">
                <a16:creationId xmlns:a16="http://schemas.microsoft.com/office/drawing/2014/main" id="{A86D79EB-8542-485B-8697-B360B2578935}"/>
              </a:ext>
            </a:extLst>
          </p:cNvPr>
          <p:cNvSpPr>
            <a:spLocks xmlns:a="http://schemas.openxmlformats.org/drawingml/2006/main" noGrp="1"/>
          </p:cNvSpPr>
          <p:nvPr/>
        </p:nvSpPr>
        <p:spPr>
          <a:xfrm xmlns:a="http://schemas.openxmlformats.org/drawingml/2006/main">
            <a:off x="419100" y="451485"/>
            <a:ext cx="6076474"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Three versions preserve the same decisions</a:t>
            </a:r>
          </a:p>
        </p:txBody>
      </p:sp>
      <p:sp>
        <p:nvSpPr>
          <p:cNvPr id="3" name="">
            <a:extLst xmlns:a="http://schemas.openxmlformats.org/drawingml/2006/main">
              <a:ext uri="{FF2B5EF4-FFF2-40B4-BE49-F238E27FC236}">
                <a16:creationId xmlns:a16="http://schemas.microsoft.com/office/drawing/2014/main" id="{CACFBE3A-7D49-49D3-B845-287EAC9F4220}"/>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5-text">
            <a:extLst xmlns:a="http://schemas.openxmlformats.org/drawingml/2006/main">
              <a:ext uri="{FF2B5EF4-FFF2-40B4-BE49-F238E27FC236}">
                <a16:creationId xmlns:a16="http://schemas.microsoft.com/office/drawing/2014/main" id="{0E13EB7E-F089-436F-9DA8-0DD758664C2E}"/>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5-text">
            <a:extLst xmlns:a="http://schemas.openxmlformats.org/drawingml/2006/main">
              <a:ext uri="{FF2B5EF4-FFF2-40B4-BE49-F238E27FC236}">
                <a16:creationId xmlns:a16="http://schemas.microsoft.com/office/drawing/2014/main" id="{FC988991-7CAC-482E-B2CF-132CF9EED9FE}"/>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5</a:t>
            </a:r>
          </a:p>
        </p:txBody>
      </p:sp>
      <p:graphicFrame>
        <p:nvGraphicFramePr>
          <p:cNvPr id="6" name="">
            <a:extLst xmlns:a="http://schemas.openxmlformats.org/drawingml/2006/main">
              <a:ext uri="{FF2B5EF4-FFF2-40B4-BE49-F238E27FC236}">
                <a16:creationId xmlns:a16="http://schemas.microsoft.com/office/drawing/2014/main" id="{983C9A0B-93D2-4B10-8655-D42FCC898A4B}"/>
              </a:ext>
            </a:extLst>
          </p:cNvPr>
          <p:cNvGraphicFramePr/>
          <p:nvPr/>
        </p:nvGraphicFramePr>
        <p:xfrm>
          <a:off xmlns:a="http://schemas.openxmlformats.org/drawingml/2006/main" x="419100" y="1314450"/>
          <a:ext xmlns:a="http://schemas.openxmlformats.org/drawingml/2006/main" cx="8286750" cy="2571750"/>
        </p:xfrm>
        <a:graphic xmlns:a="http://schemas.openxmlformats.org/drawingml/2006/main">
          <a:graphicData uri="http://schemas.openxmlformats.org/drawingml/2006/table">
            <a:tbl>
              <a:tblPr/>
              <a:tblGrid>
                <a:gridCol w="904875"/>
                <a:gridCol w="2333625"/>
                <a:gridCol w="2952750"/>
                <a:gridCol w="2095500"/>
              </a:tblGrid>
              <a:tr h="457200">
                <a:tc>
                  <a:txBody>
                    <a:bodyPr lIns="66675" tIns="66675" rIns="66675" bIns="66675"/>
                    <a:lstStyle/>
                    <a:p>
                      <a:r>
                        <a:rPr sz="1200" b="1">
                          <a:solidFill>
                            <a:srgbClr val="122B40"/>
                          </a:solidFill>
                          <a:latin typeface="Arial"/>
                          <a:ea typeface="Arial"/>
                          <a:cs typeface="Arial"/>
                        </a:rPr>
                        <a:t>Version</a:t>
                      </a:r>
                    </a:p>
                  </a:txBody>
                  <a:tcPr marL="91440" marR="91440" marT="45720" marB="45720" anchor="ctr">
                    <a:solidFill>
                      <a:srgbClr val="EDF4F6"/>
                    </a:solidFill>
                  </a:tcPr>
                </a:tc>
                <a:tc>
                  <a:txBody>
                    <a:bodyPr lIns="66675" tIns="66675" rIns="66675" bIns="66675"/>
                    <a:lstStyle/>
                    <a:p>
                      <a:r>
                        <a:rPr sz="1200" b="1">
                          <a:solidFill>
                            <a:srgbClr val="122B40"/>
                          </a:solidFill>
                          <a:latin typeface="Arial"/>
                          <a:ea typeface="Arial"/>
                          <a:cs typeface="Arial"/>
                        </a:rPr>
                        <a:t>Neighbour exchanges</a:t>
                      </a:r>
                    </a:p>
                  </a:txBody>
                  <a:tcPr marL="91440" marR="91440" marT="45720" marB="45720" anchor="ctr">
                    <a:solidFill>
                      <a:srgbClr val="EDF4F6"/>
                    </a:solidFill>
                  </a:tcPr>
                </a:tc>
                <a:tc>
                  <a:txBody>
                    <a:bodyPr lIns="66675" tIns="66675" rIns="66675" bIns="66675"/>
                    <a:lstStyle/>
                    <a:p>
                      <a:r>
                        <a:rPr sz="1200" b="1">
                          <a:solidFill>
                            <a:srgbClr val="122B40"/>
                          </a:solidFill>
                          <a:latin typeface="Arial"/>
                          <a:ea typeface="Arial"/>
                          <a:cs typeface="Arial"/>
                        </a:rPr>
                        <a:t>Base communication</a:t>
                      </a:r>
                    </a:p>
                  </a:txBody>
                  <a:tcPr marL="91440" marR="91440" marT="45720" marB="45720" anchor="ctr">
                    <a:solidFill>
                      <a:srgbClr val="EDF4F6"/>
                    </a:solidFill>
                  </a:tcPr>
                </a:tc>
                <a:tc>
                  <a:txBody>
                    <a:bodyPr lIns="66675" tIns="66675" rIns="66675" bIns="66675"/>
                    <a:lstStyle/>
                    <a:p>
                      <a:r>
                        <a:rPr sz="1200" b="1">
                          <a:solidFill>
                            <a:srgbClr val="122B40"/>
                          </a:solidFill>
                          <a:latin typeface="Arial"/>
                          <a:ea typeface="Arial"/>
                          <a:cs typeface="Arial"/>
                        </a:rPr>
                        <a:t>Candidate work</a:t>
                      </a:r>
                    </a:p>
                  </a:txBody>
                  <a:tcPr marL="91440" marR="91440" marT="45720" marB="45720" anchor="ctr">
                    <a:solidFill>
                      <a:srgbClr val="EDF4F6"/>
                    </a:solidFill>
                  </a:tcPr>
                </a:tc>
              </a:tr>
              <a:tr h="704850">
                <a:tc>
                  <a:txBody>
                    <a:bodyPr lIns="66675" tIns="66675" rIns="66675" bIns="66675"/>
                    <a:lstStyle/>
                    <a:p>
                      <a:r>
                        <a:rPr sz="1200" b="0">
                          <a:solidFill>
                            <a:srgbClr val="122B40"/>
                          </a:solidFill>
                          <a:latin typeface="Arial"/>
                          <a:ea typeface="Arial"/>
                          <a:cs typeface="Arial"/>
                        </a:rPr>
                        <a:t>V0</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Blocking Sendrecv</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Rank-order Recv</a:t>
                      </a:r>
                    </a:p>
                    <a:p>
                      <a:r>
                        <a:rPr sz="1200" b="0">
                          <a:solidFill>
                            <a:srgbClr val="122B40"/>
                          </a:solidFill>
                          <a:latin typeface="Arial"/>
                          <a:ea typeface="Arial"/>
                          <a:cs typeface="Arial"/>
                        </a:rPr>
                        <a:t>Blocking Send</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Scan N nodes</a:t>
                      </a:r>
                    </a:p>
                  </a:txBody>
                  <a:tcPr marL="91440" marR="91440" marT="45720" marB="45720" anchor="ctr">
                    <a:solidFill>
                      <a:srgbClr val="FFFFFF"/>
                    </a:solidFill>
                  </a:tcPr>
                </a:tc>
              </a:tr>
              <a:tr h="704850">
                <a:tc>
                  <a:txBody>
                    <a:bodyPr lIns="66675" tIns="66675" rIns="66675" bIns="66675"/>
                    <a:lstStyle/>
                    <a:p>
                      <a:r>
                        <a:rPr sz="1200" b="0">
                          <a:solidFill>
                            <a:srgbClr val="122B40"/>
                          </a:solidFill>
                          <a:latin typeface="Arial"/>
                          <a:ea typeface="Arial"/>
                          <a:cs typeface="Arial"/>
                        </a:rPr>
                        <a:t>V1</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Irecv / Isend</a:t>
                      </a:r>
                    </a:p>
                    <a:p>
                      <a:r>
                        <a:rPr sz="1200" b="0">
                          <a:solidFill>
                            <a:srgbClr val="122B40"/>
                          </a:solidFill>
                          <a:latin typeface="Arial"/>
                          <a:ea typeface="Arial"/>
                          <a:cs typeface="Arial"/>
                        </a:rPr>
                        <a:t>Waitall</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Probe ANY_SOURCE</a:t>
                      </a:r>
                    </a:p>
                    <a:p>
                      <a:r>
                        <a:rPr sz="1200" b="0">
                          <a:solidFill>
                            <a:srgbClr val="122B40"/>
                          </a:solidFill>
                          <a:latin typeface="Arial"/>
                          <a:ea typeface="Arial"/>
                          <a:cs typeface="Arial"/>
                        </a:rPr>
                        <a:t>Blocking Send</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8 frontier offsets</a:t>
                      </a:r>
                    </a:p>
                  </a:txBody>
                  <a:tcPr marL="91440" marR="91440" marT="45720" marB="45720" anchor="ctr">
                    <a:solidFill>
                      <a:srgbClr val="FFFFFF"/>
                    </a:solidFill>
                  </a:tcPr>
                </a:tc>
              </a:tr>
              <a:tr h="704850">
                <a:tc>
                  <a:txBody>
                    <a:bodyPr lIns="66675" tIns="66675" rIns="66675" bIns="66675"/>
                    <a:lstStyle/>
                    <a:p>
                      <a:r>
                        <a:rPr sz="1200" b="0">
                          <a:solidFill>
                            <a:srgbClr val="122B40"/>
                          </a:solidFill>
                          <a:latin typeface="Arial"/>
                          <a:ea typeface="Arial"/>
                          <a:cs typeface="Arial"/>
                        </a:rPr>
                        <a:t>V2</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Irecv / Isend</a:t>
                      </a:r>
                    </a:p>
                    <a:p>
                      <a:r>
                        <a:rPr sz="1200" b="0">
                          <a:solidFill>
                            <a:srgbClr val="122B40"/>
                          </a:solidFill>
                          <a:latin typeface="Arial"/>
                          <a:ea typeface="Arial"/>
                          <a:cs typeface="Arial"/>
                        </a:rPr>
                        <a:t>Waitall</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Preposted Irecv</a:t>
                      </a:r>
                    </a:p>
                    <a:p>
                      <a:r>
                        <a:rPr sz="1200" b="0">
                          <a:solidFill>
                            <a:srgbClr val="122B40"/>
                          </a:solidFill>
                          <a:latin typeface="Arial"/>
                          <a:ea typeface="Arial"/>
                          <a:cs typeface="Arial"/>
                        </a:rPr>
                        <a:t>Batched Isend</a:t>
                      </a:r>
                    </a:p>
                  </a:txBody>
                  <a:tcPr marL="91440" marR="91440" marT="45720" marB="45720" anchor="ctr">
                    <a:solidFill>
                      <a:srgbClr val="FFFFFF"/>
                    </a:solidFill>
                  </a:tcPr>
                </a:tc>
                <a:tc>
                  <a:txBody>
                    <a:bodyPr lIns="66675" tIns="66675" rIns="66675" bIns="66675"/>
                    <a:lstStyle/>
                    <a:p>
                      <a:r>
                        <a:rPr sz="1200" b="0">
                          <a:solidFill>
                            <a:srgbClr val="122B40"/>
                          </a:solidFill>
                          <a:latin typeface="Arial"/>
                          <a:ea typeface="Arial"/>
                          <a:cs typeface="Arial"/>
                        </a:rPr>
                        <a:t>8 frontier offsets</a:t>
                      </a:r>
                    </a:p>
                  </a:txBody>
                  <a:tcPr marL="91440" marR="91440" marT="45720" marB="45720" anchor="ctr">
                    <a:solidFill>
                      <a:srgbClr val="FFFFFF"/>
                    </a:solidFill>
                  </a:tcPr>
                </a:tc>
              </a:tr>
            </a:tbl>
          </a:graphicData>
        </a:graphic>
      </p:graphicFrame>
      <p:sp>
        <p:nvSpPr>
          <p:cNvPr id="7" name="slide-5-text">
            <a:extLst xmlns:a="http://schemas.openxmlformats.org/drawingml/2006/main">
              <a:ext uri="{FF2B5EF4-FFF2-40B4-BE49-F238E27FC236}">
                <a16:creationId xmlns:a16="http://schemas.microsoft.com/office/drawing/2014/main" id="{173FFF8F-3DEA-4F81-B9ED-3A56E97EAC15}"/>
              </a:ext>
            </a:extLst>
          </p:cNvPr>
          <p:cNvSpPr>
            <a:spLocks xmlns:a="http://schemas.openxmlformats.org/drawingml/2006/main" noGrp="1"/>
          </p:cNvSpPr>
          <p:nvPr/>
        </p:nvSpPr>
        <p:spPr>
          <a:xfrm xmlns:a="http://schemas.openxmlformats.org/drawingml/2006/main">
            <a:off x="419100" y="4143375"/>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122B40"/>
                </a:solidFill>
                <a:latin typeface="Arial"/>
                <a:ea typeface="Arial"/>
                <a:cs typeface="Arial"/>
              </a:defRPr>
            </a:defPPr>
            <a:lvl1pPr>
              <a:defRPr sz="1275" b="0">
                <a:solidFill>
                  <a:srgbClr val="122B40"/>
                </a:solidFill>
                <a:latin typeface="Arial"/>
                <a:ea typeface="Arial"/>
                <a:cs typeface="Arial"/>
              </a:defRPr>
            </a:lvl1pPr>
            <a:lvl2pPr>
              <a:defRPr sz="1275" b="0">
                <a:solidFill>
                  <a:srgbClr val="122B40"/>
                </a:solidFill>
                <a:latin typeface="Arial"/>
                <a:ea typeface="Arial"/>
                <a:cs typeface="Arial"/>
              </a:defRPr>
            </a:lvl2pPr>
            <a:lvl3pPr>
              <a:defRPr sz="1275" b="0">
                <a:solidFill>
                  <a:srgbClr val="122B40"/>
                </a:solidFill>
                <a:latin typeface="Arial"/>
                <a:ea typeface="Arial"/>
                <a:cs typeface="Arial"/>
              </a:defRPr>
            </a:lvl3pPr>
            <a:lvl4pPr>
              <a:defRPr sz="1275" b="0">
                <a:solidFill>
                  <a:srgbClr val="122B40"/>
                </a:solidFill>
                <a:latin typeface="Arial"/>
                <a:ea typeface="Arial"/>
                <a:cs typeface="Arial"/>
              </a:defRPr>
            </a:lvl4pPr>
            <a:lvl5pPr>
              <a:defRPr sz="1275" b="0">
                <a:solidFill>
                  <a:srgbClr val="122B40"/>
                </a:solidFill>
                <a:latin typeface="Arial"/>
                <a:ea typeface="Arial"/>
                <a:cs typeface="Arial"/>
              </a:defRPr>
            </a:lvl5pPr>
            <a:lvl6pPr>
              <a:defRPr sz="1275" b="0">
                <a:solidFill>
                  <a:srgbClr val="122B40"/>
                </a:solidFill>
                <a:latin typeface="Arial"/>
                <a:ea typeface="Arial"/>
                <a:cs typeface="Arial"/>
              </a:defRPr>
            </a:lvl6pPr>
            <a:lvl7pPr>
              <a:defRPr sz="1275" b="0">
                <a:solidFill>
                  <a:srgbClr val="122B40"/>
                </a:solidFill>
                <a:latin typeface="Arial"/>
                <a:ea typeface="Arial"/>
                <a:cs typeface="Arial"/>
              </a:defRPr>
            </a:lvl7pPr>
            <a:lvl8pPr>
              <a:defRPr sz="1275" b="0">
                <a:solidFill>
                  <a:srgbClr val="122B40"/>
                </a:solidFill>
                <a:latin typeface="Arial"/>
                <a:ea typeface="Arial"/>
                <a:cs typeface="Arial"/>
              </a:defRPr>
            </a:lvl8pPr>
            <a:lvl9pPr>
              <a:defRPr sz="1275" b="0">
                <a:solidFill>
                  <a:srgbClr val="122B40"/>
                </a:solidFill>
                <a:latin typeface="Arial"/>
                <a:ea typeface="Arial"/>
                <a:cs typeface="Arial"/>
              </a:defRPr>
            </a:lvl9pPr>
          </a:lstStyle>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Selection work per alert falls from O(N) to O(1). Nonblocking operations allow concurrency, while Waitall</a:t>
            </a:r>
          </a:p>
          <a:p xmlns:a="http://schemas.openxmlformats.org/drawingml/2006/main">
            <a:pPr>
              <a:buNone/>
              <a:defRPr sz="1275" b="0">
                <a:solidFill>
                  <a:srgbClr val="122B40"/>
                </a:solidFill>
                <a:latin typeface="Arial"/>
                <a:ea typeface="Arial"/>
                <a:cs typeface="Arial"/>
              </a:defRPr>
            </a:pPr>
            <a:r>
              <a:rPr sz="1275" b="0">
                <a:solidFill>
                  <a:srgbClr val="122B40"/>
                </a:solidFill>
                <a:latin typeface="Arial"/>
                <a:ea typeface="Arial"/>
                <a:cs typeface="Arial"/>
              </a:rPr>
              <a:t>guarantees completion.</a:t>
            </a:r>
          </a:p>
        </p:txBody>
      </p:sp>
    </p:spTree>
    <p:extLst>
      <p:ext uri="{BB962C8B-B14F-4D97-AF65-F5344CB8AC3E}">
        <p14:creationId xmlns:p14="http://schemas.microsoft.com/office/powerpoint/2010/main" val="5764105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6-text">
            <a:extLst xmlns:a="http://schemas.openxmlformats.org/drawingml/2006/main">
              <a:ext uri="{FF2B5EF4-FFF2-40B4-BE49-F238E27FC236}">
                <a16:creationId xmlns:a16="http://schemas.microsoft.com/office/drawing/2014/main" id="{AA86D8B1-EF7F-4D75-A49B-4348F3605204}"/>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6-text">
            <a:extLst xmlns:a="http://schemas.openxmlformats.org/drawingml/2006/main">
              <a:ext uri="{FF2B5EF4-FFF2-40B4-BE49-F238E27FC236}">
                <a16:creationId xmlns:a16="http://schemas.microsoft.com/office/drawing/2014/main" id="{FAF73F7E-9689-48B9-A503-C1022461123D}"/>
              </a:ext>
            </a:extLst>
          </p:cNvPr>
          <p:cNvSpPr>
            <a:spLocks xmlns:a="http://schemas.openxmlformats.org/drawingml/2006/main" noGrp="1"/>
          </p:cNvSpPr>
          <p:nvPr/>
        </p:nvSpPr>
        <p:spPr>
          <a:xfrm xmlns:a="http://schemas.openxmlformats.org/drawingml/2006/main">
            <a:off x="419100" y="451485"/>
            <a:ext cx="7140035"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Timers measure local elapsed communication costs</a:t>
            </a:r>
          </a:p>
        </p:txBody>
      </p:sp>
      <p:sp>
        <p:nvSpPr>
          <p:cNvPr id="3" name="">
            <a:extLst xmlns:a="http://schemas.openxmlformats.org/drawingml/2006/main">
              <a:ext uri="{FF2B5EF4-FFF2-40B4-BE49-F238E27FC236}">
                <a16:creationId xmlns:a16="http://schemas.microsoft.com/office/drawing/2014/main" id="{17AB3F1D-6F4F-4131-93CC-1349A0549AB7}"/>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6-text">
            <a:extLst xmlns:a="http://schemas.openxmlformats.org/drawingml/2006/main">
              <a:ext uri="{FF2B5EF4-FFF2-40B4-BE49-F238E27FC236}">
                <a16:creationId xmlns:a16="http://schemas.microsoft.com/office/drawing/2014/main" id="{EB06FFF6-78D4-4BB1-986D-D86AEC9BB83D}"/>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6-text">
            <a:extLst xmlns:a="http://schemas.openxmlformats.org/drawingml/2006/main">
              <a:ext uri="{FF2B5EF4-FFF2-40B4-BE49-F238E27FC236}">
                <a16:creationId xmlns:a16="http://schemas.microsoft.com/office/drawing/2014/main" id="{A4DA7D62-8BEE-471F-B3B0-F3D654EFB755}"/>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6</a:t>
            </a:r>
          </a:p>
        </p:txBody>
      </p:sp>
      <p:sp>
        <p:nvSpPr>
          <p:cNvPr id="6" name="slide-6-text">
            <a:extLst xmlns:a="http://schemas.openxmlformats.org/drawingml/2006/main">
              <a:ext uri="{FF2B5EF4-FFF2-40B4-BE49-F238E27FC236}">
                <a16:creationId xmlns:a16="http://schemas.microsoft.com/office/drawing/2014/main" id="{4CEF0F61-A0B4-469B-B2A7-8C22D2426271}"/>
              </a:ext>
            </a:extLst>
          </p:cNvPr>
          <p:cNvSpPr>
            <a:spLocks xmlns:a="http://schemas.openxmlformats.org/drawingml/2006/main" noGrp="1"/>
          </p:cNvSpPr>
          <p:nvPr/>
        </p:nvSpPr>
        <p:spPr>
          <a:xfrm xmlns:a="http://schemas.openxmlformats.org/drawingml/2006/main">
            <a:off x="419100" y="12192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buNone/>
              <a:defRPr sz="1425" b="0">
                <a:solidFill>
                  <a:srgbClr val="122B40"/>
                </a:solidFill>
                <a:latin typeface="Arial"/>
                <a:ea typeface="Arial"/>
                <a:cs typeface="Arial"/>
              </a:defRPr>
            </a:pPr>
            <a:r>
              <a:rPr sz="1425" b="0">
                <a:solidFill>
                  <a:srgbClr val="122B40"/>
                </a:solidFill>
                <a:latin typeface="Arial"/>
                <a:ea typeface="Arial"/>
                <a:cs typeface="Arial"/>
              </a:rPr>
              <a:t>Local study: two TCP-connected containers on one shared 16-CPU host.</a:t>
            </a:r>
          </a:p>
        </p:txBody>
      </p:sp>
      <p:sp>
        <p:nvSpPr>
          <p:cNvPr id="7" name="slide-6-text">
            <a:extLst xmlns:a="http://schemas.openxmlformats.org/drawingml/2006/main">
              <a:ext uri="{FF2B5EF4-FFF2-40B4-BE49-F238E27FC236}">
                <a16:creationId xmlns:a16="http://schemas.microsoft.com/office/drawing/2014/main" id="{60CFBF87-2F6E-4C66-B001-F08D48065A0F}"/>
              </a:ext>
            </a:extLst>
          </p:cNvPr>
          <p:cNvSpPr>
            <a:spLocks xmlns:a="http://schemas.openxmlformats.org/drawingml/2006/main" noGrp="1"/>
          </p:cNvSpPr>
          <p:nvPr/>
        </p:nvSpPr>
        <p:spPr>
          <a:xfrm xmlns:a="http://schemas.openxmlformats.org/drawingml/2006/main">
            <a:off x="419100" y="16002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buNone/>
              <a:defRPr sz="1425" b="0">
                <a:solidFill>
                  <a:srgbClr val="122B40"/>
                </a:solidFill>
                <a:latin typeface="Arial"/>
                <a:ea typeface="Arial"/>
                <a:cs typeface="Arial"/>
              </a:defRPr>
            </a:pPr>
            <a:r>
              <a:rPr sz="1425" b="0">
                <a:solidFill>
                  <a:srgbClr val="122B40"/>
                </a:solidFill>
                <a:latin typeface="Arial"/>
                <a:ea typeface="Arial"/>
                <a:cs typeface="Arial"/>
              </a:rPr>
              <a:t>30 grid sizes and 30 line sizes x 3 variants x 3 launches = 540 runs.</a:t>
            </a:r>
          </a:p>
        </p:txBody>
      </p:sp>
      <p:sp>
        <p:nvSpPr>
          <p:cNvPr id="8" name="slide-6-text">
            <a:extLst xmlns:a="http://schemas.openxmlformats.org/drawingml/2006/main">
              <a:ext uri="{FF2B5EF4-FFF2-40B4-BE49-F238E27FC236}">
                <a16:creationId xmlns:a16="http://schemas.microsoft.com/office/drawing/2014/main" id="{679E8BB3-3097-4522-BB5E-18FCCE02516D}"/>
              </a:ext>
            </a:extLst>
          </p:cNvPr>
          <p:cNvSpPr>
            <a:spLocks xmlns:a="http://schemas.openxmlformats.org/drawingml/2006/main" noGrp="1"/>
          </p:cNvSpPr>
          <p:nvPr/>
        </p:nvSpPr>
        <p:spPr>
          <a:xfrm xmlns:a="http://schemas.openxmlformats.org/drawingml/2006/main">
            <a:off x="419100" y="19812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buNone/>
              <a:defRPr sz="1425" b="0">
                <a:solidFill>
                  <a:srgbClr val="122B40"/>
                </a:solidFill>
                <a:latin typeface="Arial"/>
                <a:ea typeface="Arial"/>
                <a:cs typeface="Arial"/>
              </a:defRPr>
            </a:pPr>
            <a:r>
              <a:rPr sz="1425" b="0">
                <a:solidFill>
                  <a:srgbClr val="122B40"/>
                </a:solidFill>
                <a:latin typeface="Arial"/>
                <a:ea typeface="Arial"/>
                <a:cs typeface="Arial"/>
              </a:rPr>
              <a:t>Two warmup cycles, six measured cycles, two port threads, mixed congestion.</a:t>
            </a:r>
          </a:p>
        </p:txBody>
      </p:sp>
      <p:sp>
        <p:nvSpPr>
          <p:cNvPr id="9" name="slide-6-text">
            <a:extLst xmlns:a="http://schemas.openxmlformats.org/drawingml/2006/main">
              <a:ext uri="{FF2B5EF4-FFF2-40B4-BE49-F238E27FC236}">
                <a16:creationId xmlns:a16="http://schemas.microsoft.com/office/drawing/2014/main" id="{95D36A73-DAF6-4123-9F44-57F74181699B}"/>
              </a:ext>
            </a:extLst>
          </p:cNvPr>
          <p:cNvSpPr>
            <a:spLocks xmlns:a="http://schemas.openxmlformats.org/drawingml/2006/main" noGrp="1"/>
          </p:cNvSpPr>
          <p:nvPr/>
        </p:nvSpPr>
        <p:spPr>
          <a:xfrm xmlns:a="http://schemas.openxmlformats.org/drawingml/2006/main">
            <a:off x="419100" y="23622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buNone/>
              <a:defRPr sz="1425" b="0">
                <a:solidFill>
                  <a:srgbClr val="122B40"/>
                </a:solidFill>
                <a:latin typeface="Arial"/>
                <a:ea typeface="Arial"/>
                <a:cs typeface="Arial"/>
              </a:defRPr>
            </a:pPr>
            <a:r>
              <a:rPr sz="1425" b="0">
                <a:solidFill>
                  <a:srgbClr val="122B40"/>
                </a:solidFill>
                <a:latin typeface="Arial"/>
                <a:ea typeface="Arial"/>
                <a:cs typeface="Arial"/>
              </a:rPr>
              <a:t>MPI_Wtime starts and stops on the same rank. No cross-host clock subtraction.</a:t>
            </a:r>
          </a:p>
        </p:txBody>
      </p:sp>
      <p:sp>
        <p:nvSpPr>
          <p:cNvPr id="10" name="slide-6-text">
            <a:extLst xmlns:a="http://schemas.openxmlformats.org/drawingml/2006/main">
              <a:ext uri="{FF2B5EF4-FFF2-40B4-BE49-F238E27FC236}">
                <a16:creationId xmlns:a16="http://schemas.microsoft.com/office/drawing/2014/main" id="{3CE8112E-BC6E-4C57-8AAD-E5C51DB804C5}"/>
              </a:ext>
            </a:extLst>
          </p:cNvPr>
          <p:cNvSpPr>
            <a:spLocks xmlns:a="http://schemas.openxmlformats.org/drawingml/2006/main" noGrp="1"/>
          </p:cNvSpPr>
          <p:nvPr/>
        </p:nvSpPr>
        <p:spPr>
          <a:xfrm xmlns:a="http://schemas.openxmlformats.org/drawingml/2006/main">
            <a:off x="419100" y="27432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buNone/>
              <a:defRPr sz="1425" b="0">
                <a:solidFill>
                  <a:srgbClr val="122B40"/>
                </a:solidFill>
                <a:latin typeface="Arial"/>
                <a:ea typeface="Arial"/>
                <a:cs typeface="Arial"/>
              </a:defRPr>
            </a:pPr>
            <a:r>
              <a:rPr sz="1425" b="0">
                <a:solidFill>
                  <a:srgbClr val="122B40"/>
                </a:solidFill>
                <a:latin typeface="Arial"/>
                <a:ea typeface="Arial"/>
                <a:cs typeface="Arial"/>
              </a:rPr>
              <a:t>Query/reply: phase completion. Alert send: MPI completion. Redirect: receive wait.</a:t>
            </a:r>
          </a:p>
        </p:txBody>
      </p:sp>
      <p:sp>
        <p:nvSpPr>
          <p:cNvPr id="11" name="slide-6-text">
            <a:extLst xmlns:a="http://schemas.openxmlformats.org/drawingml/2006/main">
              <a:ext uri="{FF2B5EF4-FFF2-40B4-BE49-F238E27FC236}">
                <a16:creationId xmlns:a16="http://schemas.microsoft.com/office/drawing/2014/main" id="{8EC7B6AD-32C6-4383-8601-7DA35CE33D0E}"/>
              </a:ext>
            </a:extLst>
          </p:cNvPr>
          <p:cNvSpPr>
            <a:spLocks xmlns:a="http://schemas.openxmlformats.org/drawingml/2006/main" noGrp="1"/>
          </p:cNvSpPr>
          <p:nvPr/>
        </p:nvSpPr>
        <p:spPr>
          <a:xfrm xmlns:a="http://schemas.openxmlformats.org/drawingml/2006/main">
            <a:off x="419100" y="31242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buNone/>
              <a:defRPr sz="1425" b="0">
                <a:solidFill>
                  <a:srgbClr val="122B40"/>
                </a:solidFill>
                <a:latin typeface="Arial"/>
                <a:ea typeface="Arial"/>
                <a:cs typeface="Arial"/>
              </a:defRPr>
            </a:pPr>
            <a:r>
              <a:rPr sz="1425" b="0">
                <a:solidFill>
                  <a:srgbClr val="122B40"/>
                </a:solidFill>
                <a:latin typeface="Arial"/>
                <a:ea typeface="Arial"/>
                <a:cs typeface="Arial"/>
              </a:rPr>
              <a:t>Round trip includes queueing and base computation. Raw rank-level records remain available.</a:t>
            </a:r>
          </a:p>
        </p:txBody>
      </p:sp>
      <p:sp>
        <p:nvSpPr>
          <p:cNvPr id="13" name="audit-updated-text">
            <a:extLst xmlns:a="http://schemas.openxmlformats.org/drawingml/2006/main">
              <a:ext uri="{FF2B5EF4-FFF2-40B4-BE49-F238E27FC236}">
                <a16:creationId xmlns:a16="http://schemas.microsoft.com/office/drawing/2014/main" id="{19ABB497-6BFE-44A9-9B21-EAC4DF444811}"/>
              </a:ext>
            </a:extLst>
          </p:cNvPr>
          <p:cNvSpPr>
            <a:spLocks xmlns:a="http://schemas.openxmlformats.org/drawingml/2006/main" noGrp="1"/>
          </p:cNvSpPr>
          <p:nvPr/>
        </p:nvSpPr>
        <p:spPr>
          <a:xfrm xmlns:a="http://schemas.openxmlformats.org/drawingml/2006/main">
            <a:off x="419100" y="372427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17C91"/>
                </a:solidFill>
                <a:latin typeface="Arial"/>
                <a:ea typeface="Arial"/>
                <a:cs typeface="Arial"/>
              </a:defRPr>
            </a:defPPr>
            <a:lvl1pPr>
              <a:defRPr sz="1425" b="0">
                <a:solidFill>
                  <a:srgbClr val="117C91"/>
                </a:solidFill>
                <a:latin typeface="Arial"/>
                <a:ea typeface="Arial"/>
                <a:cs typeface="Arial"/>
              </a:defRPr>
            </a:lvl1pPr>
            <a:lvl2pPr>
              <a:defRPr sz="1425" b="0">
                <a:solidFill>
                  <a:srgbClr val="117C91"/>
                </a:solidFill>
                <a:latin typeface="Arial"/>
                <a:ea typeface="Arial"/>
                <a:cs typeface="Arial"/>
              </a:defRPr>
            </a:lvl2pPr>
            <a:lvl3pPr>
              <a:defRPr sz="1425" b="0">
                <a:solidFill>
                  <a:srgbClr val="117C91"/>
                </a:solidFill>
                <a:latin typeface="Arial"/>
                <a:ea typeface="Arial"/>
                <a:cs typeface="Arial"/>
              </a:defRPr>
            </a:lvl3pPr>
            <a:lvl4pPr>
              <a:defRPr sz="1425" b="0">
                <a:solidFill>
                  <a:srgbClr val="117C91"/>
                </a:solidFill>
                <a:latin typeface="Arial"/>
                <a:ea typeface="Arial"/>
                <a:cs typeface="Arial"/>
              </a:defRPr>
            </a:lvl4pPr>
            <a:lvl5pPr>
              <a:defRPr sz="1425" b="0">
                <a:solidFill>
                  <a:srgbClr val="117C91"/>
                </a:solidFill>
                <a:latin typeface="Arial"/>
                <a:ea typeface="Arial"/>
                <a:cs typeface="Arial"/>
              </a:defRPr>
            </a:lvl5pPr>
            <a:lvl6pPr>
              <a:defRPr sz="1425" b="0">
                <a:solidFill>
                  <a:srgbClr val="117C91"/>
                </a:solidFill>
                <a:latin typeface="Arial"/>
                <a:ea typeface="Arial"/>
                <a:cs typeface="Arial"/>
              </a:defRPr>
            </a:lvl6pPr>
            <a:lvl7pPr>
              <a:defRPr sz="1425" b="0">
                <a:solidFill>
                  <a:srgbClr val="117C91"/>
                </a:solidFill>
                <a:latin typeface="Arial"/>
                <a:ea typeface="Arial"/>
                <a:cs typeface="Arial"/>
              </a:defRPr>
            </a:lvl7pPr>
            <a:lvl8pPr>
              <a:defRPr sz="1425" b="0">
                <a:solidFill>
                  <a:srgbClr val="117C91"/>
                </a:solidFill>
                <a:latin typeface="Arial"/>
                <a:ea typeface="Arial"/>
                <a:cs typeface="Arial"/>
              </a:defRPr>
            </a:lvl8pPr>
            <a:lvl9pPr>
              <a:defRPr sz="1425" b="0">
                <a:solidFill>
                  <a:srgbClr val="117C91"/>
                </a:solidFill>
                <a:latin typeface="Arial"/>
                <a:ea typeface="Arial"/>
                <a:cs typeface="Arial"/>
              </a:defRPr>
            </a:lvl9pPr>
          </a:lstStyle>
          <a:p xmlns:a="http://schemas.openxmlformats.org/drawingml/2006/main">
            <a:pPr>
              <a:defRPr sz="1425" b="0">
                <a:solidFill>
                  <a:srgbClr val="117C91"/>
                </a:solidFill>
                <a:latin typeface="Arial"/>
                <a:ea typeface="Arial"/>
                <a:cs typeface="Arial"/>
              </a:defRPr>
            </a:pPr>
            <a:r>
              <a:rPr sz="1425" b="0">
                <a:solidFill>
                  <a:srgbClr val="117C91"/>
                </a:solidFill>
                <a:latin typeface="Arial"/>
                <a:ea typeface="Arial"/>
                <a:cs typeface="Arial"/>
              </a:rPr>
              <a:t>CAAS job 199603: 90 scaling runs, 5 grids + 5 lines, two allocated compute nodes.</a:t>
            </a:r>
          </a:p>
        </p:txBody>
      </p:sp>
    </p:spTree>
    <p:extLst>
      <p:ext uri="{BB962C8B-B14F-4D97-AF65-F5344CB8AC3E}">
        <p14:creationId xmlns:p14="http://schemas.microsoft.com/office/powerpoint/2010/main" val="9952608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7-text">
            <a:extLst xmlns:a="http://schemas.openxmlformats.org/drawingml/2006/main">
              <a:ext uri="{FF2B5EF4-FFF2-40B4-BE49-F238E27FC236}">
                <a16:creationId xmlns:a16="http://schemas.microsoft.com/office/drawing/2014/main" id="{93849FDD-9AA3-45D7-95C7-21CF37F09E0C}"/>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7-text">
            <a:extLst xmlns:a="http://schemas.openxmlformats.org/drawingml/2006/main">
              <a:ext uri="{FF2B5EF4-FFF2-40B4-BE49-F238E27FC236}">
                <a16:creationId xmlns:a16="http://schemas.microsoft.com/office/drawing/2014/main" id="{FB67F05F-28AE-4DBC-A19D-3D2DD4B6EBF6}"/>
              </a:ext>
            </a:extLst>
          </p:cNvPr>
          <p:cNvSpPr>
            <a:spLocks xmlns:a="http://schemas.openxmlformats.org/drawingml/2006/main" noGrp="1"/>
          </p:cNvSpPr>
          <p:nvPr/>
        </p:nvSpPr>
        <p:spPr>
          <a:xfrm xmlns:a="http://schemas.openxmlformats.org/drawingml/2006/main">
            <a:off x="419100" y="451485"/>
            <a:ext cx="6806279"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Local grid scaling: bounded messages, increasing load</a:t>
            </a:r>
          </a:p>
        </p:txBody>
      </p:sp>
      <p:sp>
        <p:nvSpPr>
          <p:cNvPr id="3" name="">
            <a:extLst xmlns:a="http://schemas.openxmlformats.org/drawingml/2006/main">
              <a:ext uri="{FF2B5EF4-FFF2-40B4-BE49-F238E27FC236}">
                <a16:creationId xmlns:a16="http://schemas.microsoft.com/office/drawing/2014/main" id="{2CADFB47-C15E-46C0-9114-657EED4BBBDA}"/>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7-text">
            <a:extLst xmlns:a="http://schemas.openxmlformats.org/drawingml/2006/main">
              <a:ext uri="{FF2B5EF4-FFF2-40B4-BE49-F238E27FC236}">
                <a16:creationId xmlns:a16="http://schemas.microsoft.com/office/drawing/2014/main" id="{4B835BC4-2247-4A06-846C-2A4F5B9CD5EA}"/>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7-text">
            <a:extLst xmlns:a="http://schemas.openxmlformats.org/drawingml/2006/main">
              <a:ext uri="{FF2B5EF4-FFF2-40B4-BE49-F238E27FC236}">
                <a16:creationId xmlns:a16="http://schemas.microsoft.com/office/drawing/2014/main" id="{0DA727AD-65DA-4337-9C63-BE20D4FDC125}"/>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7</a:t>
            </a:r>
          </a:p>
        </p:txBody>
      </p:sp>
      <p:graphicFrame>
        <p:nvGraphicFramePr>
          <p:cNvPr id="6" name="Chart">
            <a:extLst xmlns:a="http://schemas.openxmlformats.org/drawingml/2006/main">
              <a:ext uri="{FF2B5EF4-FFF2-40B4-BE49-F238E27FC236}">
                <a16:creationId xmlns:a16="http://schemas.microsoft.com/office/drawing/2014/main" id="{F8A7EF7A-1043-492A-ADDE-9F17B557756D}"/>
              </a:ext>
            </a:extLst>
          </p:cNvPr>
          <p:cNvGraphicFramePr/>
          <p:nvPr/>
        </p:nvGraphicFramePr>
        <p:xfrm>
          <a:off xmlns:a="http://schemas.openxmlformats.org/drawingml/2006/main" x="333375" y="1028700"/>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f7d084be867d49e4"/>
          </a:graphicData>
        </a:graphic>
      </p:graphicFrame>
      <p:graphicFrame>
        <p:nvGraphicFramePr>
          <p:cNvPr id="7" name="Chart">
            <a:extLst xmlns:a="http://schemas.openxmlformats.org/drawingml/2006/main">
              <a:ext uri="{FF2B5EF4-FFF2-40B4-BE49-F238E27FC236}">
                <a16:creationId xmlns:a16="http://schemas.microsoft.com/office/drawing/2014/main" id="{9FF99B67-3DD3-4D39-98C5-C8197A558217}"/>
              </a:ext>
            </a:extLst>
          </p:cNvPr>
          <p:cNvGraphicFramePr/>
          <p:nvPr/>
        </p:nvGraphicFramePr>
        <p:xfrm>
          <a:off xmlns:a="http://schemas.openxmlformats.org/drawingml/2006/main" x="4629150" y="1028700"/>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9476d2d1ff28421f"/>
          </a:graphicData>
        </a:graphic>
      </p:graphicFrame>
      <p:graphicFrame>
        <p:nvGraphicFramePr>
          <p:cNvPr id="8" name="Chart">
            <a:extLst xmlns:a="http://schemas.openxmlformats.org/drawingml/2006/main">
              <a:ext uri="{FF2B5EF4-FFF2-40B4-BE49-F238E27FC236}">
                <a16:creationId xmlns:a16="http://schemas.microsoft.com/office/drawing/2014/main" id="{DD16B9AC-4494-4C43-A7B1-E0D112B96178}"/>
              </a:ext>
            </a:extLst>
          </p:cNvPr>
          <p:cNvGraphicFramePr/>
          <p:nvPr/>
        </p:nvGraphicFramePr>
        <p:xfrm>
          <a:off xmlns:a="http://schemas.openxmlformats.org/drawingml/2006/main" x="333375" y="2852738"/>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611fcb0c516346c5"/>
          </a:graphicData>
        </a:graphic>
      </p:graphicFrame>
      <p:graphicFrame>
        <p:nvGraphicFramePr>
          <p:cNvPr id="9" name="Chart">
            <a:extLst xmlns:a="http://schemas.openxmlformats.org/drawingml/2006/main">
              <a:ext uri="{FF2B5EF4-FFF2-40B4-BE49-F238E27FC236}">
                <a16:creationId xmlns:a16="http://schemas.microsoft.com/office/drawing/2014/main" id="{6A8409CA-4A4A-4CF0-A334-77B1AABF32B1}"/>
              </a:ext>
            </a:extLst>
          </p:cNvPr>
          <p:cNvGraphicFramePr/>
          <p:nvPr/>
        </p:nvGraphicFramePr>
        <p:xfrm>
          <a:off xmlns:a="http://schemas.openxmlformats.org/drawingml/2006/main" x="4629150" y="2852738"/>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0e8b725cb2914efe"/>
          </a:graphicData>
        </a:graphic>
      </p:graphicFrame>
      <p:sp>
        <p:nvSpPr>
          <p:cNvPr id="10" name="slide-7-text">
            <a:extLst xmlns:a="http://schemas.openxmlformats.org/drawingml/2006/main">
              <a:ext uri="{FF2B5EF4-FFF2-40B4-BE49-F238E27FC236}">
                <a16:creationId xmlns:a16="http://schemas.microsoft.com/office/drawing/2014/main" id="{C850B52E-C059-43A7-9313-5A71475AA77B}"/>
              </a:ext>
            </a:extLst>
          </p:cNvPr>
          <p:cNvSpPr>
            <a:spLocks xmlns:a="http://schemas.openxmlformats.org/drawingml/2006/main" noGrp="1"/>
          </p:cNvSpPr>
          <p:nvPr/>
        </p:nvSpPr>
        <p:spPr>
          <a:xfrm xmlns:a="http://schemas.openxmlformats.org/drawingml/2006/main">
            <a:off x="419100" y="4645914"/>
            <a:ext cx="4898212" cy="165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52616E"/>
                </a:solidFill>
                <a:latin typeface="Arial"/>
                <a:ea typeface="Arial"/>
                <a:cs typeface="Arial"/>
              </a:defRPr>
            </a:defPPr>
            <a:lvl1pPr>
              <a:defRPr sz="900" b="0">
                <a:solidFill>
                  <a:srgbClr val="52616E"/>
                </a:solidFill>
                <a:latin typeface="Arial"/>
                <a:ea typeface="Arial"/>
                <a:cs typeface="Arial"/>
              </a:defRPr>
            </a:lvl1pPr>
            <a:lvl2pPr>
              <a:defRPr sz="900" b="0">
                <a:solidFill>
                  <a:srgbClr val="52616E"/>
                </a:solidFill>
                <a:latin typeface="Arial"/>
                <a:ea typeface="Arial"/>
                <a:cs typeface="Arial"/>
              </a:defRPr>
            </a:lvl2pPr>
            <a:lvl3pPr>
              <a:defRPr sz="900" b="0">
                <a:solidFill>
                  <a:srgbClr val="52616E"/>
                </a:solidFill>
                <a:latin typeface="Arial"/>
                <a:ea typeface="Arial"/>
                <a:cs typeface="Arial"/>
              </a:defRPr>
            </a:lvl3pPr>
            <a:lvl4pPr>
              <a:defRPr sz="900" b="0">
                <a:solidFill>
                  <a:srgbClr val="52616E"/>
                </a:solidFill>
                <a:latin typeface="Arial"/>
                <a:ea typeface="Arial"/>
                <a:cs typeface="Arial"/>
              </a:defRPr>
            </a:lvl4pPr>
            <a:lvl5pPr>
              <a:defRPr sz="900" b="0">
                <a:solidFill>
                  <a:srgbClr val="52616E"/>
                </a:solidFill>
                <a:latin typeface="Arial"/>
                <a:ea typeface="Arial"/>
                <a:cs typeface="Arial"/>
              </a:defRPr>
            </a:lvl5pPr>
            <a:lvl6pPr>
              <a:defRPr sz="900" b="0">
                <a:solidFill>
                  <a:srgbClr val="52616E"/>
                </a:solidFill>
                <a:latin typeface="Arial"/>
                <a:ea typeface="Arial"/>
                <a:cs typeface="Arial"/>
              </a:defRPr>
            </a:lvl6pPr>
            <a:lvl7pPr>
              <a:defRPr sz="900" b="0">
                <a:solidFill>
                  <a:srgbClr val="52616E"/>
                </a:solidFill>
                <a:latin typeface="Arial"/>
                <a:ea typeface="Arial"/>
                <a:cs typeface="Arial"/>
              </a:defRPr>
            </a:lvl7pPr>
            <a:lvl8pPr>
              <a:defRPr sz="900" b="0">
                <a:solidFill>
                  <a:srgbClr val="52616E"/>
                </a:solidFill>
                <a:latin typeface="Arial"/>
                <a:ea typeface="Arial"/>
                <a:cs typeface="Arial"/>
              </a:defRPr>
            </a:lvl8pPr>
            <a:lvl9pPr>
              <a:defRPr sz="900" b="0">
                <a:solidFill>
                  <a:srgbClr val="52616E"/>
                </a:solidFill>
                <a:latin typeface="Arial"/>
                <a:ea typeface="Arial"/>
                <a:cs typeface="Arial"/>
              </a:defRPr>
            </a:lvl9pPr>
          </a:lstStyle>
          <a:p xmlns:a="http://schemas.openxmlformats.org/drawingml/2006/main">
            <a:pPr>
              <a:buNone/>
              <a:defRPr sz="900" b="0">
                <a:solidFill>
                  <a:srgbClr val="52616E"/>
                </a:solidFill>
                <a:latin typeface="Arial"/>
                <a:ea typeface="Arial"/>
                <a:cs typeface="Arial"/>
              </a:defRPr>
            </a:pPr>
            <a:r>
              <a:rPr sz="900" b="0">
                <a:solidFill>
                  <a:srgbClr val="52616E"/>
                </a:solidFill>
                <a:latin typeface="Arial"/>
                <a:ea typeface="Arial"/>
                <a:cs typeface="Arial"/>
              </a:rPr>
              <a:t>Selected V2, query: first five sizes 3312.2 us, last five 52526.6 us. Full ranges in appendix/CSV.</a:t>
            </a:r>
          </a:p>
        </p:txBody>
      </p:sp>
    </p:spTree>
    <p:extLst>
      <p:ext uri="{BB962C8B-B14F-4D97-AF65-F5344CB8AC3E}">
        <p14:creationId xmlns:p14="http://schemas.microsoft.com/office/powerpoint/2010/main" val="3898772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8-text">
            <a:extLst xmlns:a="http://schemas.openxmlformats.org/drawingml/2006/main">
              <a:ext uri="{FF2B5EF4-FFF2-40B4-BE49-F238E27FC236}">
                <a16:creationId xmlns:a16="http://schemas.microsoft.com/office/drawing/2014/main" id="{3160ADE5-FCA2-4039-96F0-B1C6DB874826}"/>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8-text">
            <a:extLst xmlns:a="http://schemas.openxmlformats.org/drawingml/2006/main">
              <a:ext uri="{FF2B5EF4-FFF2-40B4-BE49-F238E27FC236}">
                <a16:creationId xmlns:a16="http://schemas.microsoft.com/office/drawing/2014/main" id="{7E276C53-10C3-4EA2-BFF0-B6A3FF3F13B7}"/>
              </a:ext>
            </a:extLst>
          </p:cNvPr>
          <p:cNvSpPr>
            <a:spLocks xmlns:a="http://schemas.openxmlformats.org/drawingml/2006/main" noGrp="1"/>
          </p:cNvSpPr>
          <p:nvPr/>
        </p:nvSpPr>
        <p:spPr>
          <a:xfrm xmlns:a="http://schemas.openxmlformats.org/drawingml/2006/main">
            <a:off x="419100" y="451485"/>
            <a:ext cx="6806279"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Local line scaling: bounded messages, increasing load</a:t>
            </a:r>
          </a:p>
        </p:txBody>
      </p:sp>
      <p:sp>
        <p:nvSpPr>
          <p:cNvPr id="3" name="">
            <a:extLst xmlns:a="http://schemas.openxmlformats.org/drawingml/2006/main">
              <a:ext uri="{FF2B5EF4-FFF2-40B4-BE49-F238E27FC236}">
                <a16:creationId xmlns:a16="http://schemas.microsoft.com/office/drawing/2014/main" id="{0BDC4FBC-4D70-467B-8597-84916505A5E2}"/>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8-text">
            <a:extLst xmlns:a="http://schemas.openxmlformats.org/drawingml/2006/main">
              <a:ext uri="{FF2B5EF4-FFF2-40B4-BE49-F238E27FC236}">
                <a16:creationId xmlns:a16="http://schemas.microsoft.com/office/drawing/2014/main" id="{0D5E31D3-CE89-47B8-922A-0BEC38C60CA3}"/>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8-text">
            <a:extLst xmlns:a="http://schemas.openxmlformats.org/drawingml/2006/main">
              <a:ext uri="{FF2B5EF4-FFF2-40B4-BE49-F238E27FC236}">
                <a16:creationId xmlns:a16="http://schemas.microsoft.com/office/drawing/2014/main" id="{83CB0F71-8108-469C-98FC-20C6F3FAF6F0}"/>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8</a:t>
            </a:r>
          </a:p>
        </p:txBody>
      </p:sp>
      <p:graphicFrame>
        <p:nvGraphicFramePr>
          <p:cNvPr id="6" name="Chart">
            <a:extLst xmlns:a="http://schemas.openxmlformats.org/drawingml/2006/main">
              <a:ext uri="{FF2B5EF4-FFF2-40B4-BE49-F238E27FC236}">
                <a16:creationId xmlns:a16="http://schemas.microsoft.com/office/drawing/2014/main" id="{BCBDBEC8-2B0A-4A34-8EF4-29DB0BC4E35F}"/>
              </a:ext>
            </a:extLst>
          </p:cNvPr>
          <p:cNvGraphicFramePr/>
          <p:nvPr/>
        </p:nvGraphicFramePr>
        <p:xfrm>
          <a:off xmlns:a="http://schemas.openxmlformats.org/drawingml/2006/main" x="333375" y="1028700"/>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2cd5da8150984914"/>
          </a:graphicData>
        </a:graphic>
      </p:graphicFrame>
      <p:graphicFrame>
        <p:nvGraphicFramePr>
          <p:cNvPr id="7" name="Chart">
            <a:extLst xmlns:a="http://schemas.openxmlformats.org/drawingml/2006/main">
              <a:ext uri="{FF2B5EF4-FFF2-40B4-BE49-F238E27FC236}">
                <a16:creationId xmlns:a16="http://schemas.microsoft.com/office/drawing/2014/main" id="{316035EF-FC65-4AC1-AD6B-80CA7491FA5B}"/>
              </a:ext>
            </a:extLst>
          </p:cNvPr>
          <p:cNvGraphicFramePr/>
          <p:nvPr/>
        </p:nvGraphicFramePr>
        <p:xfrm>
          <a:off xmlns:a="http://schemas.openxmlformats.org/drawingml/2006/main" x="4629150" y="1028700"/>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af401b02535c4e4c"/>
          </a:graphicData>
        </a:graphic>
      </p:graphicFrame>
      <p:graphicFrame>
        <p:nvGraphicFramePr>
          <p:cNvPr id="8" name="Chart">
            <a:extLst xmlns:a="http://schemas.openxmlformats.org/drawingml/2006/main">
              <a:ext uri="{FF2B5EF4-FFF2-40B4-BE49-F238E27FC236}">
                <a16:creationId xmlns:a16="http://schemas.microsoft.com/office/drawing/2014/main" id="{C2242A88-1D75-499B-826F-3604BD9EA299}"/>
              </a:ext>
            </a:extLst>
          </p:cNvPr>
          <p:cNvGraphicFramePr/>
          <p:nvPr/>
        </p:nvGraphicFramePr>
        <p:xfrm>
          <a:off xmlns:a="http://schemas.openxmlformats.org/drawingml/2006/main" x="333375" y="2852738"/>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f413c4d90eb24a04"/>
          </a:graphicData>
        </a:graphic>
      </p:graphicFrame>
      <p:graphicFrame>
        <p:nvGraphicFramePr>
          <p:cNvPr id="9" name="Chart">
            <a:extLst xmlns:a="http://schemas.openxmlformats.org/drawingml/2006/main">
              <a:ext uri="{FF2B5EF4-FFF2-40B4-BE49-F238E27FC236}">
                <a16:creationId xmlns:a16="http://schemas.microsoft.com/office/drawing/2014/main" id="{9B90894D-D2D4-4B49-BCB7-16B84B148ADE}"/>
              </a:ext>
            </a:extLst>
          </p:cNvPr>
          <p:cNvGraphicFramePr/>
          <p:nvPr/>
        </p:nvGraphicFramePr>
        <p:xfrm>
          <a:off xmlns:a="http://schemas.openxmlformats.org/drawingml/2006/main" x="4629150" y="2852738"/>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d1e8c5823a6d4f8d"/>
          </a:graphicData>
        </a:graphic>
      </p:graphicFrame>
      <p:sp>
        <p:nvSpPr>
          <p:cNvPr id="10" name="slide-8-text">
            <a:extLst xmlns:a="http://schemas.openxmlformats.org/drawingml/2006/main">
              <a:ext uri="{FF2B5EF4-FFF2-40B4-BE49-F238E27FC236}">
                <a16:creationId xmlns:a16="http://schemas.microsoft.com/office/drawing/2014/main" id="{AED124D6-82E1-4580-AD83-E8931BDCD258}"/>
              </a:ext>
            </a:extLst>
          </p:cNvPr>
          <p:cNvSpPr>
            <a:spLocks xmlns:a="http://schemas.openxmlformats.org/drawingml/2006/main" noGrp="1"/>
          </p:cNvSpPr>
          <p:nvPr/>
        </p:nvSpPr>
        <p:spPr>
          <a:xfrm xmlns:a="http://schemas.openxmlformats.org/drawingml/2006/main">
            <a:off x="419100" y="4645914"/>
            <a:ext cx="4771111" cy="165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52616E"/>
                </a:solidFill>
                <a:latin typeface="Arial"/>
                <a:ea typeface="Arial"/>
                <a:cs typeface="Arial"/>
              </a:defRPr>
            </a:defPPr>
            <a:lvl1pPr>
              <a:defRPr sz="900" b="0">
                <a:solidFill>
                  <a:srgbClr val="52616E"/>
                </a:solidFill>
                <a:latin typeface="Arial"/>
                <a:ea typeface="Arial"/>
                <a:cs typeface="Arial"/>
              </a:defRPr>
            </a:lvl1pPr>
            <a:lvl2pPr>
              <a:defRPr sz="900" b="0">
                <a:solidFill>
                  <a:srgbClr val="52616E"/>
                </a:solidFill>
                <a:latin typeface="Arial"/>
                <a:ea typeface="Arial"/>
                <a:cs typeface="Arial"/>
              </a:defRPr>
            </a:lvl2pPr>
            <a:lvl3pPr>
              <a:defRPr sz="900" b="0">
                <a:solidFill>
                  <a:srgbClr val="52616E"/>
                </a:solidFill>
                <a:latin typeface="Arial"/>
                <a:ea typeface="Arial"/>
                <a:cs typeface="Arial"/>
              </a:defRPr>
            </a:lvl3pPr>
            <a:lvl4pPr>
              <a:defRPr sz="900" b="0">
                <a:solidFill>
                  <a:srgbClr val="52616E"/>
                </a:solidFill>
                <a:latin typeface="Arial"/>
                <a:ea typeface="Arial"/>
                <a:cs typeface="Arial"/>
              </a:defRPr>
            </a:lvl4pPr>
            <a:lvl5pPr>
              <a:defRPr sz="900" b="0">
                <a:solidFill>
                  <a:srgbClr val="52616E"/>
                </a:solidFill>
                <a:latin typeface="Arial"/>
                <a:ea typeface="Arial"/>
                <a:cs typeface="Arial"/>
              </a:defRPr>
            </a:lvl5pPr>
            <a:lvl6pPr>
              <a:defRPr sz="900" b="0">
                <a:solidFill>
                  <a:srgbClr val="52616E"/>
                </a:solidFill>
                <a:latin typeface="Arial"/>
                <a:ea typeface="Arial"/>
                <a:cs typeface="Arial"/>
              </a:defRPr>
            </a:lvl6pPr>
            <a:lvl7pPr>
              <a:defRPr sz="900" b="0">
                <a:solidFill>
                  <a:srgbClr val="52616E"/>
                </a:solidFill>
                <a:latin typeface="Arial"/>
                <a:ea typeface="Arial"/>
                <a:cs typeface="Arial"/>
              </a:defRPr>
            </a:lvl7pPr>
            <a:lvl8pPr>
              <a:defRPr sz="900" b="0">
                <a:solidFill>
                  <a:srgbClr val="52616E"/>
                </a:solidFill>
                <a:latin typeface="Arial"/>
                <a:ea typeface="Arial"/>
                <a:cs typeface="Arial"/>
              </a:defRPr>
            </a:lvl8pPr>
            <a:lvl9pPr>
              <a:defRPr sz="900" b="0">
                <a:solidFill>
                  <a:srgbClr val="52616E"/>
                </a:solidFill>
                <a:latin typeface="Arial"/>
                <a:ea typeface="Arial"/>
                <a:cs typeface="Arial"/>
              </a:defRPr>
            </a:lvl9pPr>
          </a:lstStyle>
          <a:p xmlns:a="http://schemas.openxmlformats.org/drawingml/2006/main">
            <a:pPr>
              <a:buNone/>
              <a:defRPr sz="900" b="0">
                <a:solidFill>
                  <a:srgbClr val="52616E"/>
                </a:solidFill>
                <a:latin typeface="Arial"/>
                <a:ea typeface="Arial"/>
                <a:cs typeface="Arial"/>
              </a:defRPr>
            </a:pPr>
            <a:r>
              <a:rPr sz="900" b="0">
                <a:solidFill>
                  <a:srgbClr val="52616E"/>
                </a:solidFill>
                <a:latin typeface="Arial"/>
                <a:ea typeface="Arial"/>
                <a:cs typeface="Arial"/>
              </a:rPr>
              <a:t>Selected V2, query: first five sizes 27.7 us, last five 28466.8 us. Full ranges in appendix/CSV.</a:t>
            </a:r>
          </a:p>
        </p:txBody>
      </p:sp>
    </p:spTree>
    <p:extLst>
      <p:ext uri="{BB962C8B-B14F-4D97-AF65-F5344CB8AC3E}">
        <p14:creationId xmlns:p14="http://schemas.microsoft.com/office/powerpoint/2010/main" val="447650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9-text">
            <a:extLst xmlns:a="http://schemas.openxmlformats.org/drawingml/2006/main">
              <a:ext uri="{FF2B5EF4-FFF2-40B4-BE49-F238E27FC236}">
                <a16:creationId xmlns:a16="http://schemas.microsoft.com/office/drawing/2014/main" id="{2769F3A3-D471-4E7E-9829-CE03579EFC74}"/>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9-text">
            <a:extLst xmlns:a="http://schemas.openxmlformats.org/drawingml/2006/main">
              <a:ext uri="{FF2B5EF4-FFF2-40B4-BE49-F238E27FC236}">
                <a16:creationId xmlns:a16="http://schemas.microsoft.com/office/drawing/2014/main" id="{48144457-5579-4C31-8F7F-5E06B7F485EF}"/>
              </a:ext>
            </a:extLst>
          </p:cNvPr>
          <p:cNvSpPr>
            <a:spLocks xmlns:a="http://schemas.openxmlformats.org/drawingml/2006/main" noGrp="1"/>
          </p:cNvSpPr>
          <p:nvPr/>
        </p:nvSpPr>
        <p:spPr>
          <a:xfrm xmlns:a="http://schemas.openxmlformats.org/drawingml/2006/main">
            <a:off x="419100" y="451485"/>
            <a:ext cx="6821424"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Local control traffic and measured delay</a:t>
            </a:r>
          </a:p>
        </p:txBody>
      </p:sp>
      <p:sp>
        <p:nvSpPr>
          <p:cNvPr id="3" name="">
            <a:extLst xmlns:a="http://schemas.openxmlformats.org/drawingml/2006/main">
              <a:ext uri="{FF2B5EF4-FFF2-40B4-BE49-F238E27FC236}">
                <a16:creationId xmlns:a16="http://schemas.microsoft.com/office/drawing/2014/main" id="{230581CF-71A7-4D89-9D5F-06B0CAC81970}"/>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9-text">
            <a:extLst xmlns:a="http://schemas.openxmlformats.org/drawingml/2006/main">
              <a:ext uri="{FF2B5EF4-FFF2-40B4-BE49-F238E27FC236}">
                <a16:creationId xmlns:a16="http://schemas.microsoft.com/office/drawing/2014/main" id="{F853D002-67C6-48B5-9296-2A2CDAC2B672}"/>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9-text">
            <a:extLst xmlns:a="http://schemas.openxmlformats.org/drawingml/2006/main">
              <a:ext uri="{FF2B5EF4-FFF2-40B4-BE49-F238E27FC236}">
                <a16:creationId xmlns:a16="http://schemas.microsoft.com/office/drawing/2014/main" id="{675D4B22-9AA9-4133-BE3E-EF3A9D288D27}"/>
              </a:ext>
            </a:extLst>
          </p:cNvPr>
          <p:cNvSpPr>
            <a:spLocks xmlns:a="http://schemas.openxmlformats.org/drawingml/2006/main" noGrp="1"/>
          </p:cNvSpPr>
          <p:nvPr/>
        </p:nvSpPr>
        <p:spPr>
          <a:xfrm xmlns:a="http://schemas.openxmlformats.org/drawingml/2006/main">
            <a:off x="8486775" y="4874895"/>
            <a:ext cx="110109"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9</a:t>
            </a:r>
          </a:p>
        </p:txBody>
      </p:sp>
      <p:graphicFrame>
        <p:nvGraphicFramePr>
          <p:cNvPr id="6" name="Chart">
            <a:extLst xmlns:a="http://schemas.openxmlformats.org/drawingml/2006/main">
              <a:ext uri="{FF2B5EF4-FFF2-40B4-BE49-F238E27FC236}">
                <a16:creationId xmlns:a16="http://schemas.microsoft.com/office/drawing/2014/main" id="{D1A91144-BEF9-465D-A4F8-BB9ABE2278BC}"/>
              </a:ext>
            </a:extLst>
          </p:cNvPr>
          <p:cNvGraphicFramePr/>
          <p:nvPr/>
        </p:nvGraphicFramePr>
        <p:xfrm>
          <a:off xmlns:a="http://schemas.openxmlformats.org/drawingml/2006/main" x="333375" y="1028700"/>
          <a:ext xmlns:a="http://schemas.openxmlformats.org/drawingml/2006/main" cx="2749550" cy="1709738"/>
        </p:xfrm>
        <a:graphic xmlns:a="http://schemas.openxmlformats.org/drawingml/2006/main">
          <a:graphicData uri="http://schemas.openxmlformats.org/drawingml/2006/chart">
            <c:chart xmlns:r="http://schemas.openxmlformats.org/officeDocument/2006/relationships" xmlns:c="http://schemas.openxmlformats.org/drawingml/2006/chart" r:id="R50e813090a714ba7"/>
          </a:graphicData>
        </a:graphic>
      </p:graphicFrame>
      <p:graphicFrame>
        <p:nvGraphicFramePr>
          <p:cNvPr id="7" name="Chart">
            <a:extLst xmlns:a="http://schemas.openxmlformats.org/drawingml/2006/main">
              <a:ext uri="{FF2B5EF4-FFF2-40B4-BE49-F238E27FC236}">
                <a16:creationId xmlns:a16="http://schemas.microsoft.com/office/drawing/2014/main" id="{15D34F20-3A8B-4FF2-87A2-0AA358B79AB5}"/>
              </a:ext>
            </a:extLst>
          </p:cNvPr>
          <p:cNvGraphicFramePr/>
          <p:nvPr/>
        </p:nvGraphicFramePr>
        <p:xfrm>
          <a:off xmlns:a="http://schemas.openxmlformats.org/drawingml/2006/main" x="3197225" y="1028700"/>
          <a:ext xmlns:a="http://schemas.openxmlformats.org/drawingml/2006/main" cx="2749550" cy="1709738"/>
        </p:xfrm>
        <a:graphic xmlns:a="http://schemas.openxmlformats.org/drawingml/2006/main">
          <a:graphicData uri="http://schemas.openxmlformats.org/drawingml/2006/chart">
            <c:chart xmlns:r="http://schemas.openxmlformats.org/officeDocument/2006/relationships" xmlns:c="http://schemas.openxmlformats.org/drawingml/2006/chart" r:id="R8f4bf92bac804d45"/>
          </a:graphicData>
        </a:graphic>
      </p:graphicFrame>
      <p:graphicFrame>
        <p:nvGraphicFramePr>
          <p:cNvPr id="8" name="Chart">
            <a:extLst xmlns:a="http://schemas.openxmlformats.org/drawingml/2006/main">
              <a:ext uri="{FF2B5EF4-FFF2-40B4-BE49-F238E27FC236}">
                <a16:creationId xmlns:a16="http://schemas.microsoft.com/office/drawing/2014/main" id="{8A3FAF6E-CE30-46E7-9D29-DDAFED588C79}"/>
              </a:ext>
            </a:extLst>
          </p:cNvPr>
          <p:cNvGraphicFramePr/>
          <p:nvPr/>
        </p:nvGraphicFramePr>
        <p:xfrm>
          <a:off xmlns:a="http://schemas.openxmlformats.org/drawingml/2006/main" x="6061075" y="1028700"/>
          <a:ext xmlns:a="http://schemas.openxmlformats.org/drawingml/2006/main" cx="2749550" cy="1709738"/>
        </p:xfrm>
        <a:graphic xmlns:a="http://schemas.openxmlformats.org/drawingml/2006/main">
          <a:graphicData uri="http://schemas.openxmlformats.org/drawingml/2006/chart">
            <c:chart xmlns:r="http://schemas.openxmlformats.org/officeDocument/2006/relationships" xmlns:c="http://schemas.openxmlformats.org/drawingml/2006/chart" r:id="Rd39719fa34c14ce2"/>
          </a:graphicData>
        </a:graphic>
      </p:graphicFrame>
      <p:graphicFrame>
        <p:nvGraphicFramePr>
          <p:cNvPr id="9" name="Chart">
            <a:extLst xmlns:a="http://schemas.openxmlformats.org/drawingml/2006/main">
              <a:ext uri="{FF2B5EF4-FFF2-40B4-BE49-F238E27FC236}">
                <a16:creationId xmlns:a16="http://schemas.microsoft.com/office/drawing/2014/main" id="{FC6CEC87-A6B6-49DF-9997-25FA1E2DCD65}"/>
              </a:ext>
            </a:extLst>
          </p:cNvPr>
          <p:cNvGraphicFramePr/>
          <p:nvPr/>
        </p:nvGraphicFramePr>
        <p:xfrm>
          <a:off xmlns:a="http://schemas.openxmlformats.org/drawingml/2006/main" x="333375" y="2852738"/>
          <a:ext xmlns:a="http://schemas.openxmlformats.org/drawingml/2006/main" cx="2749550" cy="1709738"/>
        </p:xfrm>
        <a:graphic xmlns:a="http://schemas.openxmlformats.org/drawingml/2006/main">
          <a:graphicData uri="http://schemas.openxmlformats.org/drawingml/2006/chart">
            <c:chart xmlns:r="http://schemas.openxmlformats.org/officeDocument/2006/relationships" xmlns:c="http://schemas.openxmlformats.org/drawingml/2006/chart" r:id="Racc69fb8ddf64c15"/>
          </a:graphicData>
        </a:graphic>
      </p:graphicFrame>
      <p:graphicFrame>
        <p:nvGraphicFramePr>
          <p:cNvPr id="10" name="Chart">
            <a:extLst xmlns:a="http://schemas.openxmlformats.org/drawingml/2006/main">
              <a:ext uri="{FF2B5EF4-FFF2-40B4-BE49-F238E27FC236}">
                <a16:creationId xmlns:a16="http://schemas.microsoft.com/office/drawing/2014/main" id="{34FD031E-3102-4A34-A89A-4BDCC8589A4C}"/>
              </a:ext>
            </a:extLst>
          </p:cNvPr>
          <p:cNvGraphicFramePr/>
          <p:nvPr/>
        </p:nvGraphicFramePr>
        <p:xfrm>
          <a:off xmlns:a="http://schemas.openxmlformats.org/drawingml/2006/main" x="3197225" y="2852738"/>
          <a:ext xmlns:a="http://schemas.openxmlformats.org/drawingml/2006/main" cx="2749550" cy="1709738"/>
        </p:xfrm>
        <a:graphic xmlns:a="http://schemas.openxmlformats.org/drawingml/2006/main">
          <a:graphicData uri="http://schemas.openxmlformats.org/drawingml/2006/chart">
            <c:chart xmlns:r="http://schemas.openxmlformats.org/officeDocument/2006/relationships" xmlns:c="http://schemas.openxmlformats.org/drawingml/2006/chart" r:id="Reffce987a51b44ed"/>
          </a:graphicData>
        </a:graphic>
      </p:graphicFrame>
      <p:graphicFrame>
        <p:nvGraphicFramePr>
          <p:cNvPr id="11" name="Chart">
            <a:extLst xmlns:a="http://schemas.openxmlformats.org/drawingml/2006/main">
              <a:ext uri="{FF2B5EF4-FFF2-40B4-BE49-F238E27FC236}">
                <a16:creationId xmlns:a16="http://schemas.microsoft.com/office/drawing/2014/main" id="{DB850836-0210-4AB5-B4FF-D2BB61692CC4}"/>
              </a:ext>
            </a:extLst>
          </p:cNvPr>
          <p:cNvGraphicFramePr/>
          <p:nvPr/>
        </p:nvGraphicFramePr>
        <p:xfrm>
          <a:off xmlns:a="http://schemas.openxmlformats.org/drawingml/2006/main" x="6061075" y="2852738"/>
          <a:ext xmlns:a="http://schemas.openxmlformats.org/drawingml/2006/main" cx="2749550" cy="1709738"/>
        </p:xfrm>
        <a:graphic xmlns:a="http://schemas.openxmlformats.org/drawingml/2006/main">
          <a:graphicData uri="http://schemas.openxmlformats.org/drawingml/2006/chart">
            <c:chart xmlns:r="http://schemas.openxmlformats.org/officeDocument/2006/relationships" xmlns:c="http://schemas.openxmlformats.org/drawingml/2006/chart" r:id="R3979a5dfb1044bbf"/>
          </a:graphicData>
        </a:graphic>
      </p:graphicFrame>
      <p:sp>
        <p:nvSpPr>
          <p:cNvPr id="12" name="slide-9-text">
            <a:extLst xmlns:a="http://schemas.openxmlformats.org/drawingml/2006/main">
              <a:ext uri="{FF2B5EF4-FFF2-40B4-BE49-F238E27FC236}">
                <a16:creationId xmlns:a16="http://schemas.microsoft.com/office/drawing/2014/main" id="{BA04E325-CA40-4F49-AF2C-EEDF367421EA}"/>
              </a:ext>
            </a:extLst>
          </p:cNvPr>
          <p:cNvSpPr>
            <a:spLocks xmlns:a="http://schemas.openxmlformats.org/drawingml/2006/main" noGrp="1"/>
          </p:cNvSpPr>
          <p:nvPr/>
        </p:nvSpPr>
        <p:spPr>
          <a:xfrm xmlns:a="http://schemas.openxmlformats.org/drawingml/2006/main">
            <a:off x="419100" y="4645914"/>
            <a:ext cx="6778562" cy="165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52616E"/>
                </a:solidFill>
                <a:latin typeface="Arial"/>
                <a:ea typeface="Arial"/>
                <a:cs typeface="Arial"/>
              </a:defRPr>
            </a:defPPr>
            <a:lvl1pPr>
              <a:defRPr sz="900" b="0">
                <a:solidFill>
                  <a:srgbClr val="52616E"/>
                </a:solidFill>
                <a:latin typeface="Arial"/>
                <a:ea typeface="Arial"/>
                <a:cs typeface="Arial"/>
              </a:defRPr>
            </a:lvl1pPr>
            <a:lvl2pPr>
              <a:defRPr sz="900" b="0">
                <a:solidFill>
                  <a:srgbClr val="52616E"/>
                </a:solidFill>
                <a:latin typeface="Arial"/>
                <a:ea typeface="Arial"/>
                <a:cs typeface="Arial"/>
              </a:defRPr>
            </a:lvl2pPr>
            <a:lvl3pPr>
              <a:defRPr sz="900" b="0">
                <a:solidFill>
                  <a:srgbClr val="52616E"/>
                </a:solidFill>
                <a:latin typeface="Arial"/>
                <a:ea typeface="Arial"/>
                <a:cs typeface="Arial"/>
              </a:defRPr>
            </a:lvl3pPr>
            <a:lvl4pPr>
              <a:defRPr sz="900" b="0">
                <a:solidFill>
                  <a:srgbClr val="52616E"/>
                </a:solidFill>
                <a:latin typeface="Arial"/>
                <a:ea typeface="Arial"/>
                <a:cs typeface="Arial"/>
              </a:defRPr>
            </a:lvl4pPr>
            <a:lvl5pPr>
              <a:defRPr sz="900" b="0">
                <a:solidFill>
                  <a:srgbClr val="52616E"/>
                </a:solidFill>
                <a:latin typeface="Arial"/>
                <a:ea typeface="Arial"/>
                <a:cs typeface="Arial"/>
              </a:defRPr>
            </a:lvl5pPr>
            <a:lvl6pPr>
              <a:defRPr sz="900" b="0">
                <a:solidFill>
                  <a:srgbClr val="52616E"/>
                </a:solidFill>
                <a:latin typeface="Arial"/>
                <a:ea typeface="Arial"/>
                <a:cs typeface="Arial"/>
              </a:defRPr>
            </a:lvl6pPr>
            <a:lvl7pPr>
              <a:defRPr sz="900" b="0">
                <a:solidFill>
                  <a:srgbClr val="52616E"/>
                </a:solidFill>
                <a:latin typeface="Arial"/>
                <a:ea typeface="Arial"/>
                <a:cs typeface="Arial"/>
              </a:defRPr>
            </a:lvl7pPr>
            <a:lvl8pPr>
              <a:defRPr sz="900" b="0">
                <a:solidFill>
                  <a:srgbClr val="52616E"/>
                </a:solidFill>
                <a:latin typeface="Arial"/>
                <a:ea typeface="Arial"/>
                <a:cs typeface="Arial"/>
              </a:defRPr>
            </a:lvl8pPr>
            <a:lvl9pPr>
              <a:defRPr sz="900" b="0">
                <a:solidFill>
                  <a:srgbClr val="52616E"/>
                </a:solidFill>
                <a:latin typeface="Arial"/>
                <a:ea typeface="Arial"/>
                <a:cs typeface="Arial"/>
              </a:defRPr>
            </a:lvl9pPr>
          </a:lstStyle>
          <a:p xmlns:a="http://schemas.openxmlformats.org/drawingml/2006/main">
            <a:pPr>
              <a:buNone/>
              <a:defRPr sz="900" b="0">
                <a:solidFill>
                  <a:srgbClr val="52616E"/>
                </a:solidFill>
                <a:latin typeface="Arial"/>
                <a:ea typeface="Arial"/>
                <a:cs typeface="Arial"/>
              </a:defRPr>
            </a:pPr>
            <a:r>
              <a:rPr sz="900" b="0">
                <a:solidFill>
                  <a:srgbClr val="52616E"/>
                </a:solidFill>
                <a:latin typeface="Arial"/>
                <a:ea typeface="Arial"/>
                <a:cs typeface="Arial"/>
              </a:rPr>
              <a:t>Broadcast/gather are collective elapsed times. ACK is sender completion. Every plotted category also has a detailed appendix graph.</a:t>
            </a:r>
          </a:p>
        </p:txBody>
      </p:sp>
    </p:spTree>
    <p:extLst>
      <p:ext uri="{BB962C8B-B14F-4D97-AF65-F5344CB8AC3E}">
        <p14:creationId xmlns:p14="http://schemas.microsoft.com/office/powerpoint/2010/main" val="8332732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0-text">
            <a:extLst xmlns:a="http://schemas.openxmlformats.org/drawingml/2006/main">
              <a:ext uri="{FF2B5EF4-FFF2-40B4-BE49-F238E27FC236}">
                <a16:creationId xmlns:a16="http://schemas.microsoft.com/office/drawing/2014/main" id="{6CB95A4E-CB3E-4A2D-A55A-A9DA6AA1281D}"/>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10-text">
            <a:extLst xmlns:a="http://schemas.openxmlformats.org/drawingml/2006/main">
              <a:ext uri="{FF2B5EF4-FFF2-40B4-BE49-F238E27FC236}">
                <a16:creationId xmlns:a16="http://schemas.microsoft.com/office/drawing/2014/main" id="{97779DA7-D114-49D9-AF13-048D23B7B8A5}"/>
              </a:ext>
            </a:extLst>
          </p:cNvPr>
          <p:cNvSpPr>
            <a:spLocks xmlns:a="http://schemas.openxmlformats.org/drawingml/2006/main" noGrp="1"/>
          </p:cNvSpPr>
          <p:nvPr/>
        </p:nvSpPr>
        <p:spPr>
          <a:xfrm xmlns:a="http://schemas.openxmlformats.org/drawingml/2006/main">
            <a:off x="419100" y="451485"/>
            <a:ext cx="7012305"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Local synchronization and response times</a:t>
            </a:r>
          </a:p>
        </p:txBody>
      </p:sp>
      <p:sp>
        <p:nvSpPr>
          <p:cNvPr id="3" name="">
            <a:extLst xmlns:a="http://schemas.openxmlformats.org/drawingml/2006/main">
              <a:ext uri="{FF2B5EF4-FFF2-40B4-BE49-F238E27FC236}">
                <a16:creationId xmlns:a16="http://schemas.microsoft.com/office/drawing/2014/main" id="{57915BE8-B493-4D4F-B932-FEBEB32C0B5E}"/>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0-text">
            <a:extLst xmlns:a="http://schemas.openxmlformats.org/drawingml/2006/main">
              <a:ext uri="{FF2B5EF4-FFF2-40B4-BE49-F238E27FC236}">
                <a16:creationId xmlns:a16="http://schemas.microsoft.com/office/drawing/2014/main" id="{80F6000A-AFD2-419D-9765-82517EAB0681}"/>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0-text">
            <a:extLst xmlns:a="http://schemas.openxmlformats.org/drawingml/2006/main">
              <a:ext uri="{FF2B5EF4-FFF2-40B4-BE49-F238E27FC236}">
                <a16:creationId xmlns:a16="http://schemas.microsoft.com/office/drawing/2014/main" id="{57115D10-94C0-4642-B0DE-4D4279003940}"/>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10</a:t>
            </a:r>
          </a:p>
        </p:txBody>
      </p:sp>
      <p:graphicFrame>
        <p:nvGraphicFramePr>
          <p:cNvPr id="6" name="Chart">
            <a:extLst xmlns:a="http://schemas.openxmlformats.org/drawingml/2006/main">
              <a:ext uri="{FF2B5EF4-FFF2-40B4-BE49-F238E27FC236}">
                <a16:creationId xmlns:a16="http://schemas.microsoft.com/office/drawing/2014/main" id="{38085FA0-D7F8-404F-A5FF-34B66D71DAF7}"/>
              </a:ext>
            </a:extLst>
          </p:cNvPr>
          <p:cNvGraphicFramePr/>
          <p:nvPr/>
        </p:nvGraphicFramePr>
        <p:xfrm>
          <a:off xmlns:a="http://schemas.openxmlformats.org/drawingml/2006/main" x="333375" y="1028700"/>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bf2648cb2af64acb"/>
          </a:graphicData>
        </a:graphic>
      </p:graphicFrame>
      <p:graphicFrame>
        <p:nvGraphicFramePr>
          <p:cNvPr id="7" name="Chart">
            <a:extLst xmlns:a="http://schemas.openxmlformats.org/drawingml/2006/main">
              <a:ext uri="{FF2B5EF4-FFF2-40B4-BE49-F238E27FC236}">
                <a16:creationId xmlns:a16="http://schemas.microsoft.com/office/drawing/2014/main" id="{045FA533-CB7D-46FA-918F-837B0C133442}"/>
              </a:ext>
            </a:extLst>
          </p:cNvPr>
          <p:cNvGraphicFramePr/>
          <p:nvPr/>
        </p:nvGraphicFramePr>
        <p:xfrm>
          <a:off xmlns:a="http://schemas.openxmlformats.org/drawingml/2006/main" x="4629150" y="1028700"/>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b44f2eace9f54ecf"/>
          </a:graphicData>
        </a:graphic>
      </p:graphicFrame>
      <p:graphicFrame>
        <p:nvGraphicFramePr>
          <p:cNvPr id="8" name="Chart">
            <a:extLst xmlns:a="http://schemas.openxmlformats.org/drawingml/2006/main">
              <a:ext uri="{FF2B5EF4-FFF2-40B4-BE49-F238E27FC236}">
                <a16:creationId xmlns:a16="http://schemas.microsoft.com/office/drawing/2014/main" id="{22930205-4507-4B65-8DBE-5D54A03B7BA4}"/>
              </a:ext>
            </a:extLst>
          </p:cNvPr>
          <p:cNvGraphicFramePr/>
          <p:nvPr/>
        </p:nvGraphicFramePr>
        <p:xfrm>
          <a:off xmlns:a="http://schemas.openxmlformats.org/drawingml/2006/main" x="333375" y="2852738"/>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23062d91edf749ab"/>
          </a:graphicData>
        </a:graphic>
      </p:graphicFrame>
      <p:graphicFrame>
        <p:nvGraphicFramePr>
          <p:cNvPr id="9" name="Chart">
            <a:extLst xmlns:a="http://schemas.openxmlformats.org/drawingml/2006/main">
              <a:ext uri="{FF2B5EF4-FFF2-40B4-BE49-F238E27FC236}">
                <a16:creationId xmlns:a16="http://schemas.microsoft.com/office/drawing/2014/main" id="{740A914E-EA4F-4FD0-BD71-EFF4CA4FE995}"/>
              </a:ext>
            </a:extLst>
          </p:cNvPr>
          <p:cNvGraphicFramePr/>
          <p:nvPr/>
        </p:nvGraphicFramePr>
        <p:xfrm>
          <a:off xmlns:a="http://schemas.openxmlformats.org/drawingml/2006/main" x="4629150" y="2852738"/>
          <a:ext xmlns:a="http://schemas.openxmlformats.org/drawingml/2006/main" cx="4181475" cy="1709738"/>
        </p:xfrm>
        <a:graphic xmlns:a="http://schemas.openxmlformats.org/drawingml/2006/main">
          <a:graphicData uri="http://schemas.openxmlformats.org/drawingml/2006/chart">
            <c:chart xmlns:r="http://schemas.openxmlformats.org/officeDocument/2006/relationships" xmlns:c="http://schemas.openxmlformats.org/drawingml/2006/chart" r:id="Rc9970e29ada549d3"/>
          </a:graphicData>
        </a:graphic>
      </p:graphicFrame>
      <p:sp>
        <p:nvSpPr>
          <p:cNvPr id="10" name="slide-10-text">
            <a:extLst xmlns:a="http://schemas.openxmlformats.org/drawingml/2006/main">
              <a:ext uri="{FF2B5EF4-FFF2-40B4-BE49-F238E27FC236}">
                <a16:creationId xmlns:a16="http://schemas.microsoft.com/office/drawing/2014/main" id="{6AFD610A-FCBE-4F91-87DE-F052A935D91E}"/>
              </a:ext>
            </a:extLst>
          </p:cNvPr>
          <p:cNvSpPr>
            <a:spLocks xmlns:a="http://schemas.openxmlformats.org/drawingml/2006/main" noGrp="1"/>
          </p:cNvSpPr>
          <p:nvPr/>
        </p:nvSpPr>
        <p:spPr>
          <a:xfrm xmlns:a="http://schemas.openxmlformats.org/drawingml/2006/main">
            <a:off x="419100" y="4645914"/>
            <a:ext cx="5298262" cy="165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52616E"/>
                </a:solidFill>
                <a:latin typeface="Arial"/>
                <a:ea typeface="Arial"/>
                <a:cs typeface="Arial"/>
              </a:defRPr>
            </a:defPPr>
            <a:lvl1pPr>
              <a:defRPr sz="900" b="0">
                <a:solidFill>
                  <a:srgbClr val="52616E"/>
                </a:solidFill>
                <a:latin typeface="Arial"/>
                <a:ea typeface="Arial"/>
                <a:cs typeface="Arial"/>
              </a:defRPr>
            </a:lvl1pPr>
            <a:lvl2pPr>
              <a:defRPr sz="900" b="0">
                <a:solidFill>
                  <a:srgbClr val="52616E"/>
                </a:solidFill>
                <a:latin typeface="Arial"/>
                <a:ea typeface="Arial"/>
                <a:cs typeface="Arial"/>
              </a:defRPr>
            </a:lvl2pPr>
            <a:lvl3pPr>
              <a:defRPr sz="900" b="0">
                <a:solidFill>
                  <a:srgbClr val="52616E"/>
                </a:solidFill>
                <a:latin typeface="Arial"/>
                <a:ea typeface="Arial"/>
                <a:cs typeface="Arial"/>
              </a:defRPr>
            </a:lvl3pPr>
            <a:lvl4pPr>
              <a:defRPr sz="900" b="0">
                <a:solidFill>
                  <a:srgbClr val="52616E"/>
                </a:solidFill>
                <a:latin typeface="Arial"/>
                <a:ea typeface="Arial"/>
                <a:cs typeface="Arial"/>
              </a:defRPr>
            </a:lvl4pPr>
            <a:lvl5pPr>
              <a:defRPr sz="900" b="0">
                <a:solidFill>
                  <a:srgbClr val="52616E"/>
                </a:solidFill>
                <a:latin typeface="Arial"/>
                <a:ea typeface="Arial"/>
                <a:cs typeface="Arial"/>
              </a:defRPr>
            </a:lvl5pPr>
            <a:lvl6pPr>
              <a:defRPr sz="900" b="0">
                <a:solidFill>
                  <a:srgbClr val="52616E"/>
                </a:solidFill>
                <a:latin typeface="Arial"/>
                <a:ea typeface="Arial"/>
                <a:cs typeface="Arial"/>
              </a:defRPr>
            </a:lvl6pPr>
            <a:lvl7pPr>
              <a:defRPr sz="900" b="0">
                <a:solidFill>
                  <a:srgbClr val="52616E"/>
                </a:solidFill>
                <a:latin typeface="Arial"/>
                <a:ea typeface="Arial"/>
                <a:cs typeface="Arial"/>
              </a:defRPr>
            </a:lvl7pPr>
            <a:lvl8pPr>
              <a:defRPr sz="900" b="0">
                <a:solidFill>
                  <a:srgbClr val="52616E"/>
                </a:solidFill>
                <a:latin typeface="Arial"/>
                <a:ea typeface="Arial"/>
                <a:cs typeface="Arial"/>
              </a:defRPr>
            </a:lvl8pPr>
            <a:lvl9pPr>
              <a:defRPr sz="900" b="0">
                <a:solidFill>
                  <a:srgbClr val="52616E"/>
                </a:solidFill>
                <a:latin typeface="Arial"/>
                <a:ea typeface="Arial"/>
                <a:cs typeface="Arial"/>
              </a:defRPr>
            </a:lvl9pPr>
          </a:lstStyle>
          <a:p xmlns:a="http://schemas.openxmlformats.org/drawingml/2006/main">
            <a:pPr>
              <a:buNone/>
              <a:defRPr sz="900" b="0">
                <a:solidFill>
                  <a:srgbClr val="52616E"/>
                </a:solidFill>
                <a:latin typeface="Arial"/>
                <a:ea typeface="Arial"/>
                <a:cs typeface="Arial"/>
              </a:defRPr>
            </a:pPr>
            <a:r>
              <a:rPr sz="900" b="0">
                <a:solidFill>
                  <a:srgbClr val="52616E"/>
                </a:solidFill>
                <a:latin typeface="Arial"/>
                <a:ea typeface="Arial"/>
                <a:cs typeface="Arial"/>
              </a:rPr>
              <a:t>Barrier: waiting for the round. Round trip: report send through advice receipt, including base processing.</a:t>
            </a:r>
          </a:p>
        </p:txBody>
      </p:sp>
    </p:spTree>
    <p:extLst>
      <p:ext uri="{BB962C8B-B14F-4D97-AF65-F5344CB8AC3E}">
        <p14:creationId xmlns:p14="http://schemas.microsoft.com/office/powerpoint/2010/main" val="14057203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11-text">
            <a:extLst xmlns:a="http://schemas.openxmlformats.org/drawingml/2006/main">
              <a:ext uri="{FF2B5EF4-FFF2-40B4-BE49-F238E27FC236}">
                <a16:creationId xmlns:a16="http://schemas.microsoft.com/office/drawing/2014/main" id="{38524DB1-43FE-461F-A44E-EA5293117F6F}"/>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11-text">
            <a:extLst xmlns:a="http://schemas.openxmlformats.org/drawingml/2006/main">
              <a:ext uri="{FF2B5EF4-FFF2-40B4-BE49-F238E27FC236}">
                <a16:creationId xmlns:a16="http://schemas.microsoft.com/office/drawing/2014/main" id="{9910C1BF-9ECA-4E25-88F7-0F502F3EFBFF}"/>
              </a:ext>
            </a:extLst>
          </p:cNvPr>
          <p:cNvSpPr>
            <a:spLocks xmlns:a="http://schemas.openxmlformats.org/drawingml/2006/main" noGrp="1"/>
          </p:cNvSpPr>
          <p:nvPr/>
        </p:nvSpPr>
        <p:spPr>
          <a:xfrm xmlns:a="http://schemas.openxmlformats.org/drawingml/2006/main">
            <a:off x="419100" y="451485"/>
            <a:ext cx="6440234"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CAAS measurements and implementation trade-offs</a:t>
            </a:r>
          </a:p>
        </p:txBody>
      </p:sp>
      <p:sp>
        <p:nvSpPr>
          <p:cNvPr id="3" name="">
            <a:extLst xmlns:a="http://schemas.openxmlformats.org/drawingml/2006/main">
              <a:ext uri="{FF2B5EF4-FFF2-40B4-BE49-F238E27FC236}">
                <a16:creationId xmlns:a16="http://schemas.microsoft.com/office/drawing/2014/main" id="{F6AB7445-E1CC-41E6-8A42-CEFD1A7D9898}"/>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1-text">
            <a:extLst xmlns:a="http://schemas.openxmlformats.org/drawingml/2006/main">
              <a:ext uri="{FF2B5EF4-FFF2-40B4-BE49-F238E27FC236}">
                <a16:creationId xmlns:a16="http://schemas.microsoft.com/office/drawing/2014/main" id="{AE02254F-5BFF-4BBF-9CCD-13BEF94D05C7}"/>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1-text">
            <a:extLst xmlns:a="http://schemas.openxmlformats.org/drawingml/2006/main">
              <a:ext uri="{FF2B5EF4-FFF2-40B4-BE49-F238E27FC236}">
                <a16:creationId xmlns:a16="http://schemas.microsoft.com/office/drawing/2014/main" id="{0B8CEB12-1513-4A23-BB49-8CF420CF78FF}"/>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11</a:t>
            </a:r>
          </a:p>
        </p:txBody>
      </p:sp>
      <p:sp>
        <p:nvSpPr>
          <p:cNvPr id="13" name="audit-updated-text">
            <a:extLst xmlns:a="http://schemas.openxmlformats.org/drawingml/2006/main">
              <a:ext uri="{FF2B5EF4-FFF2-40B4-BE49-F238E27FC236}">
                <a16:creationId xmlns:a16="http://schemas.microsoft.com/office/drawing/2014/main" id="{763C51B7-DB61-4D0A-AF13-40725B567635}"/>
              </a:ext>
            </a:extLst>
          </p:cNvPr>
          <p:cNvSpPr>
            <a:spLocks xmlns:a="http://schemas.openxmlformats.org/drawingml/2006/main" noGrp="1"/>
          </p:cNvSpPr>
          <p:nvPr/>
        </p:nvSpPr>
        <p:spPr>
          <a:xfrm xmlns:a="http://schemas.openxmlformats.org/drawingml/2006/main">
            <a:off x="419100" y="123825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22B40"/>
                </a:solidFill>
                <a:latin typeface="Arial"/>
                <a:ea typeface="Arial"/>
                <a:cs typeface="Arial"/>
              </a:defRPr>
            </a:defPPr>
            <a:lvl1pPr>
              <a:defRPr sz="1500" b="0">
                <a:solidFill>
                  <a:srgbClr val="122B40"/>
                </a:solidFill>
                <a:latin typeface="Arial"/>
                <a:ea typeface="Arial"/>
                <a:cs typeface="Arial"/>
              </a:defRPr>
            </a:lvl1pPr>
            <a:lvl2pPr>
              <a:defRPr sz="1500" b="0">
                <a:solidFill>
                  <a:srgbClr val="122B40"/>
                </a:solidFill>
                <a:latin typeface="Arial"/>
                <a:ea typeface="Arial"/>
                <a:cs typeface="Arial"/>
              </a:defRPr>
            </a:lvl2pPr>
            <a:lvl3pPr>
              <a:defRPr sz="1500" b="0">
                <a:solidFill>
                  <a:srgbClr val="122B40"/>
                </a:solidFill>
                <a:latin typeface="Arial"/>
                <a:ea typeface="Arial"/>
                <a:cs typeface="Arial"/>
              </a:defRPr>
            </a:lvl3pPr>
            <a:lvl4pPr>
              <a:defRPr sz="1500" b="0">
                <a:solidFill>
                  <a:srgbClr val="122B40"/>
                </a:solidFill>
                <a:latin typeface="Arial"/>
                <a:ea typeface="Arial"/>
                <a:cs typeface="Arial"/>
              </a:defRPr>
            </a:lvl4pPr>
            <a:lvl5pPr>
              <a:defRPr sz="1500" b="0">
                <a:solidFill>
                  <a:srgbClr val="122B40"/>
                </a:solidFill>
                <a:latin typeface="Arial"/>
                <a:ea typeface="Arial"/>
                <a:cs typeface="Arial"/>
              </a:defRPr>
            </a:lvl5pPr>
            <a:lvl6pPr>
              <a:defRPr sz="1500" b="0">
                <a:solidFill>
                  <a:srgbClr val="122B40"/>
                </a:solidFill>
                <a:latin typeface="Arial"/>
                <a:ea typeface="Arial"/>
                <a:cs typeface="Arial"/>
              </a:defRPr>
            </a:lvl6pPr>
            <a:lvl7pPr>
              <a:defRPr sz="1500" b="0">
                <a:solidFill>
                  <a:srgbClr val="122B40"/>
                </a:solidFill>
                <a:latin typeface="Arial"/>
                <a:ea typeface="Arial"/>
                <a:cs typeface="Arial"/>
              </a:defRPr>
            </a:lvl7pPr>
            <a:lvl8pPr>
              <a:defRPr sz="1500" b="0">
                <a:solidFill>
                  <a:srgbClr val="122B40"/>
                </a:solidFill>
                <a:latin typeface="Arial"/>
                <a:ea typeface="Arial"/>
                <a:cs typeface="Arial"/>
              </a:defRPr>
            </a:lvl8pPr>
            <a:lvl9pPr>
              <a:defRPr sz="1500" b="0">
                <a:solidFill>
                  <a:srgbClr val="122B40"/>
                </a:solidFill>
                <a:latin typeface="Arial"/>
                <a:ea typeface="Arial"/>
                <a:cs typeface="Arial"/>
              </a:defRPr>
            </a:lvl9pPr>
          </a:lstStyle>
          <a:p xmlns:a="http://schemas.openxmlformats.org/drawingml/2006/main">
            <a:pPr>
              <a:defRPr sz="1500" b="0">
                <a:solidFill>
                  <a:srgbClr val="122B40"/>
                </a:solidFill>
                <a:latin typeface="Arial"/>
                <a:ea typeface="Arial"/>
                <a:cs typeface="Arial"/>
              </a:defRPr>
            </a:pPr>
            <a:r>
              <a:rPr sz="1500" b="0">
                <a:solidFill>
                  <a:srgbClr val="122B40"/>
                </a:solidFill>
                <a:latin typeface="Arial"/>
                <a:ea typeface="Arial"/>
                <a:cs typeface="Arial"/>
              </a:rPr>
              <a:t>CAAS: 5 grid sizes + 5 lines x 3 variants x 3 launches = 90 scaling runs.</a:t>
            </a:r>
          </a:p>
        </p:txBody>
      </p:sp>
      <p:sp>
        <p:nvSpPr>
          <p:cNvPr id="14" name="audit-updated-text">
            <a:extLst xmlns:a="http://schemas.openxmlformats.org/drawingml/2006/main">
              <a:ext uri="{FF2B5EF4-FFF2-40B4-BE49-F238E27FC236}">
                <a16:creationId xmlns:a16="http://schemas.microsoft.com/office/drawing/2014/main" id="{832C19D3-5AD6-444C-BB98-BA89FC553BA7}"/>
              </a:ext>
            </a:extLst>
          </p:cNvPr>
          <p:cNvSpPr>
            <a:spLocks xmlns:a="http://schemas.openxmlformats.org/drawingml/2006/main" noGrp="1"/>
          </p:cNvSpPr>
          <p:nvPr/>
        </p:nvSpPr>
        <p:spPr>
          <a:xfrm xmlns:a="http://schemas.openxmlformats.org/drawingml/2006/main">
            <a:off x="419100" y="16383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defRPr sz="1425" b="0">
                <a:solidFill>
                  <a:srgbClr val="122B40"/>
                </a:solidFill>
                <a:latin typeface="Arial"/>
                <a:ea typeface="Arial"/>
                <a:cs typeface="Arial"/>
              </a:defRPr>
            </a:pPr>
            <a:r>
              <a:rPr sz="1425" b="0">
                <a:solidFill>
                  <a:srgbClr val="122B40"/>
                </a:solidFill>
                <a:latin typeface="Arial"/>
                <a:ea typeface="Arial"/>
                <a:cs typeface="Arial"/>
              </a:rPr>
              <a:t>Grid query: V0/V1 = 1.64x; V0/V2 = 1.81x.</a:t>
            </a:r>
          </a:p>
        </p:txBody>
      </p:sp>
      <p:sp>
        <p:nvSpPr>
          <p:cNvPr id="15" name="audit-updated-text">
            <a:extLst xmlns:a="http://schemas.openxmlformats.org/drawingml/2006/main">
              <a:ext uri="{FF2B5EF4-FFF2-40B4-BE49-F238E27FC236}">
                <a16:creationId xmlns:a16="http://schemas.microsoft.com/office/drawing/2014/main" id="{708BE70E-7182-4157-8CC5-C74C42C58EC9}"/>
              </a:ext>
            </a:extLst>
          </p:cNvPr>
          <p:cNvSpPr>
            <a:spLocks xmlns:a="http://schemas.openxmlformats.org/drawingml/2006/main" noGrp="1"/>
          </p:cNvSpPr>
          <p:nvPr/>
        </p:nvSpPr>
        <p:spPr>
          <a:xfrm xmlns:a="http://schemas.openxmlformats.org/drawingml/2006/main">
            <a:off x="419100" y="203835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defRPr sz="1425" b="0">
                <a:solidFill>
                  <a:srgbClr val="122B40"/>
                </a:solidFill>
                <a:latin typeface="Arial"/>
                <a:ea typeface="Arial"/>
                <a:cs typeface="Arial"/>
              </a:defRPr>
            </a:pPr>
            <a:r>
              <a:rPr sz="1425" b="0">
                <a:solidFill>
                  <a:srgbClr val="122B40"/>
                </a:solidFill>
                <a:latin typeface="Arial"/>
                <a:ea typeface="Arial"/>
                <a:cs typeface="Arial"/>
              </a:rPr>
              <a:t>Line query: V0/V1 = 2.34x; V0/V2 = 2.49x.</a:t>
            </a:r>
          </a:p>
        </p:txBody>
      </p:sp>
      <p:sp>
        <p:nvSpPr>
          <p:cNvPr id="16" name="audit-updated-text">
            <a:extLst xmlns:a="http://schemas.openxmlformats.org/drawingml/2006/main">
              <a:ext uri="{FF2B5EF4-FFF2-40B4-BE49-F238E27FC236}">
                <a16:creationId xmlns:a16="http://schemas.microsoft.com/office/drawing/2014/main" id="{FBF21C1D-7952-411E-BBB3-7AD66DE8BD5F}"/>
              </a:ext>
            </a:extLst>
          </p:cNvPr>
          <p:cNvSpPr>
            <a:spLocks xmlns:a="http://schemas.openxmlformats.org/drawingml/2006/main" noGrp="1"/>
          </p:cNvSpPr>
          <p:nvPr/>
        </p:nvSpPr>
        <p:spPr>
          <a:xfrm xmlns:a="http://schemas.openxmlformats.org/drawingml/2006/main">
            <a:off x="419100" y="24384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defRPr sz="1425" b="0">
                <a:solidFill>
                  <a:srgbClr val="122B40"/>
                </a:solidFill>
                <a:latin typeface="Arial"/>
                <a:ea typeface="Arial"/>
                <a:cs typeface="Arial"/>
              </a:defRPr>
            </a:pPr>
            <a:r>
              <a:rPr sz="1425" b="0">
                <a:solidFill>
                  <a:srgbClr val="122B40"/>
                </a:solidFill>
                <a:latin typeface="Arial"/>
                <a:ea typeface="Arial"/>
                <a:cs typeface="Arial"/>
              </a:rPr>
              <a:t>Grid round trip: V0/V2 = 1.09x; line = 1.30x.</a:t>
            </a:r>
          </a:p>
        </p:txBody>
      </p:sp>
      <p:sp>
        <p:nvSpPr>
          <p:cNvPr id="17" name="audit-updated-text">
            <a:extLst xmlns:a="http://schemas.openxmlformats.org/drawingml/2006/main">
              <a:ext uri="{FF2B5EF4-FFF2-40B4-BE49-F238E27FC236}">
                <a16:creationId xmlns:a16="http://schemas.microsoft.com/office/drawing/2014/main" id="{9E34C001-2F4F-4300-891D-7F0EA7A42299}"/>
              </a:ext>
            </a:extLst>
          </p:cNvPr>
          <p:cNvSpPr>
            <a:spLocks xmlns:a="http://schemas.openxmlformats.org/drawingml/2006/main" noGrp="1"/>
          </p:cNvSpPr>
          <p:nvPr/>
        </p:nvSpPr>
        <p:spPr>
          <a:xfrm xmlns:a="http://schemas.openxmlformats.org/drawingml/2006/main">
            <a:off x="419100" y="283845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defRPr sz="1425" b="0">
                <a:solidFill>
                  <a:srgbClr val="122B40"/>
                </a:solidFill>
                <a:latin typeface="Arial"/>
                <a:ea typeface="Arial"/>
                <a:cs typeface="Arial"/>
              </a:defRPr>
            </a:pPr>
            <a:r>
              <a:rPr sz="1425" b="0">
                <a:solidFill>
                  <a:srgbClr val="122B40"/>
                </a:solidFill>
                <a:latin typeface="Arial"/>
                <a:ea typeface="Arial"/>
                <a:cs typeface="Arial"/>
              </a:rPr>
              <a:t>Highest observed round-trip score: V2 (1.197).</a:t>
            </a:r>
          </a:p>
        </p:txBody>
      </p:sp>
      <p:sp>
        <p:nvSpPr>
          <p:cNvPr id="18" name="audit-updated-text">
            <a:extLst xmlns:a="http://schemas.openxmlformats.org/drawingml/2006/main">
              <a:ext uri="{FF2B5EF4-FFF2-40B4-BE49-F238E27FC236}">
                <a16:creationId xmlns:a16="http://schemas.microsoft.com/office/drawing/2014/main" id="{0C313813-F2B3-40EF-87E6-1C51472EED32}"/>
              </a:ext>
            </a:extLst>
          </p:cNvPr>
          <p:cNvSpPr>
            <a:spLocks xmlns:a="http://schemas.openxmlformats.org/drawingml/2006/main" noGrp="1"/>
          </p:cNvSpPr>
          <p:nvPr/>
        </p:nvSpPr>
        <p:spPr>
          <a:xfrm xmlns:a="http://schemas.openxmlformats.org/drawingml/2006/main">
            <a:off x="419100" y="32385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defRPr sz="1425" b="0">
                <a:solidFill>
                  <a:srgbClr val="122B40"/>
                </a:solidFill>
                <a:latin typeface="Arial"/>
                <a:ea typeface="Arial"/>
                <a:cs typeface="Arial"/>
              </a:defRPr>
            </a:pPr>
            <a:r>
              <a:rPr sz="1425" b="0">
                <a:solidFill>
                  <a:srgbClr val="122B40"/>
                </a:solidFill>
                <a:latin typeface="Arial"/>
                <a:ea typeface="Arial"/>
                <a:cs typeface="Arial"/>
              </a:rPr>
              <a:t>Ratios above 1 favour the refined version. Three launches; descriptive evidence.</a:t>
            </a:r>
          </a:p>
        </p:txBody>
      </p:sp>
      <p:sp>
        <p:nvSpPr>
          <p:cNvPr id="19" name="audit-updated-text">
            <a:extLst xmlns:a="http://schemas.openxmlformats.org/drawingml/2006/main">
              <a:ext uri="{FF2B5EF4-FFF2-40B4-BE49-F238E27FC236}">
                <a16:creationId xmlns:a16="http://schemas.microsoft.com/office/drawing/2014/main" id="{95AED460-1587-4C76-93CC-BE9BD158843A}"/>
              </a:ext>
            </a:extLst>
          </p:cNvPr>
          <p:cNvSpPr>
            <a:spLocks xmlns:a="http://schemas.openxmlformats.org/drawingml/2006/main" noGrp="1"/>
          </p:cNvSpPr>
          <p:nvPr/>
        </p:nvSpPr>
        <p:spPr>
          <a:xfrm xmlns:a="http://schemas.openxmlformats.org/drawingml/2006/main">
            <a:off x="419100" y="363855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defRPr sz="1425" b="0">
                <a:solidFill>
                  <a:srgbClr val="122B40"/>
                </a:solidFill>
                <a:latin typeface="Arial"/>
                <a:ea typeface="Arial"/>
                <a:cs typeface="Arial"/>
              </a:defRPr>
            </a:pPr>
            <a:r>
              <a:rPr sz="1425" b="0">
                <a:solidFill>
                  <a:srgbClr val="122B40"/>
                </a:solidFill>
                <a:latin typeface="Arial"/>
                <a:ea typeface="Arial"/>
                <a:cs typeface="Arial"/>
              </a:rPr>
              <a:t>Candidate compute at N=10,000: V0/V2 = 1709.9x (isolated).</a:t>
            </a:r>
          </a:p>
        </p:txBody>
      </p:sp>
      <p:sp>
        <p:nvSpPr>
          <p:cNvPr id="20" name="audit-updated-text">
            <a:extLst xmlns:a="http://schemas.openxmlformats.org/drawingml/2006/main">
              <a:ext uri="{FF2B5EF4-FFF2-40B4-BE49-F238E27FC236}">
                <a16:creationId xmlns:a16="http://schemas.microsoft.com/office/drawing/2014/main" id="{7104E53D-03F7-413C-858A-73BC38EECA11}"/>
              </a:ext>
            </a:extLst>
          </p:cNvPr>
          <p:cNvSpPr>
            <a:spLocks xmlns:a="http://schemas.openxmlformats.org/drawingml/2006/main" noGrp="1"/>
          </p:cNvSpPr>
          <p:nvPr/>
        </p:nvSpPr>
        <p:spPr>
          <a:xfrm xmlns:a="http://schemas.openxmlformats.org/drawingml/2006/main">
            <a:off x="419100" y="40386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22B40"/>
                </a:solidFill>
                <a:latin typeface="Arial"/>
                <a:ea typeface="Arial"/>
                <a:cs typeface="Arial"/>
              </a:defRPr>
            </a:defPPr>
            <a:lvl1pPr>
              <a:defRPr sz="1425" b="0">
                <a:solidFill>
                  <a:srgbClr val="122B40"/>
                </a:solidFill>
                <a:latin typeface="Arial"/>
                <a:ea typeface="Arial"/>
                <a:cs typeface="Arial"/>
              </a:defRPr>
            </a:lvl1pPr>
            <a:lvl2pPr>
              <a:defRPr sz="1425" b="0">
                <a:solidFill>
                  <a:srgbClr val="122B40"/>
                </a:solidFill>
                <a:latin typeface="Arial"/>
                <a:ea typeface="Arial"/>
                <a:cs typeface="Arial"/>
              </a:defRPr>
            </a:lvl2pPr>
            <a:lvl3pPr>
              <a:defRPr sz="1425" b="0">
                <a:solidFill>
                  <a:srgbClr val="122B40"/>
                </a:solidFill>
                <a:latin typeface="Arial"/>
                <a:ea typeface="Arial"/>
                <a:cs typeface="Arial"/>
              </a:defRPr>
            </a:lvl3pPr>
            <a:lvl4pPr>
              <a:defRPr sz="1425" b="0">
                <a:solidFill>
                  <a:srgbClr val="122B40"/>
                </a:solidFill>
                <a:latin typeface="Arial"/>
                <a:ea typeface="Arial"/>
                <a:cs typeface="Arial"/>
              </a:defRPr>
            </a:lvl4pPr>
            <a:lvl5pPr>
              <a:defRPr sz="1425" b="0">
                <a:solidFill>
                  <a:srgbClr val="122B40"/>
                </a:solidFill>
                <a:latin typeface="Arial"/>
                <a:ea typeface="Arial"/>
                <a:cs typeface="Arial"/>
              </a:defRPr>
            </a:lvl5pPr>
            <a:lvl6pPr>
              <a:defRPr sz="1425" b="0">
                <a:solidFill>
                  <a:srgbClr val="122B40"/>
                </a:solidFill>
                <a:latin typeface="Arial"/>
                <a:ea typeface="Arial"/>
                <a:cs typeface="Arial"/>
              </a:defRPr>
            </a:lvl6pPr>
            <a:lvl7pPr>
              <a:defRPr sz="1425" b="0">
                <a:solidFill>
                  <a:srgbClr val="122B40"/>
                </a:solidFill>
                <a:latin typeface="Arial"/>
                <a:ea typeface="Arial"/>
                <a:cs typeface="Arial"/>
              </a:defRPr>
            </a:lvl7pPr>
            <a:lvl8pPr>
              <a:defRPr sz="1425" b="0">
                <a:solidFill>
                  <a:srgbClr val="122B40"/>
                </a:solidFill>
                <a:latin typeface="Arial"/>
                <a:ea typeface="Arial"/>
                <a:cs typeface="Arial"/>
              </a:defRPr>
            </a:lvl8pPr>
            <a:lvl9pPr>
              <a:defRPr sz="1425" b="0">
                <a:solidFill>
                  <a:srgbClr val="122B40"/>
                </a:solidFill>
                <a:latin typeface="Arial"/>
                <a:ea typeface="Arial"/>
                <a:cs typeface="Arial"/>
              </a:defRPr>
            </a:lvl9pPr>
          </a:lstStyle>
          <a:p xmlns:a="http://schemas.openxmlformats.org/drawingml/2006/main">
            <a:pPr>
              <a:defRPr sz="1425" b="0">
                <a:solidFill>
                  <a:srgbClr val="122B40"/>
                </a:solidFill>
                <a:latin typeface="Arial"/>
                <a:ea typeface="Arial"/>
                <a:cs typeface="Arial"/>
              </a:defRPr>
            </a:pPr>
            <a:r>
              <a:rPr sz="1425" b="0">
                <a:solidFill>
                  <a:srgbClr val="122B40"/>
                </a:solidFill>
                <a:latin typeface="Arial"/>
                <a:ea typeface="Arial"/>
                <a:cs typeface="Arial"/>
              </a:rPr>
              <a:t>Local and CAAS results are separate. No universal best variant is established.</a:t>
            </a:r>
          </a:p>
        </p:txBody>
      </p:sp>
    </p:spTree>
    <p:extLst>
      <p:ext uri="{BB962C8B-B14F-4D97-AF65-F5344CB8AC3E}">
        <p14:creationId xmlns:p14="http://schemas.microsoft.com/office/powerpoint/2010/main" val="5287549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12-text">
            <a:extLst xmlns:a="http://schemas.openxmlformats.org/drawingml/2006/main">
              <a:ext uri="{FF2B5EF4-FFF2-40B4-BE49-F238E27FC236}">
                <a16:creationId xmlns:a16="http://schemas.microsoft.com/office/drawing/2014/main" id="{92C5AD68-C5DF-4DF6-B142-A3866A4ABD76}"/>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12-text">
            <a:extLst xmlns:a="http://schemas.openxmlformats.org/drawingml/2006/main">
              <a:ext uri="{FF2B5EF4-FFF2-40B4-BE49-F238E27FC236}">
                <a16:creationId xmlns:a16="http://schemas.microsoft.com/office/drawing/2014/main" id="{4FDFD339-400D-4553-916F-51A02F5521DE}"/>
              </a:ext>
            </a:extLst>
          </p:cNvPr>
          <p:cNvSpPr>
            <a:spLocks xmlns:a="http://schemas.openxmlformats.org/drawingml/2006/main" noGrp="1"/>
          </p:cNvSpPr>
          <p:nvPr/>
        </p:nvSpPr>
        <p:spPr>
          <a:xfrm xmlns:a="http://schemas.openxmlformats.org/drawingml/2006/main">
            <a:off x="419100" y="451485"/>
            <a:ext cx="6902006"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Evidence expiry trades caution for recovery speed</a:t>
            </a:r>
          </a:p>
        </p:txBody>
      </p:sp>
      <p:sp>
        <p:nvSpPr>
          <p:cNvPr id="3" name="">
            <a:extLst xmlns:a="http://schemas.openxmlformats.org/drawingml/2006/main">
              <a:ext uri="{FF2B5EF4-FFF2-40B4-BE49-F238E27FC236}">
                <a16:creationId xmlns:a16="http://schemas.microsoft.com/office/drawing/2014/main" id="{D2A6D12B-2423-4BAD-BF16-0F43B2600478}"/>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2-text">
            <a:extLst xmlns:a="http://schemas.openxmlformats.org/drawingml/2006/main">
              <a:ext uri="{FF2B5EF4-FFF2-40B4-BE49-F238E27FC236}">
                <a16:creationId xmlns:a16="http://schemas.microsoft.com/office/drawing/2014/main" id="{D29BBDF5-40F7-43C5-A6D6-647BB9FD5F1A}"/>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2-text">
            <a:extLst xmlns:a="http://schemas.openxmlformats.org/drawingml/2006/main">
              <a:ext uri="{FF2B5EF4-FFF2-40B4-BE49-F238E27FC236}">
                <a16:creationId xmlns:a16="http://schemas.microsoft.com/office/drawing/2014/main" id="{5CE0F0F1-83EF-4F49-A62C-8583316E3978}"/>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12</a:t>
            </a:r>
          </a:p>
        </p:txBody>
      </p:sp>
      <p:sp>
        <p:nvSpPr>
          <p:cNvPr id="14" name="audit-updated-text">
            <a:extLst xmlns:a="http://schemas.openxmlformats.org/drawingml/2006/main">
              <a:ext uri="{FF2B5EF4-FFF2-40B4-BE49-F238E27FC236}">
                <a16:creationId xmlns:a16="http://schemas.microsoft.com/office/drawing/2014/main" id="{9B02CE24-8D85-499A-9065-0A43265BF3AB}"/>
              </a:ext>
            </a:extLst>
          </p:cNvPr>
          <p:cNvSpPr>
            <a:spLocks xmlns:a="http://schemas.openxmlformats.org/drawingml/2006/main" noGrp="1"/>
          </p:cNvSpPr>
          <p:nvPr/>
        </p:nvSpPr>
        <p:spPr>
          <a:xfrm xmlns:a="http://schemas.openxmlformats.org/drawingml/2006/main">
            <a:off x="419100" y="12382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17C91"/>
                </a:solidFill>
                <a:latin typeface="Courier New"/>
                <a:ea typeface="Courier New"/>
                <a:cs typeface="Courier New"/>
              </a:defRPr>
            </a:defPPr>
            <a:lvl1pPr>
              <a:defRPr sz="1500" b="0">
                <a:solidFill>
                  <a:srgbClr val="117C91"/>
                </a:solidFill>
                <a:latin typeface="Courier New"/>
                <a:ea typeface="Courier New"/>
                <a:cs typeface="Courier New"/>
              </a:defRPr>
            </a:lvl1pPr>
            <a:lvl2pPr>
              <a:defRPr sz="1500" b="0">
                <a:solidFill>
                  <a:srgbClr val="117C91"/>
                </a:solidFill>
                <a:latin typeface="Courier New"/>
                <a:ea typeface="Courier New"/>
                <a:cs typeface="Courier New"/>
              </a:defRPr>
            </a:lvl2pPr>
            <a:lvl3pPr>
              <a:defRPr sz="1500" b="0">
                <a:solidFill>
                  <a:srgbClr val="117C91"/>
                </a:solidFill>
                <a:latin typeface="Courier New"/>
                <a:ea typeface="Courier New"/>
                <a:cs typeface="Courier New"/>
              </a:defRPr>
            </a:lvl3pPr>
            <a:lvl4pPr>
              <a:defRPr sz="1500" b="0">
                <a:solidFill>
                  <a:srgbClr val="117C91"/>
                </a:solidFill>
                <a:latin typeface="Courier New"/>
                <a:ea typeface="Courier New"/>
                <a:cs typeface="Courier New"/>
              </a:defRPr>
            </a:lvl4pPr>
            <a:lvl5pPr>
              <a:defRPr sz="1500" b="0">
                <a:solidFill>
                  <a:srgbClr val="117C91"/>
                </a:solidFill>
                <a:latin typeface="Courier New"/>
                <a:ea typeface="Courier New"/>
                <a:cs typeface="Courier New"/>
              </a:defRPr>
            </a:lvl5pPr>
            <a:lvl6pPr>
              <a:defRPr sz="1500" b="0">
                <a:solidFill>
                  <a:srgbClr val="117C91"/>
                </a:solidFill>
                <a:latin typeface="Courier New"/>
                <a:ea typeface="Courier New"/>
                <a:cs typeface="Courier New"/>
              </a:defRPr>
            </a:lvl6pPr>
            <a:lvl7pPr>
              <a:defRPr sz="1500" b="0">
                <a:solidFill>
                  <a:srgbClr val="117C91"/>
                </a:solidFill>
                <a:latin typeface="Courier New"/>
                <a:ea typeface="Courier New"/>
                <a:cs typeface="Courier New"/>
              </a:defRPr>
            </a:lvl7pPr>
            <a:lvl8pPr>
              <a:defRPr sz="1500" b="0">
                <a:solidFill>
                  <a:srgbClr val="117C91"/>
                </a:solidFill>
                <a:latin typeface="Courier New"/>
                <a:ea typeface="Courier New"/>
                <a:cs typeface="Courier New"/>
              </a:defRPr>
            </a:lvl8pPr>
            <a:lvl9pPr>
              <a:defRPr sz="1500" b="0">
                <a:solidFill>
                  <a:srgbClr val="117C91"/>
                </a:solidFill>
                <a:latin typeface="Courier New"/>
                <a:ea typeface="Courier New"/>
                <a:cs typeface="Courier New"/>
              </a:defRPr>
            </a:lvl9pPr>
          </a:lstStyle>
          <a:p xmlns:a="http://schemas.openxmlformats.org/drawingml/2006/main">
            <a:pPr>
              <a:defRPr sz="1500" b="0">
                <a:solidFill>
                  <a:srgbClr val="117C91"/>
                </a:solidFill>
                <a:latin typeface="Courier New"/>
                <a:ea typeface="Courier New"/>
                <a:cs typeface="Courier New"/>
              </a:defRPr>
            </a:pPr>
            <a:r>
              <a:rPr sz="1500" b="0">
                <a:solidFill>
                  <a:srgbClr val="117C91"/>
                </a:solidFill>
                <a:latin typeface="Courier New"/>
                <a:ea typeface="Courier New"/>
                <a:cs typeface="Courier New"/>
              </a:rPr>
              <a:t>CAAS expiry (s)       Alerts       Candidate recommendations</a:t>
            </a:r>
          </a:p>
        </p:txBody>
      </p:sp>
      <p:sp>
        <p:nvSpPr>
          <p:cNvPr id="15" name="audit-updated-text">
            <a:extLst xmlns:a="http://schemas.openxmlformats.org/drawingml/2006/main">
              <a:ext uri="{FF2B5EF4-FFF2-40B4-BE49-F238E27FC236}">
                <a16:creationId xmlns:a16="http://schemas.microsoft.com/office/drawing/2014/main" id="{FC168807-0A69-4CC3-BF63-C2565D42612E}"/>
              </a:ext>
            </a:extLst>
          </p:cNvPr>
          <p:cNvSpPr>
            <a:spLocks xmlns:a="http://schemas.openxmlformats.org/drawingml/2006/main" noGrp="1"/>
          </p:cNvSpPr>
          <p:nvPr/>
        </p:nvSpPr>
        <p:spPr>
          <a:xfrm xmlns:a="http://schemas.openxmlformats.org/drawingml/2006/main">
            <a:off x="419100" y="16573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22B40"/>
                </a:solidFill>
                <a:latin typeface="Courier New"/>
                <a:ea typeface="Courier New"/>
                <a:cs typeface="Courier New"/>
              </a:defRPr>
            </a:defPPr>
            <a:lvl1pPr>
              <a:defRPr sz="1500" b="0">
                <a:solidFill>
                  <a:srgbClr val="122B40"/>
                </a:solidFill>
                <a:latin typeface="Courier New"/>
                <a:ea typeface="Courier New"/>
                <a:cs typeface="Courier New"/>
              </a:defRPr>
            </a:lvl1pPr>
            <a:lvl2pPr>
              <a:defRPr sz="1500" b="0">
                <a:solidFill>
                  <a:srgbClr val="122B40"/>
                </a:solidFill>
                <a:latin typeface="Courier New"/>
                <a:ea typeface="Courier New"/>
                <a:cs typeface="Courier New"/>
              </a:defRPr>
            </a:lvl2pPr>
            <a:lvl3pPr>
              <a:defRPr sz="1500" b="0">
                <a:solidFill>
                  <a:srgbClr val="122B40"/>
                </a:solidFill>
                <a:latin typeface="Courier New"/>
                <a:ea typeface="Courier New"/>
                <a:cs typeface="Courier New"/>
              </a:defRPr>
            </a:lvl3pPr>
            <a:lvl4pPr>
              <a:defRPr sz="1500" b="0">
                <a:solidFill>
                  <a:srgbClr val="122B40"/>
                </a:solidFill>
                <a:latin typeface="Courier New"/>
                <a:ea typeface="Courier New"/>
                <a:cs typeface="Courier New"/>
              </a:defRPr>
            </a:lvl4pPr>
            <a:lvl5pPr>
              <a:defRPr sz="1500" b="0">
                <a:solidFill>
                  <a:srgbClr val="122B40"/>
                </a:solidFill>
                <a:latin typeface="Courier New"/>
                <a:ea typeface="Courier New"/>
                <a:cs typeface="Courier New"/>
              </a:defRPr>
            </a:lvl5pPr>
            <a:lvl6pPr>
              <a:defRPr sz="1500" b="0">
                <a:solidFill>
                  <a:srgbClr val="122B40"/>
                </a:solidFill>
                <a:latin typeface="Courier New"/>
                <a:ea typeface="Courier New"/>
                <a:cs typeface="Courier New"/>
              </a:defRPr>
            </a:lvl6pPr>
            <a:lvl7pPr>
              <a:defRPr sz="1500" b="0">
                <a:solidFill>
                  <a:srgbClr val="122B40"/>
                </a:solidFill>
                <a:latin typeface="Courier New"/>
                <a:ea typeface="Courier New"/>
                <a:cs typeface="Courier New"/>
              </a:defRPr>
            </a:lvl7pPr>
            <a:lvl8pPr>
              <a:defRPr sz="1500" b="0">
                <a:solidFill>
                  <a:srgbClr val="122B40"/>
                </a:solidFill>
                <a:latin typeface="Courier New"/>
                <a:ea typeface="Courier New"/>
                <a:cs typeface="Courier New"/>
              </a:defRPr>
            </a:lvl8pPr>
            <a:lvl9pPr>
              <a:defRPr sz="1500" b="0">
                <a:solidFill>
                  <a:srgbClr val="122B40"/>
                </a:solidFill>
                <a:latin typeface="Courier New"/>
                <a:ea typeface="Courier New"/>
                <a:cs typeface="Courier New"/>
              </a:defRPr>
            </a:lvl9pPr>
          </a:lstStyle>
          <a:p xmlns:a="http://schemas.openxmlformats.org/drawingml/2006/main">
            <a:pPr>
              <a:defRPr sz="1500" b="0">
                <a:solidFill>
                  <a:srgbClr val="122B40"/>
                </a:solidFill>
                <a:latin typeface="Courier New"/>
                <a:ea typeface="Courier New"/>
                <a:cs typeface="Courier New"/>
              </a:defRPr>
            </a:pPr>
            <a:r>
              <a:rPr sz="1500" b="0">
                <a:solidFill>
                  <a:srgbClr val="122B40"/>
                </a:solidFill>
                <a:latin typeface="Courier New"/>
                <a:ea typeface="Courier New"/>
                <a:cs typeface="Courier New"/>
              </a:rPr>
              <a:t>0                    24           6</a:t>
            </a:r>
          </a:p>
        </p:txBody>
      </p:sp>
      <p:sp>
        <p:nvSpPr>
          <p:cNvPr id="16" name="audit-updated-text">
            <a:extLst xmlns:a="http://schemas.openxmlformats.org/drawingml/2006/main">
              <a:ext uri="{FF2B5EF4-FFF2-40B4-BE49-F238E27FC236}">
                <a16:creationId xmlns:a16="http://schemas.microsoft.com/office/drawing/2014/main" id="{B5F7234D-33DA-4417-A5AC-546C5A796055}"/>
              </a:ext>
            </a:extLst>
          </p:cNvPr>
          <p:cNvSpPr>
            <a:spLocks xmlns:a="http://schemas.openxmlformats.org/drawingml/2006/main" noGrp="1"/>
          </p:cNvSpPr>
          <p:nvPr/>
        </p:nvSpPr>
        <p:spPr>
          <a:xfrm xmlns:a="http://schemas.openxmlformats.org/drawingml/2006/main">
            <a:off x="419100" y="19621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22B40"/>
                </a:solidFill>
                <a:latin typeface="Courier New"/>
                <a:ea typeface="Courier New"/>
                <a:cs typeface="Courier New"/>
              </a:defRPr>
            </a:defPPr>
            <a:lvl1pPr>
              <a:defRPr sz="1500" b="0">
                <a:solidFill>
                  <a:srgbClr val="122B40"/>
                </a:solidFill>
                <a:latin typeface="Courier New"/>
                <a:ea typeface="Courier New"/>
                <a:cs typeface="Courier New"/>
              </a:defRPr>
            </a:lvl1pPr>
            <a:lvl2pPr>
              <a:defRPr sz="1500" b="0">
                <a:solidFill>
                  <a:srgbClr val="122B40"/>
                </a:solidFill>
                <a:latin typeface="Courier New"/>
                <a:ea typeface="Courier New"/>
                <a:cs typeface="Courier New"/>
              </a:defRPr>
            </a:lvl2pPr>
            <a:lvl3pPr>
              <a:defRPr sz="1500" b="0">
                <a:solidFill>
                  <a:srgbClr val="122B40"/>
                </a:solidFill>
                <a:latin typeface="Courier New"/>
                <a:ea typeface="Courier New"/>
                <a:cs typeface="Courier New"/>
              </a:defRPr>
            </a:lvl3pPr>
            <a:lvl4pPr>
              <a:defRPr sz="1500" b="0">
                <a:solidFill>
                  <a:srgbClr val="122B40"/>
                </a:solidFill>
                <a:latin typeface="Courier New"/>
                <a:ea typeface="Courier New"/>
                <a:cs typeface="Courier New"/>
              </a:defRPr>
            </a:lvl4pPr>
            <a:lvl5pPr>
              <a:defRPr sz="1500" b="0">
                <a:solidFill>
                  <a:srgbClr val="122B40"/>
                </a:solidFill>
                <a:latin typeface="Courier New"/>
                <a:ea typeface="Courier New"/>
                <a:cs typeface="Courier New"/>
              </a:defRPr>
            </a:lvl5pPr>
            <a:lvl6pPr>
              <a:defRPr sz="1500" b="0">
                <a:solidFill>
                  <a:srgbClr val="122B40"/>
                </a:solidFill>
                <a:latin typeface="Courier New"/>
                <a:ea typeface="Courier New"/>
                <a:cs typeface="Courier New"/>
              </a:defRPr>
            </a:lvl6pPr>
            <a:lvl7pPr>
              <a:defRPr sz="1500" b="0">
                <a:solidFill>
                  <a:srgbClr val="122B40"/>
                </a:solidFill>
                <a:latin typeface="Courier New"/>
                <a:ea typeface="Courier New"/>
                <a:cs typeface="Courier New"/>
              </a:defRPr>
            </a:lvl7pPr>
            <a:lvl8pPr>
              <a:defRPr sz="1500" b="0">
                <a:solidFill>
                  <a:srgbClr val="122B40"/>
                </a:solidFill>
                <a:latin typeface="Courier New"/>
                <a:ea typeface="Courier New"/>
                <a:cs typeface="Courier New"/>
              </a:defRPr>
            </a:lvl8pPr>
            <a:lvl9pPr>
              <a:defRPr sz="1500" b="0">
                <a:solidFill>
                  <a:srgbClr val="122B40"/>
                </a:solidFill>
                <a:latin typeface="Courier New"/>
                <a:ea typeface="Courier New"/>
                <a:cs typeface="Courier New"/>
              </a:defRPr>
            </a:lvl9pPr>
          </a:lstStyle>
          <a:p xmlns:a="http://schemas.openxmlformats.org/drawingml/2006/main">
            <a:pPr>
              <a:defRPr sz="1500" b="0">
                <a:solidFill>
                  <a:srgbClr val="122B40"/>
                </a:solidFill>
                <a:latin typeface="Courier New"/>
                <a:ea typeface="Courier New"/>
                <a:cs typeface="Courier New"/>
              </a:defRPr>
            </a:pPr>
            <a:r>
              <a:rPr sz="1500" b="0">
                <a:solidFill>
                  <a:srgbClr val="122B40"/>
                </a:solidFill>
                <a:latin typeface="Courier New"/>
                <a:ea typeface="Courier New"/>
                <a:cs typeface="Courier New"/>
              </a:rPr>
              <a:t>0.1                  24           6</a:t>
            </a:r>
          </a:p>
        </p:txBody>
      </p:sp>
      <p:sp>
        <p:nvSpPr>
          <p:cNvPr id="17" name="audit-updated-text">
            <a:extLst xmlns:a="http://schemas.openxmlformats.org/drawingml/2006/main">
              <a:ext uri="{FF2B5EF4-FFF2-40B4-BE49-F238E27FC236}">
                <a16:creationId xmlns:a16="http://schemas.microsoft.com/office/drawing/2014/main" id="{DD24D8E4-B02A-4D22-9F74-3720B75ECFD4}"/>
              </a:ext>
            </a:extLst>
          </p:cNvPr>
          <p:cNvSpPr>
            <a:spLocks xmlns:a="http://schemas.openxmlformats.org/drawingml/2006/main" noGrp="1"/>
          </p:cNvSpPr>
          <p:nvPr/>
        </p:nvSpPr>
        <p:spPr>
          <a:xfrm xmlns:a="http://schemas.openxmlformats.org/drawingml/2006/main">
            <a:off x="419100" y="22669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22B40"/>
                </a:solidFill>
                <a:latin typeface="Courier New"/>
                <a:ea typeface="Courier New"/>
                <a:cs typeface="Courier New"/>
              </a:defRPr>
            </a:defPPr>
            <a:lvl1pPr>
              <a:defRPr sz="1500" b="0">
                <a:solidFill>
                  <a:srgbClr val="122B40"/>
                </a:solidFill>
                <a:latin typeface="Courier New"/>
                <a:ea typeface="Courier New"/>
                <a:cs typeface="Courier New"/>
              </a:defRPr>
            </a:lvl1pPr>
            <a:lvl2pPr>
              <a:defRPr sz="1500" b="0">
                <a:solidFill>
                  <a:srgbClr val="122B40"/>
                </a:solidFill>
                <a:latin typeface="Courier New"/>
                <a:ea typeface="Courier New"/>
                <a:cs typeface="Courier New"/>
              </a:defRPr>
            </a:lvl2pPr>
            <a:lvl3pPr>
              <a:defRPr sz="1500" b="0">
                <a:solidFill>
                  <a:srgbClr val="122B40"/>
                </a:solidFill>
                <a:latin typeface="Courier New"/>
                <a:ea typeface="Courier New"/>
                <a:cs typeface="Courier New"/>
              </a:defRPr>
            </a:lvl3pPr>
            <a:lvl4pPr>
              <a:defRPr sz="1500" b="0">
                <a:solidFill>
                  <a:srgbClr val="122B40"/>
                </a:solidFill>
                <a:latin typeface="Courier New"/>
                <a:ea typeface="Courier New"/>
                <a:cs typeface="Courier New"/>
              </a:defRPr>
            </a:lvl4pPr>
            <a:lvl5pPr>
              <a:defRPr sz="1500" b="0">
                <a:solidFill>
                  <a:srgbClr val="122B40"/>
                </a:solidFill>
                <a:latin typeface="Courier New"/>
                <a:ea typeface="Courier New"/>
                <a:cs typeface="Courier New"/>
              </a:defRPr>
            </a:lvl5pPr>
            <a:lvl6pPr>
              <a:defRPr sz="1500" b="0">
                <a:solidFill>
                  <a:srgbClr val="122B40"/>
                </a:solidFill>
                <a:latin typeface="Courier New"/>
                <a:ea typeface="Courier New"/>
                <a:cs typeface="Courier New"/>
              </a:defRPr>
            </a:lvl6pPr>
            <a:lvl7pPr>
              <a:defRPr sz="1500" b="0">
                <a:solidFill>
                  <a:srgbClr val="122B40"/>
                </a:solidFill>
                <a:latin typeface="Courier New"/>
                <a:ea typeface="Courier New"/>
                <a:cs typeface="Courier New"/>
              </a:defRPr>
            </a:lvl7pPr>
            <a:lvl8pPr>
              <a:defRPr sz="1500" b="0">
                <a:solidFill>
                  <a:srgbClr val="122B40"/>
                </a:solidFill>
                <a:latin typeface="Courier New"/>
                <a:ea typeface="Courier New"/>
                <a:cs typeface="Courier New"/>
              </a:defRPr>
            </a:lvl8pPr>
            <a:lvl9pPr>
              <a:defRPr sz="1500" b="0">
                <a:solidFill>
                  <a:srgbClr val="122B40"/>
                </a:solidFill>
                <a:latin typeface="Courier New"/>
                <a:ea typeface="Courier New"/>
                <a:cs typeface="Courier New"/>
              </a:defRPr>
            </a:lvl9pPr>
          </a:lstStyle>
          <a:p xmlns:a="http://schemas.openxmlformats.org/drawingml/2006/main">
            <a:pPr>
              <a:defRPr sz="1500" b="0">
                <a:solidFill>
                  <a:srgbClr val="122B40"/>
                </a:solidFill>
                <a:latin typeface="Courier New"/>
                <a:ea typeface="Courier New"/>
                <a:cs typeface="Courier New"/>
              </a:defRPr>
            </a:pPr>
            <a:r>
              <a:rPr sz="1500" b="0">
                <a:solidFill>
                  <a:srgbClr val="122B40"/>
                </a:solidFill>
                <a:latin typeface="Courier New"/>
                <a:ea typeface="Courier New"/>
                <a:cs typeface="Courier New"/>
              </a:rPr>
              <a:t>1                    24           0</a:t>
            </a:r>
          </a:p>
        </p:txBody>
      </p:sp>
      <p:sp>
        <p:nvSpPr>
          <p:cNvPr id="18" name="audit-updated-text">
            <a:extLst xmlns:a="http://schemas.openxmlformats.org/drawingml/2006/main">
              <a:ext uri="{FF2B5EF4-FFF2-40B4-BE49-F238E27FC236}">
                <a16:creationId xmlns:a16="http://schemas.microsoft.com/office/drawing/2014/main" id="{6256354D-2645-4BB0-99CA-24D0ECF2A569}"/>
              </a:ext>
            </a:extLst>
          </p:cNvPr>
          <p:cNvSpPr>
            <a:spLocks xmlns:a="http://schemas.openxmlformats.org/drawingml/2006/main" noGrp="1"/>
          </p:cNvSpPr>
          <p:nvPr/>
        </p:nvSpPr>
        <p:spPr>
          <a:xfrm xmlns:a="http://schemas.openxmlformats.org/drawingml/2006/main">
            <a:off x="419100" y="25717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22B40"/>
                </a:solidFill>
                <a:latin typeface="Courier New"/>
                <a:ea typeface="Courier New"/>
                <a:cs typeface="Courier New"/>
              </a:defRPr>
            </a:defPPr>
            <a:lvl1pPr>
              <a:defRPr sz="1500" b="0">
                <a:solidFill>
                  <a:srgbClr val="122B40"/>
                </a:solidFill>
                <a:latin typeface="Courier New"/>
                <a:ea typeface="Courier New"/>
                <a:cs typeface="Courier New"/>
              </a:defRPr>
            </a:lvl1pPr>
            <a:lvl2pPr>
              <a:defRPr sz="1500" b="0">
                <a:solidFill>
                  <a:srgbClr val="122B40"/>
                </a:solidFill>
                <a:latin typeface="Courier New"/>
                <a:ea typeface="Courier New"/>
                <a:cs typeface="Courier New"/>
              </a:defRPr>
            </a:lvl2pPr>
            <a:lvl3pPr>
              <a:defRPr sz="1500" b="0">
                <a:solidFill>
                  <a:srgbClr val="122B40"/>
                </a:solidFill>
                <a:latin typeface="Courier New"/>
                <a:ea typeface="Courier New"/>
                <a:cs typeface="Courier New"/>
              </a:defRPr>
            </a:lvl3pPr>
            <a:lvl4pPr>
              <a:defRPr sz="1500" b="0">
                <a:solidFill>
                  <a:srgbClr val="122B40"/>
                </a:solidFill>
                <a:latin typeface="Courier New"/>
                <a:ea typeface="Courier New"/>
                <a:cs typeface="Courier New"/>
              </a:defRPr>
            </a:lvl4pPr>
            <a:lvl5pPr>
              <a:defRPr sz="1500" b="0">
                <a:solidFill>
                  <a:srgbClr val="122B40"/>
                </a:solidFill>
                <a:latin typeface="Courier New"/>
                <a:ea typeface="Courier New"/>
                <a:cs typeface="Courier New"/>
              </a:defRPr>
            </a:lvl5pPr>
            <a:lvl6pPr>
              <a:defRPr sz="1500" b="0">
                <a:solidFill>
                  <a:srgbClr val="122B40"/>
                </a:solidFill>
                <a:latin typeface="Courier New"/>
                <a:ea typeface="Courier New"/>
                <a:cs typeface="Courier New"/>
              </a:defRPr>
            </a:lvl6pPr>
            <a:lvl7pPr>
              <a:defRPr sz="1500" b="0">
                <a:solidFill>
                  <a:srgbClr val="122B40"/>
                </a:solidFill>
                <a:latin typeface="Courier New"/>
                <a:ea typeface="Courier New"/>
                <a:cs typeface="Courier New"/>
              </a:defRPr>
            </a:lvl7pPr>
            <a:lvl8pPr>
              <a:defRPr sz="1500" b="0">
                <a:solidFill>
                  <a:srgbClr val="122B40"/>
                </a:solidFill>
                <a:latin typeface="Courier New"/>
                <a:ea typeface="Courier New"/>
                <a:cs typeface="Courier New"/>
              </a:defRPr>
            </a:lvl8pPr>
            <a:lvl9pPr>
              <a:defRPr sz="1500" b="0">
                <a:solidFill>
                  <a:srgbClr val="122B40"/>
                </a:solidFill>
                <a:latin typeface="Courier New"/>
                <a:ea typeface="Courier New"/>
                <a:cs typeface="Courier New"/>
              </a:defRPr>
            </a:lvl9pPr>
          </a:lstStyle>
          <a:p xmlns:a="http://schemas.openxmlformats.org/drawingml/2006/main">
            <a:pPr>
              <a:defRPr sz="1500" b="0">
                <a:solidFill>
                  <a:srgbClr val="122B40"/>
                </a:solidFill>
                <a:latin typeface="Courier New"/>
                <a:ea typeface="Courier New"/>
                <a:cs typeface="Courier New"/>
              </a:defRPr>
            </a:pPr>
            <a:r>
              <a:rPr sz="1500" b="0">
                <a:solidFill>
                  <a:srgbClr val="122B40"/>
                </a:solidFill>
                <a:latin typeface="Courier New"/>
                <a:ea typeface="Courier New"/>
                <a:cs typeface="Courier New"/>
              </a:rPr>
              <a:t>30                   24           0</a:t>
            </a:r>
          </a:p>
        </p:txBody>
      </p:sp>
      <p:sp>
        <p:nvSpPr>
          <p:cNvPr id="19" name="audit-updated-text">
            <a:extLst xmlns:a="http://schemas.openxmlformats.org/drawingml/2006/main">
              <a:ext uri="{FF2B5EF4-FFF2-40B4-BE49-F238E27FC236}">
                <a16:creationId xmlns:a16="http://schemas.microsoft.com/office/drawing/2014/main" id="{EDF17B72-A1BD-4A19-BD2F-2FBD5144F57C}"/>
              </a:ext>
            </a:extLst>
          </p:cNvPr>
          <p:cNvSpPr>
            <a:spLocks xmlns:a="http://schemas.openxmlformats.org/drawingml/2006/main" noGrp="1"/>
          </p:cNvSpPr>
          <p:nvPr/>
        </p:nvSpPr>
        <p:spPr>
          <a:xfrm xmlns:a="http://schemas.openxmlformats.org/drawingml/2006/main">
            <a:off x="419100" y="308610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defRPr sz="1350" b="0">
                <a:solidFill>
                  <a:srgbClr val="122B40"/>
                </a:solidFill>
                <a:latin typeface="Arial"/>
                <a:ea typeface="Arial"/>
                <a:cs typeface="Arial"/>
              </a:defRPr>
            </a:pPr>
            <a:r>
              <a:rPr sz="1350" b="0">
                <a:solidFill>
                  <a:srgbClr val="122B40"/>
                </a:solidFill>
                <a:latin typeface="Arial"/>
                <a:ea typeface="Arial"/>
                <a:cs typeface="Arial"/>
              </a:rPr>
              <a:t>Six rounds; accelerated 0.05-second tick. Shorter expiry can forget congestion sooner. Missing evidence does not guarantee capacity.</a:t>
            </a:r>
          </a:p>
        </p:txBody>
      </p:sp>
      <p:sp>
        <p:nvSpPr>
          <p:cNvPr id="20" name="audit-updated-text">
            <a:extLst xmlns:a="http://schemas.openxmlformats.org/drawingml/2006/main">
              <a:ext uri="{FF2B5EF4-FFF2-40B4-BE49-F238E27FC236}">
                <a16:creationId xmlns:a16="http://schemas.microsoft.com/office/drawing/2014/main" id="{29120539-5FB5-4C8C-9FF1-C53BD4A774E1}"/>
              </a:ext>
            </a:extLst>
          </p:cNvPr>
          <p:cNvSpPr>
            <a:spLocks xmlns:a="http://schemas.openxmlformats.org/drawingml/2006/main" noGrp="1"/>
          </p:cNvSpPr>
          <p:nvPr/>
        </p:nvSpPr>
        <p:spPr>
          <a:xfrm xmlns:a="http://schemas.openxmlformats.org/drawingml/2006/main">
            <a:off x="419100" y="3876675"/>
            <a:ext cx="809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defRPr sz="1350" b="0">
                <a:solidFill>
                  <a:srgbClr val="122B40"/>
                </a:solidFill>
                <a:latin typeface="Arial"/>
                <a:ea typeface="Arial"/>
                <a:cs typeface="Arial"/>
              </a:defRPr>
            </a:pPr>
            <a:r>
              <a:rPr sz="1350" b="0">
                <a:solidFill>
                  <a:srgbClr val="122B40"/>
                </a:solidFill>
                <a:latin typeface="Arial"/>
                <a:ea typeface="Arial"/>
                <a:cs typeface="Arial"/>
              </a:rPr>
              <a:t>Limitations: synthetic arrivals, global round barriers, inferred capacity and three repeats. Next: longer controlled runs, portable reports and candidate confirmation.</a:t>
            </a:r>
          </a:p>
        </p:txBody>
      </p:sp>
    </p:spTree>
    <p:extLst>
      <p:ext uri="{BB962C8B-B14F-4D97-AF65-F5344CB8AC3E}">
        <p14:creationId xmlns:p14="http://schemas.microsoft.com/office/powerpoint/2010/main" val="6697535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3-text">
            <a:extLst xmlns:a="http://schemas.openxmlformats.org/drawingml/2006/main">
              <a:ext uri="{FF2B5EF4-FFF2-40B4-BE49-F238E27FC236}">
                <a16:creationId xmlns:a16="http://schemas.microsoft.com/office/drawing/2014/main" id="{BA2114D7-A3D6-4752-A638-A7C893692058}"/>
              </a:ext>
            </a:extLst>
          </p:cNvPr>
          <p:cNvSpPr>
            <a:spLocks xmlns:a="http://schemas.openxmlformats.org/drawingml/2006/main" noGrp="1"/>
          </p:cNvSpPr>
          <p:nvPr/>
        </p:nvSpPr>
        <p:spPr>
          <a:xfrm xmlns:a="http://schemas.openxmlformats.org/drawingml/2006/main">
            <a:off x="419100" y="207645"/>
            <a:ext cx="1967865"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buNone/>
              <a:defRPr sz="750" b="1">
                <a:solidFill>
                  <a:srgbClr val="117C91"/>
                </a:solidFill>
                <a:latin typeface="Arial"/>
                <a:ea typeface="Arial"/>
                <a:cs typeface="Arial"/>
              </a:defRPr>
            </a:lvl1pPr>
            <a:lvl2pPr>
              <a:buNone/>
              <a:defRPr sz="750" b="1">
                <a:solidFill>
                  <a:srgbClr val="117C91"/>
                </a:solidFill>
                <a:latin typeface="Arial"/>
                <a:ea typeface="Arial"/>
                <a:cs typeface="Arial"/>
              </a:defRPr>
            </a:lvl2pPr>
            <a:lvl3pPr>
              <a:buNone/>
              <a:defRPr sz="750" b="1">
                <a:solidFill>
                  <a:srgbClr val="117C91"/>
                </a:solidFill>
                <a:latin typeface="Arial"/>
                <a:ea typeface="Arial"/>
                <a:cs typeface="Arial"/>
              </a:defRPr>
            </a:lvl3pPr>
            <a:lvl4pPr>
              <a:buNone/>
              <a:defRPr sz="750" b="1">
                <a:solidFill>
                  <a:srgbClr val="117C91"/>
                </a:solidFill>
                <a:latin typeface="Arial"/>
                <a:ea typeface="Arial"/>
                <a:cs typeface="Arial"/>
              </a:defRPr>
            </a:lvl4pPr>
            <a:lvl5pPr>
              <a:buNone/>
              <a:defRPr sz="750" b="1">
                <a:solidFill>
                  <a:srgbClr val="117C91"/>
                </a:solidFill>
                <a:latin typeface="Arial"/>
                <a:ea typeface="Arial"/>
                <a:cs typeface="Arial"/>
              </a:defRPr>
            </a:lvl5pPr>
            <a:lvl6pPr>
              <a:buNone/>
              <a:defRPr sz="750" b="1">
                <a:solidFill>
                  <a:srgbClr val="117C91"/>
                </a:solidFill>
                <a:latin typeface="Arial"/>
                <a:ea typeface="Arial"/>
                <a:cs typeface="Arial"/>
              </a:defRPr>
            </a:lvl6pPr>
            <a:lvl7pPr>
              <a:buNone/>
              <a:defRPr sz="750" b="1">
                <a:solidFill>
                  <a:srgbClr val="117C91"/>
                </a:solidFill>
                <a:latin typeface="Arial"/>
                <a:ea typeface="Arial"/>
                <a:cs typeface="Arial"/>
              </a:defRPr>
            </a:lvl7pPr>
            <a:lvl8pPr>
              <a:buNone/>
              <a:defRPr sz="750" b="1">
                <a:solidFill>
                  <a:srgbClr val="117C91"/>
                </a:solidFill>
                <a:latin typeface="Arial"/>
                <a:ea typeface="Arial"/>
                <a:cs typeface="Arial"/>
              </a:defRPr>
            </a:lvl8pPr>
            <a:lvl9pPr>
              <a:buNone/>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MAIN PRESENTATION</a:t>
            </a:r>
          </a:p>
        </p:txBody>
      </p:sp>
      <p:sp>
        <p:nvSpPr>
          <p:cNvPr id="2" name="slide-13-text">
            <a:extLst xmlns:a="http://schemas.openxmlformats.org/drawingml/2006/main">
              <a:ext uri="{FF2B5EF4-FFF2-40B4-BE49-F238E27FC236}">
                <a16:creationId xmlns:a16="http://schemas.microsoft.com/office/drawing/2014/main" id="{6819D93D-FF17-42CE-9E9A-121CCBF759E5}"/>
              </a:ext>
            </a:extLst>
          </p:cNvPr>
          <p:cNvSpPr>
            <a:spLocks xmlns:a="http://schemas.openxmlformats.org/drawingml/2006/main" noGrp="1"/>
          </p:cNvSpPr>
          <p:nvPr/>
        </p:nvSpPr>
        <p:spPr>
          <a:xfrm xmlns:a="http://schemas.openxmlformats.org/drawingml/2006/main">
            <a:off x="419100" y="451485"/>
            <a:ext cx="145446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buNone/>
              <a:defRPr sz="2250" b="1">
                <a:solidFill>
                  <a:srgbClr val="122B40"/>
                </a:solidFill>
                <a:latin typeface="Arial"/>
                <a:ea typeface="Arial"/>
                <a:cs typeface="Arial"/>
              </a:defRPr>
            </a:lvl1pPr>
            <a:lvl2pPr>
              <a:buNone/>
              <a:defRPr sz="2250" b="1">
                <a:solidFill>
                  <a:srgbClr val="122B40"/>
                </a:solidFill>
                <a:latin typeface="Arial"/>
                <a:ea typeface="Arial"/>
                <a:cs typeface="Arial"/>
              </a:defRPr>
            </a:lvl2pPr>
            <a:lvl3pPr>
              <a:buNone/>
              <a:defRPr sz="2250" b="1">
                <a:solidFill>
                  <a:srgbClr val="122B40"/>
                </a:solidFill>
                <a:latin typeface="Arial"/>
                <a:ea typeface="Arial"/>
                <a:cs typeface="Arial"/>
              </a:defRPr>
            </a:lvl3pPr>
            <a:lvl4pPr>
              <a:buNone/>
              <a:defRPr sz="2250" b="1">
                <a:solidFill>
                  <a:srgbClr val="122B40"/>
                </a:solidFill>
                <a:latin typeface="Arial"/>
                <a:ea typeface="Arial"/>
                <a:cs typeface="Arial"/>
              </a:defRPr>
            </a:lvl4pPr>
            <a:lvl5pPr>
              <a:buNone/>
              <a:defRPr sz="2250" b="1">
                <a:solidFill>
                  <a:srgbClr val="122B40"/>
                </a:solidFill>
                <a:latin typeface="Arial"/>
                <a:ea typeface="Arial"/>
                <a:cs typeface="Arial"/>
              </a:defRPr>
            </a:lvl5pPr>
            <a:lvl6pPr>
              <a:buNone/>
              <a:defRPr sz="2250" b="1">
                <a:solidFill>
                  <a:srgbClr val="122B40"/>
                </a:solidFill>
                <a:latin typeface="Arial"/>
                <a:ea typeface="Arial"/>
                <a:cs typeface="Arial"/>
              </a:defRPr>
            </a:lvl6pPr>
            <a:lvl7pPr>
              <a:buNone/>
              <a:defRPr sz="2250" b="1">
                <a:solidFill>
                  <a:srgbClr val="122B40"/>
                </a:solidFill>
                <a:latin typeface="Arial"/>
                <a:ea typeface="Arial"/>
                <a:cs typeface="Arial"/>
              </a:defRPr>
            </a:lvl7pPr>
            <a:lvl8pPr>
              <a:buNone/>
              <a:defRPr sz="2250" b="1">
                <a:solidFill>
                  <a:srgbClr val="122B40"/>
                </a:solidFill>
                <a:latin typeface="Arial"/>
                <a:ea typeface="Arial"/>
                <a:cs typeface="Arial"/>
              </a:defRPr>
            </a:lvl8pPr>
            <a:lvl9pPr>
              <a:buNone/>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AI use declaration</a:t>
            </a:r>
          </a:p>
        </p:txBody>
      </p:sp>
      <p:sp>
        <p:nvSpPr>
          <p:cNvPr id="3" name="">
            <a:extLst xmlns:a="http://schemas.openxmlformats.org/drawingml/2006/main">
              <a:ext uri="{FF2B5EF4-FFF2-40B4-BE49-F238E27FC236}">
                <a16:creationId xmlns:a16="http://schemas.microsoft.com/office/drawing/2014/main" id="{1E06BDEE-8AA1-4E87-8B7B-89480D6B226B}"/>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3-text">
            <a:extLst xmlns:a="http://schemas.openxmlformats.org/drawingml/2006/main">
              <a:ext uri="{FF2B5EF4-FFF2-40B4-BE49-F238E27FC236}">
                <a16:creationId xmlns:a16="http://schemas.microsoft.com/office/drawing/2014/main" id="{09FB57F5-3C0D-461A-AC4E-4D075F43FCC4}"/>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buNone/>
              <a:defRPr sz="675" b="0">
                <a:solidFill>
                  <a:srgbClr val="52616E"/>
                </a:solidFill>
                <a:latin typeface="Arial"/>
                <a:ea typeface="Arial"/>
                <a:cs typeface="Arial"/>
              </a:defRPr>
            </a:lvl1pPr>
            <a:lvl2pPr>
              <a:buNone/>
              <a:defRPr sz="675" b="0">
                <a:solidFill>
                  <a:srgbClr val="52616E"/>
                </a:solidFill>
                <a:latin typeface="Arial"/>
                <a:ea typeface="Arial"/>
                <a:cs typeface="Arial"/>
              </a:defRPr>
            </a:lvl2pPr>
            <a:lvl3pPr>
              <a:buNone/>
              <a:defRPr sz="675" b="0">
                <a:solidFill>
                  <a:srgbClr val="52616E"/>
                </a:solidFill>
                <a:latin typeface="Arial"/>
                <a:ea typeface="Arial"/>
                <a:cs typeface="Arial"/>
              </a:defRPr>
            </a:lvl3pPr>
            <a:lvl4pPr>
              <a:buNone/>
              <a:defRPr sz="675" b="0">
                <a:solidFill>
                  <a:srgbClr val="52616E"/>
                </a:solidFill>
                <a:latin typeface="Arial"/>
                <a:ea typeface="Arial"/>
                <a:cs typeface="Arial"/>
              </a:defRPr>
            </a:lvl4pPr>
            <a:lvl5pPr>
              <a:buNone/>
              <a:defRPr sz="675" b="0">
                <a:solidFill>
                  <a:srgbClr val="52616E"/>
                </a:solidFill>
                <a:latin typeface="Arial"/>
                <a:ea typeface="Arial"/>
                <a:cs typeface="Arial"/>
              </a:defRPr>
            </a:lvl5pPr>
            <a:lvl6pPr>
              <a:buNone/>
              <a:defRPr sz="675" b="0">
                <a:solidFill>
                  <a:srgbClr val="52616E"/>
                </a:solidFill>
                <a:latin typeface="Arial"/>
                <a:ea typeface="Arial"/>
                <a:cs typeface="Arial"/>
              </a:defRPr>
            </a:lvl6pPr>
            <a:lvl7pPr>
              <a:buNone/>
              <a:defRPr sz="675" b="0">
                <a:solidFill>
                  <a:srgbClr val="52616E"/>
                </a:solidFill>
                <a:latin typeface="Arial"/>
                <a:ea typeface="Arial"/>
                <a:cs typeface="Arial"/>
              </a:defRPr>
            </a:lvl7pPr>
            <a:lvl8pPr>
              <a:buNone/>
              <a:defRPr sz="675" b="0">
                <a:solidFill>
                  <a:srgbClr val="52616E"/>
                </a:solidFill>
                <a:latin typeface="Arial"/>
                <a:ea typeface="Arial"/>
                <a:cs typeface="Arial"/>
              </a:defRPr>
            </a:lvl8pPr>
            <a:lvl9pPr>
              <a:buNone/>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3-text">
            <a:extLst xmlns:a="http://schemas.openxmlformats.org/drawingml/2006/main">
              <a:ext uri="{FF2B5EF4-FFF2-40B4-BE49-F238E27FC236}">
                <a16:creationId xmlns:a16="http://schemas.microsoft.com/office/drawing/2014/main" id="{236528A5-1071-4953-8C9B-597B561A3738}"/>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buNone/>
              <a:defRPr sz="750" b="0">
                <a:solidFill>
                  <a:srgbClr val="52616E"/>
                </a:solidFill>
                <a:latin typeface="Arial"/>
                <a:ea typeface="Arial"/>
                <a:cs typeface="Arial"/>
              </a:defRPr>
            </a:lvl1pPr>
            <a:lvl2pPr>
              <a:buNone/>
              <a:defRPr sz="750" b="0">
                <a:solidFill>
                  <a:srgbClr val="52616E"/>
                </a:solidFill>
                <a:latin typeface="Arial"/>
                <a:ea typeface="Arial"/>
                <a:cs typeface="Arial"/>
              </a:defRPr>
            </a:lvl2pPr>
            <a:lvl3pPr>
              <a:buNone/>
              <a:defRPr sz="750" b="0">
                <a:solidFill>
                  <a:srgbClr val="52616E"/>
                </a:solidFill>
                <a:latin typeface="Arial"/>
                <a:ea typeface="Arial"/>
                <a:cs typeface="Arial"/>
              </a:defRPr>
            </a:lvl3pPr>
            <a:lvl4pPr>
              <a:buNone/>
              <a:defRPr sz="750" b="0">
                <a:solidFill>
                  <a:srgbClr val="52616E"/>
                </a:solidFill>
                <a:latin typeface="Arial"/>
                <a:ea typeface="Arial"/>
                <a:cs typeface="Arial"/>
              </a:defRPr>
            </a:lvl4pPr>
            <a:lvl5pPr>
              <a:buNone/>
              <a:defRPr sz="750" b="0">
                <a:solidFill>
                  <a:srgbClr val="52616E"/>
                </a:solidFill>
                <a:latin typeface="Arial"/>
                <a:ea typeface="Arial"/>
                <a:cs typeface="Arial"/>
              </a:defRPr>
            </a:lvl5pPr>
            <a:lvl6pPr>
              <a:buNone/>
              <a:defRPr sz="750" b="0">
                <a:solidFill>
                  <a:srgbClr val="52616E"/>
                </a:solidFill>
                <a:latin typeface="Arial"/>
                <a:ea typeface="Arial"/>
                <a:cs typeface="Arial"/>
              </a:defRPr>
            </a:lvl6pPr>
            <a:lvl7pPr>
              <a:buNone/>
              <a:defRPr sz="750" b="0">
                <a:solidFill>
                  <a:srgbClr val="52616E"/>
                </a:solidFill>
                <a:latin typeface="Arial"/>
                <a:ea typeface="Arial"/>
                <a:cs typeface="Arial"/>
              </a:defRPr>
            </a:lvl7pPr>
            <a:lvl8pPr>
              <a:buNone/>
              <a:defRPr sz="750" b="0">
                <a:solidFill>
                  <a:srgbClr val="52616E"/>
                </a:solidFill>
                <a:latin typeface="Arial"/>
                <a:ea typeface="Arial"/>
                <a:cs typeface="Arial"/>
              </a:defRPr>
            </a:lvl8pPr>
            <a:lvl9pPr>
              <a:buNone/>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13</a:t>
            </a:r>
          </a:p>
        </p:txBody>
      </p:sp>
      <p:sp>
        <p:nvSpPr>
          <p:cNvPr id="12" name="">
            <a:extLst xmlns:a="http://schemas.openxmlformats.org/drawingml/2006/main">
              <a:ext uri="{FF2B5EF4-FFF2-40B4-BE49-F238E27FC236}">
                <a16:creationId xmlns:a16="http://schemas.microsoft.com/office/drawing/2014/main" id="{02356BB7-D879-4A74-94AD-9BAA798BE6F1}"/>
              </a:ext>
            </a:extLst>
          </p:cNvPr>
          <p:cNvSpPr>
            <a:spLocks xmlns:a="http://schemas.openxmlformats.org/drawingml/2006/main" noGrp="1"/>
          </p:cNvSpPr>
          <p:nvPr/>
        </p:nvSpPr>
        <p:spPr>
          <a:xfrm xmlns:a="http://schemas.openxmlformats.org/drawingml/2006/main">
            <a:off x="419100" y="12001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17C91"/>
                </a:solidFill>
                <a:latin typeface="Arial"/>
                <a:ea typeface="Arial"/>
                <a:cs typeface="Arial"/>
              </a:defRPr>
            </a:defPPr>
            <a:lvl1pPr>
              <a:defRPr sz="1350" b="1">
                <a:solidFill>
                  <a:srgbClr val="117C91"/>
                </a:solidFill>
                <a:latin typeface="Arial"/>
                <a:ea typeface="Arial"/>
                <a:cs typeface="Arial"/>
              </a:defRPr>
            </a:lvl1pPr>
            <a:lvl2pPr>
              <a:defRPr sz="1350" b="1">
                <a:solidFill>
                  <a:srgbClr val="117C91"/>
                </a:solidFill>
                <a:latin typeface="Arial"/>
                <a:ea typeface="Arial"/>
                <a:cs typeface="Arial"/>
              </a:defRPr>
            </a:lvl2pPr>
            <a:lvl3pPr>
              <a:defRPr sz="1350" b="1">
                <a:solidFill>
                  <a:srgbClr val="117C91"/>
                </a:solidFill>
                <a:latin typeface="Arial"/>
                <a:ea typeface="Arial"/>
                <a:cs typeface="Arial"/>
              </a:defRPr>
            </a:lvl3pPr>
            <a:lvl4pPr>
              <a:defRPr sz="1350" b="1">
                <a:solidFill>
                  <a:srgbClr val="117C91"/>
                </a:solidFill>
                <a:latin typeface="Arial"/>
                <a:ea typeface="Arial"/>
                <a:cs typeface="Arial"/>
              </a:defRPr>
            </a:lvl4pPr>
            <a:lvl5pPr>
              <a:defRPr sz="1350" b="1">
                <a:solidFill>
                  <a:srgbClr val="117C91"/>
                </a:solidFill>
                <a:latin typeface="Arial"/>
                <a:ea typeface="Arial"/>
                <a:cs typeface="Arial"/>
              </a:defRPr>
            </a:lvl5pPr>
            <a:lvl6pPr>
              <a:defRPr sz="1350" b="1">
                <a:solidFill>
                  <a:srgbClr val="117C91"/>
                </a:solidFill>
                <a:latin typeface="Arial"/>
                <a:ea typeface="Arial"/>
                <a:cs typeface="Arial"/>
              </a:defRPr>
            </a:lvl6pPr>
            <a:lvl7pPr>
              <a:defRPr sz="1350" b="1">
                <a:solidFill>
                  <a:srgbClr val="117C91"/>
                </a:solidFill>
                <a:latin typeface="Arial"/>
                <a:ea typeface="Arial"/>
                <a:cs typeface="Arial"/>
              </a:defRPr>
            </a:lvl7pPr>
            <a:lvl8pPr>
              <a:defRPr sz="1350" b="1">
                <a:solidFill>
                  <a:srgbClr val="117C91"/>
                </a:solidFill>
                <a:latin typeface="Arial"/>
                <a:ea typeface="Arial"/>
                <a:cs typeface="Arial"/>
              </a:defRPr>
            </a:lvl8pPr>
            <a:lvl9pPr>
              <a:defRPr sz="1350" b="1">
                <a:solidFill>
                  <a:srgbClr val="117C91"/>
                </a:solidFill>
                <a:latin typeface="Arial"/>
                <a:ea typeface="Arial"/>
                <a:cs typeface="Arial"/>
              </a:defRPr>
            </a:lvl9pPr>
          </a:lstStyle>
          <a:p xmlns:a="http://schemas.openxmlformats.org/drawingml/2006/main">
            <a:pPr>
              <a:defRPr sz="1350" b="1">
                <a:solidFill>
                  <a:srgbClr val="117C91"/>
                </a:solidFill>
                <a:latin typeface="Arial"/>
                <a:ea typeface="Arial"/>
                <a:cs typeface="Arial"/>
              </a:defRPr>
            </a:pPr>
            <a:r>
              <a:rPr sz="1350" b="1">
                <a:solidFill>
                  <a:srgbClr val="117C91"/>
                </a:solidFill>
                <a:latin typeface="Arial"/>
                <a:ea typeface="Arial"/>
                <a:cs typeface="Arial"/>
              </a:rPr>
              <a:t>Tool and scope</a:t>
            </a:r>
          </a:p>
        </p:txBody>
      </p:sp>
      <p:sp>
        <p:nvSpPr>
          <p:cNvPr id="13" name="">
            <a:extLst xmlns:a="http://schemas.openxmlformats.org/drawingml/2006/main">
              <a:ext uri="{FF2B5EF4-FFF2-40B4-BE49-F238E27FC236}">
                <a16:creationId xmlns:a16="http://schemas.microsoft.com/office/drawing/2014/main" id="{F0C347D3-ECF4-4449-80CF-A31B04AFBF7B}"/>
              </a:ext>
            </a:extLst>
          </p:cNvPr>
          <p:cNvSpPr>
            <a:spLocks xmlns:a="http://schemas.openxmlformats.org/drawingml/2006/main" noGrp="1"/>
          </p:cNvSpPr>
          <p:nvPr/>
        </p:nvSpPr>
        <p:spPr>
          <a:xfrm xmlns:a="http://schemas.openxmlformats.org/drawingml/2006/main">
            <a:off x="419100" y="1504950"/>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defRPr sz="1350" b="0">
                <a:solidFill>
                  <a:srgbClr val="122B40"/>
                </a:solidFill>
                <a:latin typeface="Arial"/>
                <a:ea typeface="Arial"/>
                <a:cs typeface="Arial"/>
              </a:defRPr>
            </a:pPr>
            <a:r>
              <a:rPr sz="1350" b="0">
                <a:solidFill>
                  <a:srgbClr val="122B40"/>
                </a:solidFill>
                <a:latin typeface="Arial"/>
                <a:ea typeface="Arial"/>
                <a:cs typeface="Arial"/>
              </a:rPr>
              <a:t>OpenAI Codex substantially assisted implementation and documentation: code review and fixes, validation, CAAS execution, results analysis, graphs and slides.</a:t>
            </a:r>
          </a:p>
        </p:txBody>
      </p:sp>
      <p:sp>
        <p:nvSpPr>
          <p:cNvPr id="14" name="">
            <a:extLst xmlns:a="http://schemas.openxmlformats.org/drawingml/2006/main">
              <a:ext uri="{FF2B5EF4-FFF2-40B4-BE49-F238E27FC236}">
                <a16:creationId xmlns:a16="http://schemas.microsoft.com/office/drawing/2014/main" id="{618016FB-5CB3-408F-A746-04AB586F0A20}"/>
              </a:ext>
            </a:extLst>
          </p:cNvPr>
          <p:cNvSpPr>
            <a:spLocks xmlns:a="http://schemas.openxmlformats.org/drawingml/2006/main" noGrp="1"/>
          </p:cNvSpPr>
          <p:nvPr/>
        </p:nvSpPr>
        <p:spPr>
          <a:xfrm xmlns:a="http://schemas.openxmlformats.org/drawingml/2006/main">
            <a:off x="419100" y="23812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17C91"/>
                </a:solidFill>
                <a:latin typeface="Arial"/>
                <a:ea typeface="Arial"/>
                <a:cs typeface="Arial"/>
              </a:defRPr>
            </a:defPPr>
            <a:lvl1pPr>
              <a:defRPr sz="1350" b="1">
                <a:solidFill>
                  <a:srgbClr val="117C91"/>
                </a:solidFill>
                <a:latin typeface="Arial"/>
                <a:ea typeface="Arial"/>
                <a:cs typeface="Arial"/>
              </a:defRPr>
            </a:lvl1pPr>
            <a:lvl2pPr>
              <a:defRPr sz="1350" b="1">
                <a:solidFill>
                  <a:srgbClr val="117C91"/>
                </a:solidFill>
                <a:latin typeface="Arial"/>
                <a:ea typeface="Arial"/>
                <a:cs typeface="Arial"/>
              </a:defRPr>
            </a:lvl2pPr>
            <a:lvl3pPr>
              <a:defRPr sz="1350" b="1">
                <a:solidFill>
                  <a:srgbClr val="117C91"/>
                </a:solidFill>
                <a:latin typeface="Arial"/>
                <a:ea typeface="Arial"/>
                <a:cs typeface="Arial"/>
              </a:defRPr>
            </a:lvl3pPr>
            <a:lvl4pPr>
              <a:defRPr sz="1350" b="1">
                <a:solidFill>
                  <a:srgbClr val="117C91"/>
                </a:solidFill>
                <a:latin typeface="Arial"/>
                <a:ea typeface="Arial"/>
                <a:cs typeface="Arial"/>
              </a:defRPr>
            </a:lvl4pPr>
            <a:lvl5pPr>
              <a:defRPr sz="1350" b="1">
                <a:solidFill>
                  <a:srgbClr val="117C91"/>
                </a:solidFill>
                <a:latin typeface="Arial"/>
                <a:ea typeface="Arial"/>
                <a:cs typeface="Arial"/>
              </a:defRPr>
            </a:lvl5pPr>
            <a:lvl6pPr>
              <a:defRPr sz="1350" b="1">
                <a:solidFill>
                  <a:srgbClr val="117C91"/>
                </a:solidFill>
                <a:latin typeface="Arial"/>
                <a:ea typeface="Arial"/>
                <a:cs typeface="Arial"/>
              </a:defRPr>
            </a:lvl6pPr>
            <a:lvl7pPr>
              <a:defRPr sz="1350" b="1">
                <a:solidFill>
                  <a:srgbClr val="117C91"/>
                </a:solidFill>
                <a:latin typeface="Arial"/>
                <a:ea typeface="Arial"/>
                <a:cs typeface="Arial"/>
              </a:defRPr>
            </a:lvl7pPr>
            <a:lvl8pPr>
              <a:defRPr sz="1350" b="1">
                <a:solidFill>
                  <a:srgbClr val="117C91"/>
                </a:solidFill>
                <a:latin typeface="Arial"/>
                <a:ea typeface="Arial"/>
                <a:cs typeface="Arial"/>
              </a:defRPr>
            </a:lvl8pPr>
            <a:lvl9pPr>
              <a:defRPr sz="1350" b="1">
                <a:solidFill>
                  <a:srgbClr val="117C91"/>
                </a:solidFill>
                <a:latin typeface="Arial"/>
                <a:ea typeface="Arial"/>
                <a:cs typeface="Arial"/>
              </a:defRPr>
            </a:lvl9pPr>
          </a:lstStyle>
          <a:p xmlns:a="http://schemas.openxmlformats.org/drawingml/2006/main">
            <a:pPr>
              <a:defRPr sz="1350" b="1">
                <a:solidFill>
                  <a:srgbClr val="117C91"/>
                </a:solidFill>
                <a:latin typeface="Arial"/>
                <a:ea typeface="Arial"/>
                <a:cs typeface="Arial"/>
              </a:defRPr>
            </a:pPr>
            <a:r>
              <a:rPr sz="1350" b="1">
                <a:solidFill>
                  <a:srgbClr val="117C91"/>
                </a:solidFill>
                <a:latin typeface="Arial"/>
                <a:ea typeface="Arial"/>
                <a:cs typeface="Arial"/>
              </a:rPr>
              <a:t>Student responsibility</a:t>
            </a:r>
          </a:p>
        </p:txBody>
      </p:sp>
      <p:sp>
        <p:nvSpPr>
          <p:cNvPr id="15" name="">
            <a:extLst xmlns:a="http://schemas.openxmlformats.org/drawingml/2006/main">
              <a:ext uri="{FF2B5EF4-FFF2-40B4-BE49-F238E27FC236}">
                <a16:creationId xmlns:a16="http://schemas.microsoft.com/office/drawing/2014/main" id="{DAA81263-7230-43DD-A8F9-B050675539C3}"/>
              </a:ext>
            </a:extLst>
          </p:cNvPr>
          <p:cNvSpPr>
            <a:spLocks xmlns:a="http://schemas.openxmlformats.org/drawingml/2006/main" noGrp="1"/>
          </p:cNvSpPr>
          <p:nvPr/>
        </p:nvSpPr>
        <p:spPr>
          <a:xfrm xmlns:a="http://schemas.openxmlformats.org/drawingml/2006/main">
            <a:off x="419100" y="26860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defRPr sz="1350" b="0">
                <a:solidFill>
                  <a:srgbClr val="122B40"/>
                </a:solidFill>
                <a:latin typeface="Arial"/>
                <a:ea typeface="Arial"/>
                <a:cs typeface="Arial"/>
              </a:defRPr>
            </a:pPr>
            <a:r>
              <a:rPr sz="1350" b="0">
                <a:solidFill>
                  <a:srgbClr val="122B40"/>
                </a:solidFill>
                <a:latin typeface="Arial"/>
                <a:ea typeface="Arial"/>
                <a:cs typeface="Arial"/>
              </a:rPr>
              <a:t>Both students are responsible for understanding and verifying the submitted code, measurements and claims. AI-generated material is not claimed as independent student authorship.</a:t>
            </a:r>
          </a:p>
        </p:txBody>
      </p:sp>
      <p:sp>
        <p:nvSpPr>
          <p:cNvPr id="16" name="">
            <a:extLst xmlns:a="http://schemas.openxmlformats.org/drawingml/2006/main">
              <a:ext uri="{FF2B5EF4-FFF2-40B4-BE49-F238E27FC236}">
                <a16:creationId xmlns:a16="http://schemas.microsoft.com/office/drawing/2014/main" id="{9AC6EFE5-91EC-45D8-948D-498AFD136668}"/>
              </a:ext>
            </a:extLst>
          </p:cNvPr>
          <p:cNvSpPr>
            <a:spLocks xmlns:a="http://schemas.openxmlformats.org/drawingml/2006/main" noGrp="1"/>
          </p:cNvSpPr>
          <p:nvPr/>
        </p:nvSpPr>
        <p:spPr>
          <a:xfrm xmlns:a="http://schemas.openxmlformats.org/drawingml/2006/main">
            <a:off x="419100" y="36957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17C91"/>
                </a:solidFill>
                <a:latin typeface="Arial"/>
                <a:ea typeface="Arial"/>
                <a:cs typeface="Arial"/>
              </a:defRPr>
            </a:defPPr>
            <a:lvl1pPr>
              <a:defRPr sz="1350" b="1">
                <a:solidFill>
                  <a:srgbClr val="117C91"/>
                </a:solidFill>
                <a:latin typeface="Arial"/>
                <a:ea typeface="Arial"/>
                <a:cs typeface="Arial"/>
              </a:defRPr>
            </a:lvl1pPr>
            <a:lvl2pPr>
              <a:defRPr sz="1350" b="1">
                <a:solidFill>
                  <a:srgbClr val="117C91"/>
                </a:solidFill>
                <a:latin typeface="Arial"/>
                <a:ea typeface="Arial"/>
                <a:cs typeface="Arial"/>
              </a:defRPr>
            </a:lvl2pPr>
            <a:lvl3pPr>
              <a:defRPr sz="1350" b="1">
                <a:solidFill>
                  <a:srgbClr val="117C91"/>
                </a:solidFill>
                <a:latin typeface="Arial"/>
                <a:ea typeface="Arial"/>
                <a:cs typeface="Arial"/>
              </a:defRPr>
            </a:lvl3pPr>
            <a:lvl4pPr>
              <a:defRPr sz="1350" b="1">
                <a:solidFill>
                  <a:srgbClr val="117C91"/>
                </a:solidFill>
                <a:latin typeface="Arial"/>
                <a:ea typeface="Arial"/>
                <a:cs typeface="Arial"/>
              </a:defRPr>
            </a:lvl4pPr>
            <a:lvl5pPr>
              <a:defRPr sz="1350" b="1">
                <a:solidFill>
                  <a:srgbClr val="117C91"/>
                </a:solidFill>
                <a:latin typeface="Arial"/>
                <a:ea typeface="Arial"/>
                <a:cs typeface="Arial"/>
              </a:defRPr>
            </a:lvl5pPr>
            <a:lvl6pPr>
              <a:defRPr sz="1350" b="1">
                <a:solidFill>
                  <a:srgbClr val="117C91"/>
                </a:solidFill>
                <a:latin typeface="Arial"/>
                <a:ea typeface="Arial"/>
                <a:cs typeface="Arial"/>
              </a:defRPr>
            </a:lvl6pPr>
            <a:lvl7pPr>
              <a:defRPr sz="1350" b="1">
                <a:solidFill>
                  <a:srgbClr val="117C91"/>
                </a:solidFill>
                <a:latin typeface="Arial"/>
                <a:ea typeface="Arial"/>
                <a:cs typeface="Arial"/>
              </a:defRPr>
            </a:lvl7pPr>
            <a:lvl8pPr>
              <a:defRPr sz="1350" b="1">
                <a:solidFill>
                  <a:srgbClr val="117C91"/>
                </a:solidFill>
                <a:latin typeface="Arial"/>
                <a:ea typeface="Arial"/>
                <a:cs typeface="Arial"/>
              </a:defRPr>
            </a:lvl8pPr>
            <a:lvl9pPr>
              <a:defRPr sz="1350" b="1">
                <a:solidFill>
                  <a:srgbClr val="117C91"/>
                </a:solidFill>
                <a:latin typeface="Arial"/>
                <a:ea typeface="Arial"/>
                <a:cs typeface="Arial"/>
              </a:defRPr>
            </a:lvl9pPr>
          </a:lstStyle>
          <a:p xmlns:a="http://schemas.openxmlformats.org/drawingml/2006/main">
            <a:pPr>
              <a:defRPr sz="1350" b="1">
                <a:solidFill>
                  <a:srgbClr val="117C91"/>
                </a:solidFill>
                <a:latin typeface="Arial"/>
                <a:ea typeface="Arial"/>
                <a:cs typeface="Arial"/>
              </a:defRPr>
            </a:pPr>
            <a:r>
              <a:rPr sz="1350" b="1">
                <a:solidFill>
                  <a:srgbClr val="117C91"/>
                </a:solidFill>
                <a:latin typeface="Arial"/>
                <a:ea typeface="Arial"/>
                <a:cs typeface="Arial"/>
              </a:rPr>
              <a:t>Prompt records and assessment</a:t>
            </a:r>
          </a:p>
        </p:txBody>
      </p:sp>
      <p:sp>
        <p:nvSpPr>
          <p:cNvPr id="17" name="">
            <a:extLst xmlns:a="http://schemas.openxmlformats.org/drawingml/2006/main">
              <a:ext uri="{FF2B5EF4-FFF2-40B4-BE49-F238E27FC236}">
                <a16:creationId xmlns:a16="http://schemas.microsoft.com/office/drawing/2014/main" id="{B60156CF-1E09-4A73-BA49-F27CE592EAD0}"/>
              </a:ext>
            </a:extLst>
          </p:cNvPr>
          <p:cNvSpPr>
            <a:spLocks xmlns:a="http://schemas.openxmlformats.org/drawingml/2006/main" noGrp="1"/>
          </p:cNvSpPr>
          <p:nvPr/>
        </p:nvSpPr>
        <p:spPr>
          <a:xfrm xmlns:a="http://schemas.openxmlformats.org/drawingml/2006/main">
            <a:off x="419100" y="4000500"/>
            <a:ext cx="809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22B40"/>
                </a:solidFill>
                <a:latin typeface="Arial"/>
                <a:ea typeface="Arial"/>
                <a:cs typeface="Arial"/>
              </a:defRPr>
            </a:defPPr>
            <a:lvl1pPr>
              <a:defRPr sz="1350" b="0">
                <a:solidFill>
                  <a:srgbClr val="122B40"/>
                </a:solidFill>
                <a:latin typeface="Arial"/>
                <a:ea typeface="Arial"/>
                <a:cs typeface="Arial"/>
              </a:defRPr>
            </a:lvl1pPr>
            <a:lvl2pPr>
              <a:defRPr sz="1350" b="0">
                <a:solidFill>
                  <a:srgbClr val="122B40"/>
                </a:solidFill>
                <a:latin typeface="Arial"/>
                <a:ea typeface="Arial"/>
                <a:cs typeface="Arial"/>
              </a:defRPr>
            </a:lvl2pPr>
            <a:lvl3pPr>
              <a:defRPr sz="1350" b="0">
                <a:solidFill>
                  <a:srgbClr val="122B40"/>
                </a:solidFill>
                <a:latin typeface="Arial"/>
                <a:ea typeface="Arial"/>
                <a:cs typeface="Arial"/>
              </a:defRPr>
            </a:lvl3pPr>
            <a:lvl4pPr>
              <a:defRPr sz="1350" b="0">
                <a:solidFill>
                  <a:srgbClr val="122B40"/>
                </a:solidFill>
                <a:latin typeface="Arial"/>
                <a:ea typeface="Arial"/>
                <a:cs typeface="Arial"/>
              </a:defRPr>
            </a:lvl4pPr>
            <a:lvl5pPr>
              <a:defRPr sz="1350" b="0">
                <a:solidFill>
                  <a:srgbClr val="122B40"/>
                </a:solidFill>
                <a:latin typeface="Arial"/>
                <a:ea typeface="Arial"/>
                <a:cs typeface="Arial"/>
              </a:defRPr>
            </a:lvl5pPr>
            <a:lvl6pPr>
              <a:defRPr sz="1350" b="0">
                <a:solidFill>
                  <a:srgbClr val="122B40"/>
                </a:solidFill>
                <a:latin typeface="Arial"/>
                <a:ea typeface="Arial"/>
                <a:cs typeface="Arial"/>
              </a:defRPr>
            </a:lvl6pPr>
            <a:lvl7pPr>
              <a:defRPr sz="1350" b="0">
                <a:solidFill>
                  <a:srgbClr val="122B40"/>
                </a:solidFill>
                <a:latin typeface="Arial"/>
                <a:ea typeface="Arial"/>
                <a:cs typeface="Arial"/>
              </a:defRPr>
            </a:lvl7pPr>
            <a:lvl8pPr>
              <a:defRPr sz="1350" b="0">
                <a:solidFill>
                  <a:srgbClr val="122B40"/>
                </a:solidFill>
                <a:latin typeface="Arial"/>
                <a:ea typeface="Arial"/>
                <a:cs typeface="Arial"/>
              </a:defRPr>
            </a:lvl8pPr>
            <a:lvl9pPr>
              <a:defRPr sz="1350" b="0">
                <a:solidFill>
                  <a:srgbClr val="122B40"/>
                </a:solidFill>
                <a:latin typeface="Arial"/>
                <a:ea typeface="Arial"/>
                <a:cs typeface="Arial"/>
              </a:defRPr>
            </a:lvl9pPr>
          </a:lstStyle>
          <a:p xmlns:a="http://schemas.openxmlformats.org/drawingml/2006/main">
            <a:pPr>
              <a:defRPr sz="1350" b="0">
                <a:solidFill>
                  <a:srgbClr val="122B40"/>
                </a:solidFill>
                <a:latin typeface="Arial"/>
                <a:ea typeface="Arial"/>
                <a:cs typeface="Arial"/>
              </a:defRPr>
            </a:pPr>
            <a:r>
              <a:rPr sz="1350" b="0">
                <a:solidFill>
                  <a:srgbClr val="122B40"/>
                </a:solidFill>
                <a:latin typeface="Arial"/>
                <a:ea typeface="Arial"/>
                <a:cs typeface="Arial"/>
              </a:rPr>
              <a:t>Available prompts are retained in AI_Prompt_Records.pdf; unprovided histories have not been reconstructed. AI assisted preparation and did not perform an assessed presentation, interview or Moodle submission.</a:t>
            </a:r>
          </a:p>
        </p:txBody>
      </p:sp>
    </p:spTree>
    <p:extLst>
      <p:ext uri="{BB962C8B-B14F-4D97-AF65-F5344CB8AC3E}">
        <p14:creationId xmlns:p14="http://schemas.microsoft.com/office/powerpoint/2010/main" val="1068150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4-text">
            <a:extLst xmlns:a="http://schemas.openxmlformats.org/drawingml/2006/main">
              <a:ext uri="{FF2B5EF4-FFF2-40B4-BE49-F238E27FC236}">
                <a16:creationId xmlns:a16="http://schemas.microsoft.com/office/drawing/2014/main" id="{70CC8468-5C48-4025-A125-C0F887CBFE53}"/>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14-text">
            <a:extLst xmlns:a="http://schemas.openxmlformats.org/drawingml/2006/main">
              <a:ext uri="{FF2B5EF4-FFF2-40B4-BE49-F238E27FC236}">
                <a16:creationId xmlns:a16="http://schemas.microsoft.com/office/drawing/2014/main" id="{26FD28CC-8DEE-49C7-B6E4-CFE512710E68}"/>
              </a:ext>
            </a:extLst>
          </p:cNvPr>
          <p:cNvSpPr>
            <a:spLocks xmlns:a="http://schemas.openxmlformats.org/drawingml/2006/main" noGrp="1"/>
          </p:cNvSpPr>
          <p:nvPr/>
        </p:nvSpPr>
        <p:spPr>
          <a:xfrm xmlns:a="http://schemas.openxmlformats.org/drawingml/2006/main">
            <a:off x="419100" y="451485"/>
            <a:ext cx="324869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Neighbour query phase</a:t>
            </a:r>
          </a:p>
        </p:txBody>
      </p:sp>
      <p:sp>
        <p:nvSpPr>
          <p:cNvPr id="3" name="">
            <a:extLst xmlns:a="http://schemas.openxmlformats.org/drawingml/2006/main">
              <a:ext uri="{FF2B5EF4-FFF2-40B4-BE49-F238E27FC236}">
                <a16:creationId xmlns:a16="http://schemas.microsoft.com/office/drawing/2014/main" id="{313B1136-0603-44B0-9526-9E529347EF04}"/>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4-text">
            <a:extLst xmlns:a="http://schemas.openxmlformats.org/drawingml/2006/main">
              <a:ext uri="{FF2B5EF4-FFF2-40B4-BE49-F238E27FC236}">
                <a16:creationId xmlns:a16="http://schemas.microsoft.com/office/drawing/2014/main" id="{59DC0200-9A9B-41BA-9474-D22960240C47}"/>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4-text">
            <a:extLst xmlns:a="http://schemas.openxmlformats.org/drawingml/2006/main">
              <a:ext uri="{FF2B5EF4-FFF2-40B4-BE49-F238E27FC236}">
                <a16:creationId xmlns:a16="http://schemas.microsoft.com/office/drawing/2014/main" id="{37EC31CE-4FF6-4D98-8FEB-83ED67D48B51}"/>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14</a:t>
            </a:r>
          </a:p>
        </p:txBody>
      </p:sp>
      <p:graphicFrame>
        <p:nvGraphicFramePr>
          <p:cNvPr id="6" name="Chart">
            <a:extLst xmlns:a="http://schemas.openxmlformats.org/drawingml/2006/main">
              <a:ext uri="{FF2B5EF4-FFF2-40B4-BE49-F238E27FC236}">
                <a16:creationId xmlns:a16="http://schemas.microsoft.com/office/drawing/2014/main" id="{5D6412C9-C2C2-4111-A23B-60BBFA96550D}"/>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4ab0031df1c243c1"/>
          </a:graphicData>
        </a:graphic>
      </p:graphicFrame>
      <p:graphicFrame>
        <p:nvGraphicFramePr>
          <p:cNvPr id="7" name="Chart">
            <a:extLst xmlns:a="http://schemas.openxmlformats.org/drawingml/2006/main">
              <a:ext uri="{FF2B5EF4-FFF2-40B4-BE49-F238E27FC236}">
                <a16:creationId xmlns:a16="http://schemas.microsoft.com/office/drawing/2014/main" id="{85F826F1-CB60-49FF-815C-BFAE4E8A04D7}"/>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68f3f8b719b44893"/>
          </a:graphicData>
        </a:graphic>
      </p:graphicFrame>
      <p:sp>
        <p:nvSpPr>
          <p:cNvPr id="8" name="slide-14-text">
            <a:extLst xmlns:a="http://schemas.openxmlformats.org/drawingml/2006/main">
              <a:ext uri="{FF2B5EF4-FFF2-40B4-BE49-F238E27FC236}">
                <a16:creationId xmlns:a16="http://schemas.microsoft.com/office/drawing/2014/main" id="{BA2FCDC6-2190-4D7A-8EB7-51C0BDE20620}"/>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1061376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5-text">
            <a:extLst xmlns:a="http://schemas.openxmlformats.org/drawingml/2006/main">
              <a:ext uri="{FF2B5EF4-FFF2-40B4-BE49-F238E27FC236}">
                <a16:creationId xmlns:a16="http://schemas.microsoft.com/office/drawing/2014/main" id="{180D3DDC-6191-4D17-BC3C-5E84C0CDBF6D}"/>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15-text">
            <a:extLst xmlns:a="http://schemas.openxmlformats.org/drawingml/2006/main">
              <a:ext uri="{FF2B5EF4-FFF2-40B4-BE49-F238E27FC236}">
                <a16:creationId xmlns:a16="http://schemas.microsoft.com/office/drawing/2014/main" id="{1EA4646D-0C29-46D4-B818-4FCD711AB585}"/>
              </a:ext>
            </a:extLst>
          </p:cNvPr>
          <p:cNvSpPr>
            <a:spLocks xmlns:a="http://schemas.openxmlformats.org/drawingml/2006/main" noGrp="1"/>
          </p:cNvSpPr>
          <p:nvPr/>
        </p:nvSpPr>
        <p:spPr>
          <a:xfrm xmlns:a="http://schemas.openxmlformats.org/drawingml/2006/main">
            <a:off x="419100" y="451485"/>
            <a:ext cx="315353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Neighbour reply phase</a:t>
            </a:r>
          </a:p>
        </p:txBody>
      </p:sp>
      <p:sp>
        <p:nvSpPr>
          <p:cNvPr id="3" name="">
            <a:extLst xmlns:a="http://schemas.openxmlformats.org/drawingml/2006/main">
              <a:ext uri="{FF2B5EF4-FFF2-40B4-BE49-F238E27FC236}">
                <a16:creationId xmlns:a16="http://schemas.microsoft.com/office/drawing/2014/main" id="{C72334FD-DB8E-4B02-B91E-059C384BBD04}"/>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5-text">
            <a:extLst xmlns:a="http://schemas.openxmlformats.org/drawingml/2006/main">
              <a:ext uri="{FF2B5EF4-FFF2-40B4-BE49-F238E27FC236}">
                <a16:creationId xmlns:a16="http://schemas.microsoft.com/office/drawing/2014/main" id="{B6EBB40D-9154-4C1D-B0A1-2381B108449B}"/>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5-text">
            <a:extLst xmlns:a="http://schemas.openxmlformats.org/drawingml/2006/main">
              <a:ext uri="{FF2B5EF4-FFF2-40B4-BE49-F238E27FC236}">
                <a16:creationId xmlns:a16="http://schemas.microsoft.com/office/drawing/2014/main" id="{81F67184-BDAD-4E10-94F1-B34D5BB5C965}"/>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15</a:t>
            </a:r>
          </a:p>
        </p:txBody>
      </p:sp>
      <p:graphicFrame>
        <p:nvGraphicFramePr>
          <p:cNvPr id="6" name="Chart">
            <a:extLst xmlns:a="http://schemas.openxmlformats.org/drawingml/2006/main">
              <a:ext uri="{FF2B5EF4-FFF2-40B4-BE49-F238E27FC236}">
                <a16:creationId xmlns:a16="http://schemas.microsoft.com/office/drawing/2014/main" id="{1325840C-419D-411F-9F2F-92C6779500E8}"/>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d1ef8869c4594202"/>
          </a:graphicData>
        </a:graphic>
      </p:graphicFrame>
      <p:graphicFrame>
        <p:nvGraphicFramePr>
          <p:cNvPr id="7" name="Chart">
            <a:extLst xmlns:a="http://schemas.openxmlformats.org/drawingml/2006/main">
              <a:ext uri="{FF2B5EF4-FFF2-40B4-BE49-F238E27FC236}">
                <a16:creationId xmlns:a16="http://schemas.microsoft.com/office/drawing/2014/main" id="{BD1236BA-02D0-49F3-85EE-C060C51A79A7}"/>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c2c3544950244604"/>
          </a:graphicData>
        </a:graphic>
      </p:graphicFrame>
      <p:sp>
        <p:nvSpPr>
          <p:cNvPr id="8" name="slide-15-text">
            <a:extLst xmlns:a="http://schemas.openxmlformats.org/drawingml/2006/main">
              <a:ext uri="{FF2B5EF4-FFF2-40B4-BE49-F238E27FC236}">
                <a16:creationId xmlns:a16="http://schemas.microsoft.com/office/drawing/2014/main" id="{BA5E6F9E-D44F-448E-BFFE-074DE8CC6F8C}"/>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16596768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6-text">
            <a:extLst xmlns:a="http://schemas.openxmlformats.org/drawingml/2006/main">
              <a:ext uri="{FF2B5EF4-FFF2-40B4-BE49-F238E27FC236}">
                <a16:creationId xmlns:a16="http://schemas.microsoft.com/office/drawing/2014/main" id="{D86EF881-9091-4B44-8988-961860ADACA0}"/>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16-text">
            <a:extLst xmlns:a="http://schemas.openxmlformats.org/drawingml/2006/main">
              <a:ext uri="{FF2B5EF4-FFF2-40B4-BE49-F238E27FC236}">
                <a16:creationId xmlns:a16="http://schemas.microsoft.com/office/drawing/2014/main" id="{56DBA90D-DDF5-4BEA-B4A0-76EBCE4ECB52}"/>
              </a:ext>
            </a:extLst>
          </p:cNvPr>
          <p:cNvSpPr>
            <a:spLocks xmlns:a="http://schemas.openxmlformats.org/drawingml/2006/main" noGrp="1"/>
          </p:cNvSpPr>
          <p:nvPr/>
        </p:nvSpPr>
        <p:spPr>
          <a:xfrm xmlns:a="http://schemas.openxmlformats.org/drawingml/2006/main">
            <a:off x="419100" y="451485"/>
            <a:ext cx="305809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Alert send completion</a:t>
            </a:r>
          </a:p>
        </p:txBody>
      </p:sp>
      <p:sp>
        <p:nvSpPr>
          <p:cNvPr id="3" name="">
            <a:extLst xmlns:a="http://schemas.openxmlformats.org/drawingml/2006/main">
              <a:ext uri="{FF2B5EF4-FFF2-40B4-BE49-F238E27FC236}">
                <a16:creationId xmlns:a16="http://schemas.microsoft.com/office/drawing/2014/main" id="{D2168907-22B7-4BB8-93E2-B5E13304237B}"/>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6-text">
            <a:extLst xmlns:a="http://schemas.openxmlformats.org/drawingml/2006/main">
              <a:ext uri="{FF2B5EF4-FFF2-40B4-BE49-F238E27FC236}">
                <a16:creationId xmlns:a16="http://schemas.microsoft.com/office/drawing/2014/main" id="{A034499C-6252-4875-80BB-DBEBFECB51AE}"/>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6-text">
            <a:extLst xmlns:a="http://schemas.openxmlformats.org/drawingml/2006/main">
              <a:ext uri="{FF2B5EF4-FFF2-40B4-BE49-F238E27FC236}">
                <a16:creationId xmlns:a16="http://schemas.microsoft.com/office/drawing/2014/main" id="{FFE5A101-82EF-4FD8-B1E6-7547D4A1232F}"/>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16</a:t>
            </a:r>
          </a:p>
        </p:txBody>
      </p:sp>
      <p:graphicFrame>
        <p:nvGraphicFramePr>
          <p:cNvPr id="6" name="Chart">
            <a:extLst xmlns:a="http://schemas.openxmlformats.org/drawingml/2006/main">
              <a:ext uri="{FF2B5EF4-FFF2-40B4-BE49-F238E27FC236}">
                <a16:creationId xmlns:a16="http://schemas.microsoft.com/office/drawing/2014/main" id="{8E673532-D33E-462C-8448-27C03C1E1AED}"/>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a3f76fc3f060443f"/>
          </a:graphicData>
        </a:graphic>
      </p:graphicFrame>
      <p:graphicFrame>
        <p:nvGraphicFramePr>
          <p:cNvPr id="7" name="Chart">
            <a:extLst xmlns:a="http://schemas.openxmlformats.org/drawingml/2006/main">
              <a:ext uri="{FF2B5EF4-FFF2-40B4-BE49-F238E27FC236}">
                <a16:creationId xmlns:a16="http://schemas.microsoft.com/office/drawing/2014/main" id="{2E428587-9B9C-4C6A-AD3A-D61FCB5DBC5E}"/>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f82083b23a0846eb"/>
          </a:graphicData>
        </a:graphic>
      </p:graphicFrame>
      <p:sp>
        <p:nvSpPr>
          <p:cNvPr id="8" name="slide-16-text">
            <a:extLst xmlns:a="http://schemas.openxmlformats.org/drawingml/2006/main">
              <a:ext uri="{FF2B5EF4-FFF2-40B4-BE49-F238E27FC236}">
                <a16:creationId xmlns:a16="http://schemas.microsoft.com/office/drawing/2014/main" id="{17E3896D-5B1F-462C-962B-CF90E82DAA8D}"/>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18543774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7-text">
            <a:extLst xmlns:a="http://schemas.openxmlformats.org/drawingml/2006/main">
              <a:ext uri="{FF2B5EF4-FFF2-40B4-BE49-F238E27FC236}">
                <a16:creationId xmlns:a16="http://schemas.microsoft.com/office/drawing/2014/main" id="{1787BD7A-E56C-46FF-BC05-66F62EFA8205}"/>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17-text">
            <a:extLst xmlns:a="http://schemas.openxmlformats.org/drawingml/2006/main">
              <a:ext uri="{FF2B5EF4-FFF2-40B4-BE49-F238E27FC236}">
                <a16:creationId xmlns:a16="http://schemas.microsoft.com/office/drawing/2014/main" id="{7508BB17-B941-4E07-8A3A-C0E4100F69D9}"/>
              </a:ext>
            </a:extLst>
          </p:cNvPr>
          <p:cNvSpPr>
            <a:spLocks xmlns:a="http://schemas.openxmlformats.org/drawingml/2006/main" noGrp="1"/>
          </p:cNvSpPr>
          <p:nvPr/>
        </p:nvSpPr>
        <p:spPr>
          <a:xfrm xmlns:a="http://schemas.openxmlformats.org/drawingml/2006/main">
            <a:off x="419100" y="451485"/>
            <a:ext cx="3868484"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Redirect receive completion</a:t>
            </a:r>
          </a:p>
        </p:txBody>
      </p:sp>
      <p:sp>
        <p:nvSpPr>
          <p:cNvPr id="3" name="">
            <a:extLst xmlns:a="http://schemas.openxmlformats.org/drawingml/2006/main">
              <a:ext uri="{FF2B5EF4-FFF2-40B4-BE49-F238E27FC236}">
                <a16:creationId xmlns:a16="http://schemas.microsoft.com/office/drawing/2014/main" id="{1328E063-2AB1-4849-A3F0-AD0FCA32953D}"/>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7-text">
            <a:extLst xmlns:a="http://schemas.openxmlformats.org/drawingml/2006/main">
              <a:ext uri="{FF2B5EF4-FFF2-40B4-BE49-F238E27FC236}">
                <a16:creationId xmlns:a16="http://schemas.microsoft.com/office/drawing/2014/main" id="{E9F0C3E2-FF3C-449E-A7E4-8C66249A73B3}"/>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7-text">
            <a:extLst xmlns:a="http://schemas.openxmlformats.org/drawingml/2006/main">
              <a:ext uri="{FF2B5EF4-FFF2-40B4-BE49-F238E27FC236}">
                <a16:creationId xmlns:a16="http://schemas.microsoft.com/office/drawing/2014/main" id="{9739D2E9-B231-48BD-BADF-628F31646043}"/>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17</a:t>
            </a:r>
          </a:p>
        </p:txBody>
      </p:sp>
      <p:graphicFrame>
        <p:nvGraphicFramePr>
          <p:cNvPr id="6" name="Chart">
            <a:extLst xmlns:a="http://schemas.openxmlformats.org/drawingml/2006/main">
              <a:ext uri="{FF2B5EF4-FFF2-40B4-BE49-F238E27FC236}">
                <a16:creationId xmlns:a16="http://schemas.microsoft.com/office/drawing/2014/main" id="{5C1F39D9-DF91-43FF-B429-56F84F0AEB82}"/>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8faa00b84c224784"/>
          </a:graphicData>
        </a:graphic>
      </p:graphicFrame>
      <p:graphicFrame>
        <p:nvGraphicFramePr>
          <p:cNvPr id="7" name="Chart">
            <a:extLst xmlns:a="http://schemas.openxmlformats.org/drawingml/2006/main">
              <a:ext uri="{FF2B5EF4-FFF2-40B4-BE49-F238E27FC236}">
                <a16:creationId xmlns:a16="http://schemas.microsoft.com/office/drawing/2014/main" id="{EB4EF911-434F-460F-84B0-A8E52C4EB9C0}"/>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d434a432e53042af"/>
          </a:graphicData>
        </a:graphic>
      </p:graphicFrame>
      <p:sp>
        <p:nvSpPr>
          <p:cNvPr id="8" name="slide-17-text">
            <a:extLst xmlns:a="http://schemas.openxmlformats.org/drawingml/2006/main">
              <a:ext uri="{FF2B5EF4-FFF2-40B4-BE49-F238E27FC236}">
                <a16:creationId xmlns:a16="http://schemas.microsoft.com/office/drawing/2014/main" id="{5C2868E9-5B5F-4603-BF46-2FB77FD3AC58}"/>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16064168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8-text">
            <a:extLst xmlns:a="http://schemas.openxmlformats.org/drawingml/2006/main">
              <a:ext uri="{FF2B5EF4-FFF2-40B4-BE49-F238E27FC236}">
                <a16:creationId xmlns:a16="http://schemas.microsoft.com/office/drawing/2014/main" id="{A8C36395-8D67-4066-A99F-5A8A77231A7A}"/>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18-text">
            <a:extLst xmlns:a="http://schemas.openxmlformats.org/drawingml/2006/main">
              <a:ext uri="{FF2B5EF4-FFF2-40B4-BE49-F238E27FC236}">
                <a16:creationId xmlns:a16="http://schemas.microsoft.com/office/drawing/2014/main" id="{330584C2-1428-4CE7-BCB6-3B733350277B}"/>
              </a:ext>
            </a:extLst>
          </p:cNvPr>
          <p:cNvSpPr>
            <a:spLocks xmlns:a="http://schemas.openxmlformats.org/drawingml/2006/main" noGrp="1"/>
          </p:cNvSpPr>
          <p:nvPr/>
        </p:nvSpPr>
        <p:spPr>
          <a:xfrm xmlns:a="http://schemas.openxmlformats.org/drawingml/2006/main">
            <a:off x="419100" y="451485"/>
            <a:ext cx="2518029"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Control broadcast</a:t>
            </a:r>
          </a:p>
        </p:txBody>
      </p:sp>
      <p:sp>
        <p:nvSpPr>
          <p:cNvPr id="3" name="">
            <a:extLst xmlns:a="http://schemas.openxmlformats.org/drawingml/2006/main">
              <a:ext uri="{FF2B5EF4-FFF2-40B4-BE49-F238E27FC236}">
                <a16:creationId xmlns:a16="http://schemas.microsoft.com/office/drawing/2014/main" id="{88E9D48A-2552-48A7-97BD-E8C70FEEE299}"/>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8-text">
            <a:extLst xmlns:a="http://schemas.openxmlformats.org/drawingml/2006/main">
              <a:ext uri="{FF2B5EF4-FFF2-40B4-BE49-F238E27FC236}">
                <a16:creationId xmlns:a16="http://schemas.microsoft.com/office/drawing/2014/main" id="{C8B355B7-8A4B-4C03-AAA3-8525AFE4B831}"/>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8-text">
            <a:extLst xmlns:a="http://schemas.openxmlformats.org/drawingml/2006/main">
              <a:ext uri="{FF2B5EF4-FFF2-40B4-BE49-F238E27FC236}">
                <a16:creationId xmlns:a16="http://schemas.microsoft.com/office/drawing/2014/main" id="{49ECC4FF-74BE-4EB2-A8A2-1FE838BF63BF}"/>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18</a:t>
            </a:r>
          </a:p>
        </p:txBody>
      </p:sp>
      <p:graphicFrame>
        <p:nvGraphicFramePr>
          <p:cNvPr id="6" name="Chart">
            <a:extLst xmlns:a="http://schemas.openxmlformats.org/drawingml/2006/main">
              <a:ext uri="{FF2B5EF4-FFF2-40B4-BE49-F238E27FC236}">
                <a16:creationId xmlns:a16="http://schemas.microsoft.com/office/drawing/2014/main" id="{A7B23EEB-FF7A-459C-90F7-2178C5C7C963}"/>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951255e508da480f"/>
          </a:graphicData>
        </a:graphic>
      </p:graphicFrame>
      <p:graphicFrame>
        <p:nvGraphicFramePr>
          <p:cNvPr id="7" name="Chart">
            <a:extLst xmlns:a="http://schemas.openxmlformats.org/drawingml/2006/main">
              <a:ext uri="{FF2B5EF4-FFF2-40B4-BE49-F238E27FC236}">
                <a16:creationId xmlns:a16="http://schemas.microsoft.com/office/drawing/2014/main" id="{DD22F6B2-E492-43E0-BE19-D78986A9E62A}"/>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ff6c3618575a4faf"/>
          </a:graphicData>
        </a:graphic>
      </p:graphicFrame>
      <p:sp>
        <p:nvSpPr>
          <p:cNvPr id="8" name="slide-18-text">
            <a:extLst xmlns:a="http://schemas.openxmlformats.org/drawingml/2006/main">
              <a:ext uri="{FF2B5EF4-FFF2-40B4-BE49-F238E27FC236}">
                <a16:creationId xmlns:a16="http://schemas.microsoft.com/office/drawing/2014/main" id="{46ECA27A-EE86-41D2-82E8-F60E55561E82}"/>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20316399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9-text">
            <a:extLst xmlns:a="http://schemas.openxmlformats.org/drawingml/2006/main">
              <a:ext uri="{FF2B5EF4-FFF2-40B4-BE49-F238E27FC236}">
                <a16:creationId xmlns:a16="http://schemas.microsoft.com/office/drawing/2014/main" id="{052CC821-0DBD-40EA-8E13-6759295D4F07}"/>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19-text">
            <a:extLst xmlns:a="http://schemas.openxmlformats.org/drawingml/2006/main">
              <a:ext uri="{FF2B5EF4-FFF2-40B4-BE49-F238E27FC236}">
                <a16:creationId xmlns:a16="http://schemas.microsoft.com/office/drawing/2014/main" id="{109E5ACF-235A-4215-97BB-2AD52A55F21B}"/>
              </a:ext>
            </a:extLst>
          </p:cNvPr>
          <p:cNvSpPr>
            <a:spLocks xmlns:a="http://schemas.openxmlformats.org/drawingml/2006/main" noGrp="1"/>
          </p:cNvSpPr>
          <p:nvPr/>
        </p:nvSpPr>
        <p:spPr>
          <a:xfrm xmlns:a="http://schemas.openxmlformats.org/drawingml/2006/main">
            <a:off x="419100" y="451485"/>
            <a:ext cx="2263997"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Alert-flag gather</a:t>
            </a:r>
          </a:p>
        </p:txBody>
      </p:sp>
      <p:sp>
        <p:nvSpPr>
          <p:cNvPr id="3" name="">
            <a:extLst xmlns:a="http://schemas.openxmlformats.org/drawingml/2006/main">
              <a:ext uri="{FF2B5EF4-FFF2-40B4-BE49-F238E27FC236}">
                <a16:creationId xmlns:a16="http://schemas.microsoft.com/office/drawing/2014/main" id="{03972130-A12A-4F7F-934C-29E9550DCBDE}"/>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19-text">
            <a:extLst xmlns:a="http://schemas.openxmlformats.org/drawingml/2006/main">
              <a:ext uri="{FF2B5EF4-FFF2-40B4-BE49-F238E27FC236}">
                <a16:creationId xmlns:a16="http://schemas.microsoft.com/office/drawing/2014/main" id="{E75D15B7-672E-4689-81D2-B0DB2C5DB564}"/>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19-text">
            <a:extLst xmlns:a="http://schemas.openxmlformats.org/drawingml/2006/main">
              <a:ext uri="{FF2B5EF4-FFF2-40B4-BE49-F238E27FC236}">
                <a16:creationId xmlns:a16="http://schemas.microsoft.com/office/drawing/2014/main" id="{FD57C032-D8DF-40AC-B3F4-3A3F214BC70C}"/>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19</a:t>
            </a:r>
          </a:p>
        </p:txBody>
      </p:sp>
      <p:graphicFrame>
        <p:nvGraphicFramePr>
          <p:cNvPr id="6" name="Chart">
            <a:extLst xmlns:a="http://schemas.openxmlformats.org/drawingml/2006/main">
              <a:ext uri="{FF2B5EF4-FFF2-40B4-BE49-F238E27FC236}">
                <a16:creationId xmlns:a16="http://schemas.microsoft.com/office/drawing/2014/main" id="{50A988A2-01FC-469E-ABF0-C002697666D9}"/>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cac8bdbe47124d4d"/>
          </a:graphicData>
        </a:graphic>
      </p:graphicFrame>
      <p:graphicFrame>
        <p:nvGraphicFramePr>
          <p:cNvPr id="7" name="Chart">
            <a:extLst xmlns:a="http://schemas.openxmlformats.org/drawingml/2006/main">
              <a:ext uri="{FF2B5EF4-FFF2-40B4-BE49-F238E27FC236}">
                <a16:creationId xmlns:a16="http://schemas.microsoft.com/office/drawing/2014/main" id="{7BD89528-57CA-42AB-A809-9F4550D985F2}"/>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c6e9640f12f44095"/>
          </a:graphicData>
        </a:graphic>
      </p:graphicFrame>
      <p:sp>
        <p:nvSpPr>
          <p:cNvPr id="8" name="slide-19-text">
            <a:extLst xmlns:a="http://schemas.openxmlformats.org/drawingml/2006/main">
              <a:ext uri="{FF2B5EF4-FFF2-40B4-BE49-F238E27FC236}">
                <a16:creationId xmlns:a16="http://schemas.microsoft.com/office/drawing/2014/main" id="{20166C2E-82DF-44E2-B067-347E77A768B1}"/>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18635180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0-text">
            <a:extLst xmlns:a="http://schemas.openxmlformats.org/drawingml/2006/main">
              <a:ext uri="{FF2B5EF4-FFF2-40B4-BE49-F238E27FC236}">
                <a16:creationId xmlns:a16="http://schemas.microsoft.com/office/drawing/2014/main" id="{33FA2CFC-F13A-482C-B363-D42AFAB48866}"/>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20-text">
            <a:extLst xmlns:a="http://schemas.openxmlformats.org/drawingml/2006/main">
              <a:ext uri="{FF2B5EF4-FFF2-40B4-BE49-F238E27FC236}">
                <a16:creationId xmlns:a16="http://schemas.microsoft.com/office/drawing/2014/main" id="{A36F3F44-BEF5-4BD7-8C56-3483676A7C92}"/>
              </a:ext>
            </a:extLst>
          </p:cNvPr>
          <p:cNvSpPr>
            <a:spLocks xmlns:a="http://schemas.openxmlformats.org/drawingml/2006/main" noGrp="1"/>
          </p:cNvSpPr>
          <p:nvPr/>
        </p:nvSpPr>
        <p:spPr>
          <a:xfrm xmlns:a="http://schemas.openxmlformats.org/drawingml/2006/main">
            <a:off x="419100" y="451485"/>
            <a:ext cx="2136553"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Shutdown ACK</a:t>
            </a:r>
          </a:p>
        </p:txBody>
      </p:sp>
      <p:sp>
        <p:nvSpPr>
          <p:cNvPr id="3" name="">
            <a:extLst xmlns:a="http://schemas.openxmlformats.org/drawingml/2006/main">
              <a:ext uri="{FF2B5EF4-FFF2-40B4-BE49-F238E27FC236}">
                <a16:creationId xmlns:a16="http://schemas.microsoft.com/office/drawing/2014/main" id="{6D084E86-1A31-4D17-A397-A35D48871A71}"/>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20-text">
            <a:extLst xmlns:a="http://schemas.openxmlformats.org/drawingml/2006/main">
              <a:ext uri="{FF2B5EF4-FFF2-40B4-BE49-F238E27FC236}">
                <a16:creationId xmlns:a16="http://schemas.microsoft.com/office/drawing/2014/main" id="{6AC7083B-F538-47A4-B86A-13D2C1410CF0}"/>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20-text">
            <a:extLst xmlns:a="http://schemas.openxmlformats.org/drawingml/2006/main">
              <a:ext uri="{FF2B5EF4-FFF2-40B4-BE49-F238E27FC236}">
                <a16:creationId xmlns:a16="http://schemas.microsoft.com/office/drawing/2014/main" id="{82E48F01-A85E-47AF-AD70-F3B1DC2C8B53}"/>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20</a:t>
            </a:r>
          </a:p>
        </p:txBody>
      </p:sp>
      <p:graphicFrame>
        <p:nvGraphicFramePr>
          <p:cNvPr id="6" name="Chart">
            <a:extLst xmlns:a="http://schemas.openxmlformats.org/drawingml/2006/main">
              <a:ext uri="{FF2B5EF4-FFF2-40B4-BE49-F238E27FC236}">
                <a16:creationId xmlns:a16="http://schemas.microsoft.com/office/drawing/2014/main" id="{FF090C0D-72A5-4F6D-9AEA-68E94E347FD7}"/>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848f46dd24604a08"/>
          </a:graphicData>
        </a:graphic>
      </p:graphicFrame>
      <p:graphicFrame>
        <p:nvGraphicFramePr>
          <p:cNvPr id="7" name="Chart">
            <a:extLst xmlns:a="http://schemas.openxmlformats.org/drawingml/2006/main">
              <a:ext uri="{FF2B5EF4-FFF2-40B4-BE49-F238E27FC236}">
                <a16:creationId xmlns:a16="http://schemas.microsoft.com/office/drawing/2014/main" id="{1A2D7341-645D-45DC-BD53-BABCDFC10F81}"/>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dd4cadc5ca4a4496"/>
          </a:graphicData>
        </a:graphic>
      </p:graphicFrame>
      <p:sp>
        <p:nvSpPr>
          <p:cNvPr id="8" name="slide-20-text">
            <a:extLst xmlns:a="http://schemas.openxmlformats.org/drawingml/2006/main">
              <a:ext uri="{FF2B5EF4-FFF2-40B4-BE49-F238E27FC236}">
                <a16:creationId xmlns:a16="http://schemas.microsoft.com/office/drawing/2014/main" id="{03077DF0-7C71-4ADC-A69D-4392F10DEAD2}"/>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4814907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1-text">
            <a:extLst xmlns:a="http://schemas.openxmlformats.org/drawingml/2006/main">
              <a:ext uri="{FF2B5EF4-FFF2-40B4-BE49-F238E27FC236}">
                <a16:creationId xmlns:a16="http://schemas.microsoft.com/office/drawing/2014/main" id="{97A41919-8A85-4971-A564-103FB0C0FD1F}"/>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21-text">
            <a:extLst xmlns:a="http://schemas.openxmlformats.org/drawingml/2006/main">
              <a:ext uri="{FF2B5EF4-FFF2-40B4-BE49-F238E27FC236}">
                <a16:creationId xmlns:a16="http://schemas.microsoft.com/office/drawing/2014/main" id="{4AB7ECF0-70E9-4828-AFE5-2B7A9021D0E8}"/>
              </a:ext>
            </a:extLst>
          </p:cNvPr>
          <p:cNvSpPr>
            <a:spLocks xmlns:a="http://schemas.openxmlformats.org/drawingml/2006/main" noGrp="1"/>
          </p:cNvSpPr>
          <p:nvPr/>
        </p:nvSpPr>
        <p:spPr>
          <a:xfrm xmlns:a="http://schemas.openxmlformats.org/drawingml/2006/main">
            <a:off x="419100" y="451485"/>
            <a:ext cx="3232404"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Round synchronization</a:t>
            </a:r>
          </a:p>
        </p:txBody>
      </p:sp>
      <p:sp>
        <p:nvSpPr>
          <p:cNvPr id="3" name="">
            <a:extLst xmlns:a="http://schemas.openxmlformats.org/drawingml/2006/main">
              <a:ext uri="{FF2B5EF4-FFF2-40B4-BE49-F238E27FC236}">
                <a16:creationId xmlns:a16="http://schemas.microsoft.com/office/drawing/2014/main" id="{56FADE35-6FA0-49E2-96BD-F4E551F0E762}"/>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21-text">
            <a:extLst xmlns:a="http://schemas.openxmlformats.org/drawingml/2006/main">
              <a:ext uri="{FF2B5EF4-FFF2-40B4-BE49-F238E27FC236}">
                <a16:creationId xmlns:a16="http://schemas.microsoft.com/office/drawing/2014/main" id="{2C0082B2-B1EA-431D-A374-817696AC4CE5}"/>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21-text">
            <a:extLst xmlns:a="http://schemas.openxmlformats.org/drawingml/2006/main">
              <a:ext uri="{FF2B5EF4-FFF2-40B4-BE49-F238E27FC236}">
                <a16:creationId xmlns:a16="http://schemas.microsoft.com/office/drawing/2014/main" id="{0C7A8862-4BDD-45D1-B529-662FCF4D142E}"/>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21</a:t>
            </a:r>
          </a:p>
        </p:txBody>
      </p:sp>
      <p:graphicFrame>
        <p:nvGraphicFramePr>
          <p:cNvPr id="6" name="Chart">
            <a:extLst xmlns:a="http://schemas.openxmlformats.org/drawingml/2006/main">
              <a:ext uri="{FF2B5EF4-FFF2-40B4-BE49-F238E27FC236}">
                <a16:creationId xmlns:a16="http://schemas.microsoft.com/office/drawing/2014/main" id="{1F593216-4EBC-47E2-AEEB-85E7AEC74FE8}"/>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b8862d11392f46fd"/>
          </a:graphicData>
        </a:graphic>
      </p:graphicFrame>
      <p:graphicFrame>
        <p:nvGraphicFramePr>
          <p:cNvPr id="7" name="Chart">
            <a:extLst xmlns:a="http://schemas.openxmlformats.org/drawingml/2006/main">
              <a:ext uri="{FF2B5EF4-FFF2-40B4-BE49-F238E27FC236}">
                <a16:creationId xmlns:a16="http://schemas.microsoft.com/office/drawing/2014/main" id="{BB12713B-E1B7-4A05-9876-7E07880164D8}"/>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1f51c5d9181d43c1"/>
          </a:graphicData>
        </a:graphic>
      </p:graphicFrame>
      <p:sp>
        <p:nvSpPr>
          <p:cNvPr id="8" name="slide-21-text">
            <a:extLst xmlns:a="http://schemas.openxmlformats.org/drawingml/2006/main">
              <a:ext uri="{FF2B5EF4-FFF2-40B4-BE49-F238E27FC236}">
                <a16:creationId xmlns:a16="http://schemas.microsoft.com/office/drawing/2014/main" id="{C1AFFE08-2A9D-450A-841D-0CEF6EC40556}"/>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127098609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2-text">
            <a:extLst xmlns:a="http://schemas.openxmlformats.org/drawingml/2006/main">
              <a:ext uri="{FF2B5EF4-FFF2-40B4-BE49-F238E27FC236}">
                <a16:creationId xmlns:a16="http://schemas.microsoft.com/office/drawing/2014/main" id="{C3794C25-F2E1-4F8E-AA70-B14D3D86FD98}"/>
              </a:ext>
            </a:extLst>
          </p:cNvPr>
          <p:cNvSpPr>
            <a:spLocks xmlns:a="http://schemas.openxmlformats.org/drawingml/2006/main" noGrp="1"/>
          </p:cNvSpPr>
          <p:nvPr/>
        </p:nvSpPr>
        <p:spPr>
          <a:xfrm xmlns:a="http://schemas.openxmlformats.org/drawingml/2006/main">
            <a:off x="419100" y="207645"/>
            <a:ext cx="2830544"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buNone/>
              <a:defRPr sz="750" b="1">
                <a:solidFill>
                  <a:srgbClr val="117C91"/>
                </a:solidFill>
                <a:latin typeface="Arial"/>
                <a:ea typeface="Arial"/>
                <a:cs typeface="Arial"/>
              </a:defRPr>
            </a:pPr>
            <a:r>
              <a:rPr sz="750" b="1">
                <a:solidFill>
                  <a:srgbClr val="117C91"/>
                </a:solidFill>
                <a:latin typeface="Arial"/>
                <a:ea typeface="Arial"/>
                <a:cs typeface="Arial"/>
              </a:rPr>
              <a:t>FIT3143  /  LAB 3  /  APPENDIX / LOCAL MEASUREMENTS</a:t>
            </a:r>
          </a:p>
        </p:txBody>
      </p:sp>
      <p:sp>
        <p:nvSpPr>
          <p:cNvPr id="2" name="slide-22-text">
            <a:extLst xmlns:a="http://schemas.openxmlformats.org/drawingml/2006/main">
              <a:ext uri="{FF2B5EF4-FFF2-40B4-BE49-F238E27FC236}">
                <a16:creationId xmlns:a16="http://schemas.microsoft.com/office/drawing/2014/main" id="{F83522F4-3AA1-4D3E-AACD-FFD9894526B0}"/>
              </a:ext>
            </a:extLst>
          </p:cNvPr>
          <p:cNvSpPr>
            <a:spLocks xmlns:a="http://schemas.openxmlformats.org/drawingml/2006/main" noGrp="1"/>
          </p:cNvSpPr>
          <p:nvPr/>
        </p:nvSpPr>
        <p:spPr>
          <a:xfrm xmlns:a="http://schemas.openxmlformats.org/drawingml/2006/main">
            <a:off x="419100" y="451485"/>
            <a:ext cx="35024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buNone/>
              <a:defRPr sz="2250" b="1">
                <a:solidFill>
                  <a:srgbClr val="122B40"/>
                </a:solidFill>
                <a:latin typeface="Arial"/>
                <a:ea typeface="Arial"/>
                <a:cs typeface="Arial"/>
              </a:defRPr>
            </a:pPr>
            <a:r>
              <a:rPr sz="2250" b="1">
                <a:solidFill>
                  <a:srgbClr val="122B40"/>
                </a:solidFill>
                <a:latin typeface="Arial"/>
                <a:ea typeface="Arial"/>
                <a:cs typeface="Arial"/>
              </a:rPr>
              <a:t>Alert-response round trip</a:t>
            </a:r>
          </a:p>
        </p:txBody>
      </p:sp>
      <p:sp>
        <p:nvSpPr>
          <p:cNvPr id="3" name="">
            <a:extLst xmlns:a="http://schemas.openxmlformats.org/drawingml/2006/main">
              <a:ext uri="{FF2B5EF4-FFF2-40B4-BE49-F238E27FC236}">
                <a16:creationId xmlns:a16="http://schemas.microsoft.com/office/drawing/2014/main" id="{1A683FD6-C2FD-47B7-802F-F892543178FB}"/>
              </a:ext>
            </a:extLst>
          </p:cNvPr>
          <p:cNvSpPr>
            <a:spLocks xmlns:a="http://schemas.openxmlformats.org/drawingml/2006/main" noGrp="1"/>
          </p:cNvSpPr>
          <p:nvPr/>
        </p:nvSpPr>
        <p:spPr>
          <a:xfrm xmlns:a="http://schemas.openxmlformats.org/drawingml/2006/main">
            <a:off x="419100" y="914400"/>
            <a:ext cx="8305800" cy="1905"/>
          </a:xfrm>
          <a:custGeom xmlns:a="http://schemas.openxmlformats.org/drawingml/2006/main">
            <a:pathLst>
              <a:path w="8305800" h="1905">
                <a:moveTo>
                  <a:pt x="0" y="0"/>
                </a:moveTo>
                <a:lnTo>
                  <a:pt x="8305800" y="0"/>
                </a:lnTo>
              </a:path>
            </a:pathLst>
          </a:custGeom>
          <a:noFill xmlns:a="http://schemas.openxmlformats.org/drawingml/2006/main"/>
          <a:ln xmlns:a="http://schemas.openxmlformats.org/drawingml/2006/main" w="19050">
            <a:solidFill>
              <a:srgbClr val="117C91"/>
            </a:solidFill>
          </a:ln>
        </p:spPr>
      </p:sp>
      <p:sp>
        <p:nvSpPr>
          <p:cNvPr id="4" name="slide-22-text">
            <a:extLst xmlns:a="http://schemas.openxmlformats.org/drawingml/2006/main">
              <a:ext uri="{FF2B5EF4-FFF2-40B4-BE49-F238E27FC236}">
                <a16:creationId xmlns:a16="http://schemas.microsoft.com/office/drawing/2014/main" id="{73EB5909-2023-4252-AE6C-BC4E3829BDC0}"/>
              </a:ext>
            </a:extLst>
          </p:cNvPr>
          <p:cNvSpPr>
            <a:spLocks xmlns:a="http://schemas.openxmlformats.org/drawingml/2006/main" noGrp="1"/>
          </p:cNvSpPr>
          <p:nvPr/>
        </p:nvSpPr>
        <p:spPr>
          <a:xfrm xmlns:a="http://schemas.openxmlformats.org/drawingml/2006/main">
            <a:off x="419100" y="4884611"/>
            <a:ext cx="2467994" cy="1243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buNone/>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5" name="slide-22-text">
            <a:extLst xmlns:a="http://schemas.openxmlformats.org/drawingml/2006/main">
              <a:ext uri="{FF2B5EF4-FFF2-40B4-BE49-F238E27FC236}">
                <a16:creationId xmlns:a16="http://schemas.microsoft.com/office/drawing/2014/main" id="{03B8794A-541C-4779-8237-74646F615501}"/>
              </a:ext>
            </a:extLst>
          </p:cNvPr>
          <p:cNvSpPr>
            <a:spLocks xmlns:a="http://schemas.openxmlformats.org/drawingml/2006/main" noGrp="1"/>
          </p:cNvSpPr>
          <p:nvPr/>
        </p:nvSpPr>
        <p:spPr>
          <a:xfrm xmlns:a="http://schemas.openxmlformats.org/drawingml/2006/main">
            <a:off x="8486775" y="4874895"/>
            <a:ext cx="163068"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buNone/>
              <a:defRPr sz="750" b="0">
                <a:solidFill>
                  <a:srgbClr val="52616E"/>
                </a:solidFill>
                <a:latin typeface="Arial"/>
                <a:ea typeface="Arial"/>
                <a:cs typeface="Arial"/>
              </a:defRPr>
            </a:pPr>
            <a:r>
              <a:rPr sz="750" b="0">
                <a:solidFill>
                  <a:srgbClr val="52616E"/>
                </a:solidFill>
                <a:latin typeface="Arial"/>
                <a:ea typeface="Arial"/>
                <a:cs typeface="Arial"/>
              </a:rPr>
              <a:t>22</a:t>
            </a:r>
          </a:p>
        </p:txBody>
      </p:sp>
      <p:graphicFrame>
        <p:nvGraphicFramePr>
          <p:cNvPr id="6" name="Chart">
            <a:extLst xmlns:a="http://schemas.openxmlformats.org/drawingml/2006/main">
              <a:ext uri="{FF2B5EF4-FFF2-40B4-BE49-F238E27FC236}">
                <a16:creationId xmlns:a16="http://schemas.microsoft.com/office/drawing/2014/main" id="{CEA755FC-036E-4F76-8A03-71AC935E0658}"/>
              </a:ext>
            </a:extLst>
          </p:cNvPr>
          <p:cNvGraphicFramePr/>
          <p:nvPr/>
        </p:nvGraphicFramePr>
        <p:xfrm>
          <a:off xmlns:a="http://schemas.openxmlformats.org/drawingml/2006/main" x="333375"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24984b20c55f43c9"/>
          </a:graphicData>
        </a:graphic>
      </p:graphicFrame>
      <p:graphicFrame>
        <p:nvGraphicFramePr>
          <p:cNvPr id="7" name="Chart">
            <a:extLst xmlns:a="http://schemas.openxmlformats.org/drawingml/2006/main">
              <a:ext uri="{FF2B5EF4-FFF2-40B4-BE49-F238E27FC236}">
                <a16:creationId xmlns:a16="http://schemas.microsoft.com/office/drawing/2014/main" id="{4F4B9897-57FA-4060-8414-982BDACFD161}"/>
              </a:ext>
            </a:extLst>
          </p:cNvPr>
          <p:cNvGraphicFramePr/>
          <p:nvPr/>
        </p:nvGraphicFramePr>
        <p:xfrm>
          <a:off xmlns:a="http://schemas.openxmlformats.org/drawingml/2006/main" x="4629150" y="1143000"/>
          <a:ext xmlns:a="http://schemas.openxmlformats.org/drawingml/2006/main" cx="4181475" cy="3238500"/>
        </p:xfrm>
        <a:graphic xmlns:a="http://schemas.openxmlformats.org/drawingml/2006/main">
          <a:graphicData uri="http://schemas.openxmlformats.org/drawingml/2006/chart">
            <c:chart xmlns:r="http://schemas.openxmlformats.org/officeDocument/2006/relationships" xmlns:c="http://schemas.openxmlformats.org/drawingml/2006/chart" r:id="R7b0438b5555f4835"/>
          </a:graphicData>
        </a:graphic>
      </p:graphicFrame>
      <p:sp>
        <p:nvSpPr>
          <p:cNvPr id="8" name="slide-22-text">
            <a:extLst xmlns:a="http://schemas.openxmlformats.org/drawingml/2006/main">
              <a:ext uri="{FF2B5EF4-FFF2-40B4-BE49-F238E27FC236}">
                <a16:creationId xmlns:a16="http://schemas.microsoft.com/office/drawing/2014/main" id="{A7B74B78-5F7B-458D-B828-27C9D19B6892}"/>
              </a:ext>
            </a:extLst>
          </p:cNvPr>
          <p:cNvSpPr>
            <a:spLocks xmlns:a="http://schemas.openxmlformats.org/drawingml/2006/main" noGrp="1"/>
          </p:cNvSpPr>
          <p:nvPr/>
        </p:nvSpPr>
        <p:spPr>
          <a:xfrm xmlns:a="http://schemas.openxmlformats.org/drawingml/2006/main">
            <a:off x="419100" y="4476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Every measured size is retained. Lines show medians of three independent run means. Pale boundary lines show the observed minimum</a:t>
            </a:r>
          </a:p>
          <a:p xmlns:a="http://schemas.openxmlformats.org/drawingml/2006/main">
            <a:pPr>
              <a:buNone/>
              <a:defRPr sz="1050" b="0">
                <a:solidFill>
                  <a:srgbClr val="122B40"/>
                </a:solidFill>
                <a:latin typeface="Arial"/>
                <a:ea typeface="Arial"/>
                <a:cs typeface="Arial"/>
              </a:defRPr>
            </a:pPr>
            <a:r>
              <a:rPr sz="1050" b="0">
                <a:solidFill>
                  <a:srgbClr val="122B40"/>
                </a:solidFill>
                <a:latin typeface="Arial"/>
                <a:ea typeface="Arial"/>
                <a:cs typeface="Arial"/>
              </a:rPr>
              <a:t>and maximum.</a:t>
            </a:r>
          </a:p>
        </p:txBody>
      </p:sp>
    </p:spTree>
    <p:extLst>
      <p:ext uri="{BB962C8B-B14F-4D97-AF65-F5344CB8AC3E}">
        <p14:creationId xmlns:p14="http://schemas.microsoft.com/office/powerpoint/2010/main" val="76240254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152D7C84-1C35-4614-8471-837B8B2BE865}"/>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4A2A22D5-6D8A-4CB0-9D62-280766AE8670}"/>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Neighbour query phase</a:t>
            </a:r>
          </a:p>
        </p:txBody>
      </p:sp>
      <p:sp>
        <p:nvSpPr>
          <p:cNvPr id="3" name="audit-updated-text">
            <a:extLst xmlns:a="http://schemas.openxmlformats.org/drawingml/2006/main">
              <a:ext uri="{FF2B5EF4-FFF2-40B4-BE49-F238E27FC236}">
                <a16:creationId xmlns:a16="http://schemas.microsoft.com/office/drawing/2014/main" id="{6450CCD4-737B-4BD6-8B6D-C978CAAEF157}"/>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1BF7C298-9EBB-471E-9A3C-F290B091A8AD}"/>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23</a:t>
            </a:r>
          </a:p>
        </p:txBody>
      </p:sp>
      <p:graphicFrame>
        <p:nvGraphicFramePr>
          <p:cNvPr id="5" name="Chart">
            <a:extLst xmlns:a="http://schemas.openxmlformats.org/drawingml/2006/main">
              <a:ext uri="{FF2B5EF4-FFF2-40B4-BE49-F238E27FC236}">
                <a16:creationId xmlns:a16="http://schemas.microsoft.com/office/drawing/2014/main" id="{1C928A06-9D91-49A2-A9DB-2685D156DA81}"/>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44a53b43c30841f6"/>
          </a:graphicData>
        </a:graphic>
      </p:graphicFrame>
      <p:graphicFrame>
        <p:nvGraphicFramePr>
          <p:cNvPr id="6" name="Chart">
            <a:extLst xmlns:a="http://schemas.openxmlformats.org/drawingml/2006/main">
              <a:ext uri="{FF2B5EF4-FFF2-40B4-BE49-F238E27FC236}">
                <a16:creationId xmlns:a16="http://schemas.microsoft.com/office/drawing/2014/main" id="{0136EAF9-E809-4164-92AE-17269BF4D1C6}"/>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b250f4970b6348c1"/>
          </a:graphicData>
        </a:graphic>
      </p:graphicFrame>
      <p:sp>
        <p:nvSpPr>
          <p:cNvPr id="7" name="audit-updated-text">
            <a:extLst xmlns:a="http://schemas.openxmlformats.org/drawingml/2006/main">
              <a:ext uri="{FF2B5EF4-FFF2-40B4-BE49-F238E27FC236}">
                <a16:creationId xmlns:a16="http://schemas.microsoft.com/office/drawing/2014/main" id="{FDEFC84E-1691-462F-BE81-0C6311150B8D}"/>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71DEB2AC-5B32-4A07-B5A6-E0221E068898}"/>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measured cycle. Five sizes; log y-axis. Station counts exclude the base. All raw data are retained.</a:t>
            </a:r>
          </a:p>
        </p:txBody>
      </p:sp>
    </p:spTree>
    <p:extLst>
      <p:ext uri="{BB962C8B-B14F-4D97-AF65-F5344CB8AC3E}">
        <p14:creationId xmlns:p14="http://schemas.microsoft.com/office/powerpoint/2010/main" val="21133347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001E632F-34D3-46A3-9761-F8FEC557F954}"/>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5FDF6D1B-96C8-461E-8DAF-8FC01469679F}"/>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Neighbour reply phase</a:t>
            </a:r>
          </a:p>
        </p:txBody>
      </p:sp>
      <p:sp>
        <p:nvSpPr>
          <p:cNvPr id="3" name="audit-updated-text">
            <a:extLst xmlns:a="http://schemas.openxmlformats.org/drawingml/2006/main">
              <a:ext uri="{FF2B5EF4-FFF2-40B4-BE49-F238E27FC236}">
                <a16:creationId xmlns:a16="http://schemas.microsoft.com/office/drawing/2014/main" id="{C28FA4B2-61D1-451F-9D2F-02BD6E5B26E5}"/>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57AAA95C-4B67-41FE-AFB6-CE2C8A128474}"/>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24</a:t>
            </a:r>
          </a:p>
        </p:txBody>
      </p:sp>
      <p:graphicFrame>
        <p:nvGraphicFramePr>
          <p:cNvPr id="5" name="Chart">
            <a:extLst xmlns:a="http://schemas.openxmlformats.org/drawingml/2006/main">
              <a:ext uri="{FF2B5EF4-FFF2-40B4-BE49-F238E27FC236}">
                <a16:creationId xmlns:a16="http://schemas.microsoft.com/office/drawing/2014/main" id="{A9FCFAD8-4A85-4C78-9D6E-EF9E6EA5B90E}"/>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6dcf54b605a8472c"/>
          </a:graphicData>
        </a:graphic>
      </p:graphicFrame>
      <p:graphicFrame>
        <p:nvGraphicFramePr>
          <p:cNvPr id="6" name="Chart">
            <a:extLst xmlns:a="http://schemas.openxmlformats.org/drawingml/2006/main">
              <a:ext uri="{FF2B5EF4-FFF2-40B4-BE49-F238E27FC236}">
                <a16:creationId xmlns:a16="http://schemas.microsoft.com/office/drawing/2014/main" id="{BCAFCF71-8D18-4250-A7BF-5E08335B36EB}"/>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1d70154bbd824532"/>
          </a:graphicData>
        </a:graphic>
      </p:graphicFrame>
      <p:sp>
        <p:nvSpPr>
          <p:cNvPr id="7" name="audit-updated-text">
            <a:extLst xmlns:a="http://schemas.openxmlformats.org/drawingml/2006/main">
              <a:ext uri="{FF2B5EF4-FFF2-40B4-BE49-F238E27FC236}">
                <a16:creationId xmlns:a16="http://schemas.microsoft.com/office/drawing/2014/main" id="{9697FFDB-0B1E-4D71-B421-E2184F9D2D09}"/>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5C37DC3E-CCF8-42C3-8F0C-3679AEE97473}"/>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measured cycle. Five sizes; log y-axis. Station counts exclude the base. All raw data are retained.</a:t>
            </a:r>
          </a:p>
        </p:txBody>
      </p:sp>
    </p:spTree>
    <p:extLst>
      <p:ext uri="{BB962C8B-B14F-4D97-AF65-F5344CB8AC3E}">
        <p14:creationId xmlns:p14="http://schemas.microsoft.com/office/powerpoint/2010/main" val="13191281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665C376F-4D95-4AF5-B773-91293308CF4E}"/>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483D1351-648C-4374-8664-5E32A3579C1A}"/>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Alert send completion</a:t>
            </a:r>
          </a:p>
        </p:txBody>
      </p:sp>
      <p:sp>
        <p:nvSpPr>
          <p:cNvPr id="3" name="audit-updated-text">
            <a:extLst xmlns:a="http://schemas.openxmlformats.org/drawingml/2006/main">
              <a:ext uri="{FF2B5EF4-FFF2-40B4-BE49-F238E27FC236}">
                <a16:creationId xmlns:a16="http://schemas.microsoft.com/office/drawing/2014/main" id="{A07E9FE6-99E9-46EF-880F-3AC3A41B7304}"/>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2936F346-D51F-43FB-ABA7-650024D595AB}"/>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25</a:t>
            </a:r>
          </a:p>
        </p:txBody>
      </p:sp>
      <p:graphicFrame>
        <p:nvGraphicFramePr>
          <p:cNvPr id="5" name="Chart">
            <a:extLst xmlns:a="http://schemas.openxmlformats.org/drawingml/2006/main">
              <a:ext uri="{FF2B5EF4-FFF2-40B4-BE49-F238E27FC236}">
                <a16:creationId xmlns:a16="http://schemas.microsoft.com/office/drawing/2014/main" id="{3108763A-3C3B-44FD-9386-4756D8372E33}"/>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7f6684dfc4cc4273"/>
          </a:graphicData>
        </a:graphic>
      </p:graphicFrame>
      <p:graphicFrame>
        <p:nvGraphicFramePr>
          <p:cNvPr id="6" name="Chart">
            <a:extLst xmlns:a="http://schemas.openxmlformats.org/drawingml/2006/main">
              <a:ext uri="{FF2B5EF4-FFF2-40B4-BE49-F238E27FC236}">
                <a16:creationId xmlns:a16="http://schemas.microsoft.com/office/drawing/2014/main" id="{E9B7DF16-3F43-4C57-A2E7-ACE731CB49CA}"/>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0a42e050c0b84209"/>
          </a:graphicData>
        </a:graphic>
      </p:graphicFrame>
      <p:sp>
        <p:nvSpPr>
          <p:cNvPr id="7" name="audit-updated-text">
            <a:extLst xmlns:a="http://schemas.openxmlformats.org/drawingml/2006/main">
              <a:ext uri="{FF2B5EF4-FFF2-40B4-BE49-F238E27FC236}">
                <a16:creationId xmlns:a16="http://schemas.microsoft.com/office/drawing/2014/main" id="{50DCFEDC-BFAF-404D-A14E-28B6B6531270}"/>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F54CAB02-8E32-43D4-8DE7-2FA05010B377}"/>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completed operation. Five sizes; log y-axis. Station counts exclude the base. All raw data are retained.</a:t>
            </a:r>
          </a:p>
        </p:txBody>
      </p:sp>
    </p:spTree>
    <p:extLst>
      <p:ext uri="{BB962C8B-B14F-4D97-AF65-F5344CB8AC3E}">
        <p14:creationId xmlns:p14="http://schemas.microsoft.com/office/powerpoint/2010/main" val="145903917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AC671789-1241-413E-8312-6E94810E8E68}"/>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3DFD2D1E-46A3-4999-86C2-81E6174AF945}"/>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Redirect receive completion</a:t>
            </a:r>
          </a:p>
        </p:txBody>
      </p:sp>
      <p:sp>
        <p:nvSpPr>
          <p:cNvPr id="3" name="audit-updated-text">
            <a:extLst xmlns:a="http://schemas.openxmlformats.org/drawingml/2006/main">
              <a:ext uri="{FF2B5EF4-FFF2-40B4-BE49-F238E27FC236}">
                <a16:creationId xmlns:a16="http://schemas.microsoft.com/office/drawing/2014/main" id="{6237ABA3-F77A-4497-8FFE-BC5F1A01C441}"/>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04E43095-FA82-4B82-A7DF-71FE05AE86B4}"/>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26</a:t>
            </a:r>
          </a:p>
        </p:txBody>
      </p:sp>
      <p:graphicFrame>
        <p:nvGraphicFramePr>
          <p:cNvPr id="5" name="Chart">
            <a:extLst xmlns:a="http://schemas.openxmlformats.org/drawingml/2006/main">
              <a:ext uri="{FF2B5EF4-FFF2-40B4-BE49-F238E27FC236}">
                <a16:creationId xmlns:a16="http://schemas.microsoft.com/office/drawing/2014/main" id="{CE73F2E7-5289-475B-86EA-8E0D611688E4}"/>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2a24f813e04f4f31"/>
          </a:graphicData>
        </a:graphic>
      </p:graphicFrame>
      <p:graphicFrame>
        <p:nvGraphicFramePr>
          <p:cNvPr id="6" name="Chart">
            <a:extLst xmlns:a="http://schemas.openxmlformats.org/drawingml/2006/main">
              <a:ext uri="{FF2B5EF4-FFF2-40B4-BE49-F238E27FC236}">
                <a16:creationId xmlns:a16="http://schemas.microsoft.com/office/drawing/2014/main" id="{5B7B6AB0-54F3-4250-8EA6-E8DE60BE8AA3}"/>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af88b1e166554491"/>
          </a:graphicData>
        </a:graphic>
      </p:graphicFrame>
      <p:sp>
        <p:nvSpPr>
          <p:cNvPr id="7" name="audit-updated-text">
            <a:extLst xmlns:a="http://schemas.openxmlformats.org/drawingml/2006/main">
              <a:ext uri="{FF2B5EF4-FFF2-40B4-BE49-F238E27FC236}">
                <a16:creationId xmlns:a16="http://schemas.microsoft.com/office/drawing/2014/main" id="{783522C9-6ADF-411A-B121-5481707F0539}"/>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68BA2188-CF87-41E9-9EE7-0337A1BD4C8E}"/>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completed operation. Five sizes; log y-axis. Station counts exclude the base. All raw data are retained.</a:t>
            </a:r>
          </a:p>
        </p:txBody>
      </p:sp>
    </p:spTree>
    <p:extLst>
      <p:ext uri="{BB962C8B-B14F-4D97-AF65-F5344CB8AC3E}">
        <p14:creationId xmlns:p14="http://schemas.microsoft.com/office/powerpoint/2010/main" val="68828528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52FD6E54-3C1F-4678-806A-234352AA1526}"/>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43615CF9-1B07-4B61-8D03-B9529130B186}"/>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Control broadcast</a:t>
            </a:r>
          </a:p>
        </p:txBody>
      </p:sp>
      <p:sp>
        <p:nvSpPr>
          <p:cNvPr id="3" name="audit-updated-text">
            <a:extLst xmlns:a="http://schemas.openxmlformats.org/drawingml/2006/main">
              <a:ext uri="{FF2B5EF4-FFF2-40B4-BE49-F238E27FC236}">
                <a16:creationId xmlns:a16="http://schemas.microsoft.com/office/drawing/2014/main" id="{6F06BA7A-6011-45B4-AC13-051552C5330C}"/>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1EEA9762-C4A0-4980-BB21-3E9562A05C7B}"/>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27</a:t>
            </a:r>
          </a:p>
        </p:txBody>
      </p:sp>
      <p:graphicFrame>
        <p:nvGraphicFramePr>
          <p:cNvPr id="5" name="Chart">
            <a:extLst xmlns:a="http://schemas.openxmlformats.org/drawingml/2006/main">
              <a:ext uri="{FF2B5EF4-FFF2-40B4-BE49-F238E27FC236}">
                <a16:creationId xmlns:a16="http://schemas.microsoft.com/office/drawing/2014/main" id="{CDE72BCF-60E5-4519-BF6C-234AAA19E20A}"/>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1bb38f62bcb34e47"/>
          </a:graphicData>
        </a:graphic>
      </p:graphicFrame>
      <p:graphicFrame>
        <p:nvGraphicFramePr>
          <p:cNvPr id="6" name="Chart">
            <a:extLst xmlns:a="http://schemas.openxmlformats.org/drawingml/2006/main">
              <a:ext uri="{FF2B5EF4-FFF2-40B4-BE49-F238E27FC236}">
                <a16:creationId xmlns:a16="http://schemas.microsoft.com/office/drawing/2014/main" id="{4C523399-E6A1-4CB4-9805-68807B1ED59D}"/>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c8fa568d1c2a4714"/>
          </a:graphicData>
        </a:graphic>
      </p:graphicFrame>
      <p:sp>
        <p:nvSpPr>
          <p:cNvPr id="7" name="audit-updated-text">
            <a:extLst xmlns:a="http://schemas.openxmlformats.org/drawingml/2006/main">
              <a:ext uri="{FF2B5EF4-FFF2-40B4-BE49-F238E27FC236}">
                <a16:creationId xmlns:a16="http://schemas.microsoft.com/office/drawing/2014/main" id="{C93A8312-AA1F-4215-A359-7CB868D944E0}"/>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C45ABF84-3239-4FAE-9CA8-99554B77CE22}"/>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completed operation. Five sizes; log y-axis. Station counts exclude the base. All raw data are retained.</a:t>
            </a:r>
          </a:p>
        </p:txBody>
      </p:sp>
    </p:spTree>
    <p:extLst>
      <p:ext uri="{BB962C8B-B14F-4D97-AF65-F5344CB8AC3E}">
        <p14:creationId xmlns:p14="http://schemas.microsoft.com/office/powerpoint/2010/main" val="63558187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CF0CAC8A-0FD5-47FC-9ECC-360335C04E84}"/>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F6A3F3BA-95A3-4050-B403-F2CE0A63C1EE}"/>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Alert-flag gather</a:t>
            </a:r>
          </a:p>
        </p:txBody>
      </p:sp>
      <p:sp>
        <p:nvSpPr>
          <p:cNvPr id="3" name="audit-updated-text">
            <a:extLst xmlns:a="http://schemas.openxmlformats.org/drawingml/2006/main">
              <a:ext uri="{FF2B5EF4-FFF2-40B4-BE49-F238E27FC236}">
                <a16:creationId xmlns:a16="http://schemas.microsoft.com/office/drawing/2014/main" id="{0449A153-B28E-424A-B19E-9CFC9FEC7B7A}"/>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BE5EDCFC-D354-4218-82B2-5D6404191780}"/>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28</a:t>
            </a:r>
          </a:p>
        </p:txBody>
      </p:sp>
      <p:graphicFrame>
        <p:nvGraphicFramePr>
          <p:cNvPr id="5" name="Chart">
            <a:extLst xmlns:a="http://schemas.openxmlformats.org/drawingml/2006/main">
              <a:ext uri="{FF2B5EF4-FFF2-40B4-BE49-F238E27FC236}">
                <a16:creationId xmlns:a16="http://schemas.microsoft.com/office/drawing/2014/main" id="{E92BF455-59B3-47AA-8036-90D278D37675}"/>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8c0a3d71d58241e6"/>
          </a:graphicData>
        </a:graphic>
      </p:graphicFrame>
      <p:graphicFrame>
        <p:nvGraphicFramePr>
          <p:cNvPr id="6" name="Chart">
            <a:extLst xmlns:a="http://schemas.openxmlformats.org/drawingml/2006/main">
              <a:ext uri="{FF2B5EF4-FFF2-40B4-BE49-F238E27FC236}">
                <a16:creationId xmlns:a16="http://schemas.microsoft.com/office/drawing/2014/main" id="{B10EDA9D-2A06-4417-BB2F-99414BC44C66}"/>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f05b56f7a8fd414b"/>
          </a:graphicData>
        </a:graphic>
      </p:graphicFrame>
      <p:sp>
        <p:nvSpPr>
          <p:cNvPr id="7" name="audit-updated-text">
            <a:extLst xmlns:a="http://schemas.openxmlformats.org/drawingml/2006/main">
              <a:ext uri="{FF2B5EF4-FFF2-40B4-BE49-F238E27FC236}">
                <a16:creationId xmlns:a16="http://schemas.microsoft.com/office/drawing/2014/main" id="{FF7572EC-FF47-4D00-8793-4A424EB3809E}"/>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84DE88A9-61FF-4F11-8680-E022FA0A6B05}"/>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completed operation. Five sizes; log y-axis. Station counts exclude the base. All raw data are retained.</a:t>
            </a:r>
          </a:p>
        </p:txBody>
      </p:sp>
    </p:spTree>
    <p:extLst>
      <p:ext uri="{BB962C8B-B14F-4D97-AF65-F5344CB8AC3E}">
        <p14:creationId xmlns:p14="http://schemas.microsoft.com/office/powerpoint/2010/main" val="101274070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0A6E33F3-685C-40E9-BD7A-52AC7901E92A}"/>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27531153-13A3-41BE-B110-80224BD8B345}"/>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Round synchronization</a:t>
            </a:r>
          </a:p>
        </p:txBody>
      </p:sp>
      <p:sp>
        <p:nvSpPr>
          <p:cNvPr id="3" name="audit-updated-text">
            <a:extLst xmlns:a="http://schemas.openxmlformats.org/drawingml/2006/main">
              <a:ext uri="{FF2B5EF4-FFF2-40B4-BE49-F238E27FC236}">
                <a16:creationId xmlns:a16="http://schemas.microsoft.com/office/drawing/2014/main" id="{9C37D3D9-7387-4734-9FB3-05CC1C3DA7E0}"/>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9096ED62-3E87-46E6-9196-C644A4B90F23}"/>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29</a:t>
            </a:r>
          </a:p>
        </p:txBody>
      </p:sp>
      <p:graphicFrame>
        <p:nvGraphicFramePr>
          <p:cNvPr id="5" name="Chart">
            <a:extLst xmlns:a="http://schemas.openxmlformats.org/drawingml/2006/main">
              <a:ext uri="{FF2B5EF4-FFF2-40B4-BE49-F238E27FC236}">
                <a16:creationId xmlns:a16="http://schemas.microsoft.com/office/drawing/2014/main" id="{3395A1F9-CC16-4884-8EEF-4AF76F35AFB2}"/>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b7aec894a47340b3"/>
          </a:graphicData>
        </a:graphic>
      </p:graphicFrame>
      <p:graphicFrame>
        <p:nvGraphicFramePr>
          <p:cNvPr id="6" name="Chart">
            <a:extLst xmlns:a="http://schemas.openxmlformats.org/drawingml/2006/main">
              <a:ext uri="{FF2B5EF4-FFF2-40B4-BE49-F238E27FC236}">
                <a16:creationId xmlns:a16="http://schemas.microsoft.com/office/drawing/2014/main" id="{0778BDA6-9CEE-426C-9A76-99537A8A26B2}"/>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6b0886f70dda4cf3"/>
          </a:graphicData>
        </a:graphic>
      </p:graphicFrame>
      <p:sp>
        <p:nvSpPr>
          <p:cNvPr id="7" name="audit-updated-text">
            <a:extLst xmlns:a="http://schemas.openxmlformats.org/drawingml/2006/main">
              <a:ext uri="{FF2B5EF4-FFF2-40B4-BE49-F238E27FC236}">
                <a16:creationId xmlns:a16="http://schemas.microsoft.com/office/drawing/2014/main" id="{281FBF63-FB66-49D2-8275-D6181DDF481C}"/>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9C6E3861-A4B7-458C-A581-1C829B13A38C}"/>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completed operation. Five sizes; log y-axis. Station counts exclude the base. All raw data are retained.</a:t>
            </a:r>
          </a:p>
        </p:txBody>
      </p:sp>
    </p:spTree>
    <p:extLst>
      <p:ext uri="{BB962C8B-B14F-4D97-AF65-F5344CB8AC3E}">
        <p14:creationId xmlns:p14="http://schemas.microsoft.com/office/powerpoint/2010/main" val="34125724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31A16ED5-1F8B-4B55-BFF8-5E73EFF57DFD}"/>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81788C55-B2D6-480C-94D3-F91426A8B325}"/>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Shutdown ACK</a:t>
            </a:r>
          </a:p>
        </p:txBody>
      </p:sp>
      <p:sp>
        <p:nvSpPr>
          <p:cNvPr id="3" name="audit-updated-text">
            <a:extLst xmlns:a="http://schemas.openxmlformats.org/drawingml/2006/main">
              <a:ext uri="{FF2B5EF4-FFF2-40B4-BE49-F238E27FC236}">
                <a16:creationId xmlns:a16="http://schemas.microsoft.com/office/drawing/2014/main" id="{AB2B5071-5C9C-484C-B380-7A04739DDE49}"/>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CF817B9C-DAED-4929-8D4C-5AC0139F0950}"/>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30</a:t>
            </a:r>
          </a:p>
        </p:txBody>
      </p:sp>
      <p:graphicFrame>
        <p:nvGraphicFramePr>
          <p:cNvPr id="5" name="Chart">
            <a:extLst xmlns:a="http://schemas.openxmlformats.org/drawingml/2006/main">
              <a:ext uri="{FF2B5EF4-FFF2-40B4-BE49-F238E27FC236}">
                <a16:creationId xmlns:a16="http://schemas.microsoft.com/office/drawing/2014/main" id="{C16453E7-0BF1-4F4A-9270-AA0BAD5C8C4C}"/>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6845a78bb7aa4034"/>
          </a:graphicData>
        </a:graphic>
      </p:graphicFrame>
      <p:graphicFrame>
        <p:nvGraphicFramePr>
          <p:cNvPr id="6" name="Chart">
            <a:extLst xmlns:a="http://schemas.openxmlformats.org/drawingml/2006/main">
              <a:ext uri="{FF2B5EF4-FFF2-40B4-BE49-F238E27FC236}">
                <a16:creationId xmlns:a16="http://schemas.microsoft.com/office/drawing/2014/main" id="{82721077-7292-4EC3-A7FC-BC21470FEAD8}"/>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1b826616f5f94d30"/>
          </a:graphicData>
        </a:graphic>
      </p:graphicFrame>
      <p:sp>
        <p:nvSpPr>
          <p:cNvPr id="7" name="audit-updated-text">
            <a:extLst xmlns:a="http://schemas.openxmlformats.org/drawingml/2006/main">
              <a:ext uri="{FF2B5EF4-FFF2-40B4-BE49-F238E27FC236}">
                <a16:creationId xmlns:a16="http://schemas.microsoft.com/office/drawing/2014/main" id="{A104DC96-0ECC-49A1-9556-C30DAF04684D}"/>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C4508CB5-365B-4811-9DE7-71B81A82AC3B}"/>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completed operation. Five sizes; log y-axis. Station counts exclude the base. All raw data are retained.</a:t>
            </a:r>
          </a:p>
        </p:txBody>
      </p:sp>
    </p:spTree>
    <p:extLst>
      <p:ext uri="{BB962C8B-B14F-4D97-AF65-F5344CB8AC3E}">
        <p14:creationId xmlns:p14="http://schemas.microsoft.com/office/powerpoint/2010/main" val="181152602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t-updated-text">
            <a:extLst xmlns:a="http://schemas.openxmlformats.org/drawingml/2006/main">
              <a:ext uri="{FF2B5EF4-FFF2-40B4-BE49-F238E27FC236}">
                <a16:creationId xmlns:a16="http://schemas.microsoft.com/office/drawing/2014/main" id="{4F36FCFE-0F74-4F72-B61D-F4EDCFF8855B}"/>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991CCE09-D6CA-4F13-8A30-3912D02785A6}"/>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Alert-response round trip</a:t>
            </a:r>
          </a:p>
        </p:txBody>
      </p:sp>
      <p:sp>
        <p:nvSpPr>
          <p:cNvPr id="3" name="audit-updated-text">
            <a:extLst xmlns:a="http://schemas.openxmlformats.org/drawingml/2006/main">
              <a:ext uri="{FF2B5EF4-FFF2-40B4-BE49-F238E27FC236}">
                <a16:creationId xmlns:a16="http://schemas.microsoft.com/office/drawing/2014/main" id="{4C0A1F62-8141-4FC4-A2A7-86F9F79AC20A}"/>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9D4D9210-684E-4918-A8AA-66BE8BB5A9B1}"/>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31</a:t>
            </a:r>
          </a:p>
        </p:txBody>
      </p:sp>
      <p:graphicFrame>
        <p:nvGraphicFramePr>
          <p:cNvPr id="5" name="Chart">
            <a:extLst xmlns:a="http://schemas.openxmlformats.org/drawingml/2006/main">
              <a:ext uri="{FF2B5EF4-FFF2-40B4-BE49-F238E27FC236}">
                <a16:creationId xmlns:a16="http://schemas.microsoft.com/office/drawing/2014/main" id="{E15F5440-C16D-4EF6-A6A5-355CB88E8858}"/>
              </a:ext>
            </a:extLst>
          </p:cNvPr>
          <p:cNvGraphicFramePr/>
          <p:nvPr/>
        </p:nvGraphicFramePr>
        <p:xfrm>
          <a:off xmlns:a="http://schemas.openxmlformats.org/drawingml/2006/main" x="419100"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07896cc73e2f4337"/>
          </a:graphicData>
        </a:graphic>
      </p:graphicFrame>
      <p:graphicFrame>
        <p:nvGraphicFramePr>
          <p:cNvPr id="6" name="Chart">
            <a:extLst xmlns:a="http://schemas.openxmlformats.org/drawingml/2006/main">
              <a:ext uri="{FF2B5EF4-FFF2-40B4-BE49-F238E27FC236}">
                <a16:creationId xmlns:a16="http://schemas.microsoft.com/office/drawing/2014/main" id="{0BE3A5A7-BA05-4D03-8CCA-69C413EEC97E}"/>
              </a:ext>
            </a:extLst>
          </p:cNvPr>
          <p:cNvGraphicFramePr/>
          <p:nvPr/>
        </p:nvGraphicFramePr>
        <p:xfrm>
          <a:off xmlns:a="http://schemas.openxmlformats.org/drawingml/2006/main" x="4657725" y="1190625"/>
          <a:ext xmlns:a="http://schemas.openxmlformats.org/drawingml/2006/main" cx="4067175" cy="2952750"/>
        </p:xfrm>
        <a:graphic xmlns:a="http://schemas.openxmlformats.org/drawingml/2006/main">
          <a:graphicData uri="http://schemas.openxmlformats.org/drawingml/2006/chart">
            <c:chart xmlns:r="http://schemas.openxmlformats.org/officeDocument/2006/relationships" xmlns:c="http://schemas.openxmlformats.org/drawingml/2006/chart" r:id="Re8ddbad3093d437f"/>
          </a:graphicData>
        </a:graphic>
      </p:graphicFrame>
      <p:sp>
        <p:nvSpPr>
          <p:cNvPr id="7" name="audit-updated-text">
            <a:extLst xmlns:a="http://schemas.openxmlformats.org/drawingml/2006/main">
              <a:ext uri="{FF2B5EF4-FFF2-40B4-BE49-F238E27FC236}">
                <a16:creationId xmlns:a16="http://schemas.microsoft.com/office/drawing/2014/main" id="{794E8AD9-8309-4430-9050-02E80DB68442}"/>
              </a:ext>
            </a:extLst>
          </p:cNvPr>
          <p:cNvSpPr>
            <a:spLocks xmlns:a="http://schemas.openxmlformats.org/drawingml/2006/main" noGrp="1"/>
          </p:cNvSpPr>
          <p:nvPr/>
        </p:nvSpPr>
        <p:spPr>
          <a:xfrm xmlns:a="http://schemas.openxmlformats.org/drawingml/2006/main">
            <a:off x="419100" y="4276725"/>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122B40"/>
                </a:solidFill>
                <a:latin typeface="Arial"/>
                <a:ea typeface="Arial"/>
                <a:cs typeface="Arial"/>
              </a:defRPr>
            </a:defPPr>
            <a:lvl1pPr>
              <a:defRPr sz="1125" b="0">
                <a:solidFill>
                  <a:srgbClr val="122B40"/>
                </a:solidFill>
                <a:latin typeface="Arial"/>
                <a:ea typeface="Arial"/>
                <a:cs typeface="Arial"/>
              </a:defRPr>
            </a:lvl1pPr>
            <a:lvl2pPr>
              <a:defRPr sz="1125" b="0">
                <a:solidFill>
                  <a:srgbClr val="122B40"/>
                </a:solidFill>
                <a:latin typeface="Arial"/>
                <a:ea typeface="Arial"/>
                <a:cs typeface="Arial"/>
              </a:defRPr>
            </a:lvl2pPr>
            <a:lvl3pPr>
              <a:defRPr sz="1125" b="0">
                <a:solidFill>
                  <a:srgbClr val="122B40"/>
                </a:solidFill>
                <a:latin typeface="Arial"/>
                <a:ea typeface="Arial"/>
                <a:cs typeface="Arial"/>
              </a:defRPr>
            </a:lvl3pPr>
            <a:lvl4pPr>
              <a:defRPr sz="1125" b="0">
                <a:solidFill>
                  <a:srgbClr val="122B40"/>
                </a:solidFill>
                <a:latin typeface="Arial"/>
                <a:ea typeface="Arial"/>
                <a:cs typeface="Arial"/>
              </a:defRPr>
            </a:lvl4pPr>
            <a:lvl5pPr>
              <a:defRPr sz="1125" b="0">
                <a:solidFill>
                  <a:srgbClr val="122B40"/>
                </a:solidFill>
                <a:latin typeface="Arial"/>
                <a:ea typeface="Arial"/>
                <a:cs typeface="Arial"/>
              </a:defRPr>
            </a:lvl5pPr>
            <a:lvl6pPr>
              <a:defRPr sz="1125" b="0">
                <a:solidFill>
                  <a:srgbClr val="122B40"/>
                </a:solidFill>
                <a:latin typeface="Arial"/>
                <a:ea typeface="Arial"/>
                <a:cs typeface="Arial"/>
              </a:defRPr>
            </a:lvl6pPr>
            <a:lvl7pPr>
              <a:defRPr sz="1125" b="0">
                <a:solidFill>
                  <a:srgbClr val="122B40"/>
                </a:solidFill>
                <a:latin typeface="Arial"/>
                <a:ea typeface="Arial"/>
                <a:cs typeface="Arial"/>
              </a:defRPr>
            </a:lvl7pPr>
            <a:lvl8pPr>
              <a:defRPr sz="1125" b="0">
                <a:solidFill>
                  <a:srgbClr val="122B40"/>
                </a:solidFill>
                <a:latin typeface="Arial"/>
                <a:ea typeface="Arial"/>
                <a:cs typeface="Arial"/>
              </a:defRPr>
            </a:lvl8pPr>
            <a:lvl9pPr>
              <a:defRPr sz="1125" b="0">
                <a:solidFill>
                  <a:srgbClr val="122B40"/>
                </a:solidFill>
                <a:latin typeface="Arial"/>
                <a:ea typeface="Arial"/>
                <a:cs typeface="Arial"/>
              </a:defRPr>
            </a:lvl9pPr>
          </a:lstStyle>
          <a:p xmlns:a="http://schemas.openxmlformats.org/drawingml/2006/main">
            <a:pPr>
              <a:defRPr sz="1125" b="0">
                <a:solidFill>
                  <a:srgbClr val="122B40"/>
                </a:solidFill>
                <a:latin typeface="Arial"/>
                <a:ea typeface="Arial"/>
                <a:cs typeface="Arial"/>
              </a:defRPr>
            </a:pPr>
            <a:r>
              <a:rPr sz="1125" b="0">
                <a:solidFill>
                  <a:srgbClr val="122B40"/>
                </a:solidFill>
                <a:latin typeface="Arial"/>
                <a:ea typeface="Arial"/>
                <a:cs typeface="Arial"/>
              </a:rPr>
              <a:t>V0: blue-grey    V1: orange    V2: teal. Medians of 3 launches; pale lines are min/max.</a:t>
            </a:r>
          </a:p>
        </p:txBody>
      </p:sp>
      <p:sp>
        <p:nvSpPr>
          <p:cNvPr id="8" name="audit-updated-text">
            <a:extLst xmlns:a="http://schemas.openxmlformats.org/drawingml/2006/main">
              <a:ext uri="{FF2B5EF4-FFF2-40B4-BE49-F238E27FC236}">
                <a16:creationId xmlns:a16="http://schemas.microsoft.com/office/drawing/2014/main" id="{1EE20C9A-D081-49AA-ADE2-1A9CC717B80A}"/>
              </a:ext>
            </a:extLst>
          </p:cNvPr>
          <p:cNvSpPr>
            <a:spLocks xmlns:a="http://schemas.openxmlformats.org/drawingml/2006/main" noGrp="1"/>
          </p:cNvSpPr>
          <p:nvPr/>
        </p:nvSpPr>
        <p:spPr>
          <a:xfrm xmlns:a="http://schemas.openxmlformats.org/drawingml/2006/main">
            <a:off x="419100" y="4572000"/>
            <a:ext cx="830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Per completed operation. Five sizes; log y-axis. Station counts exclude the base. All raw data are retained.</a:t>
            </a:r>
          </a:p>
        </p:txBody>
      </p:sp>
    </p:spTree>
    <p:extLst>
      <p:ext uri="{BB962C8B-B14F-4D97-AF65-F5344CB8AC3E}">
        <p14:creationId xmlns:p14="http://schemas.microsoft.com/office/powerpoint/2010/main" val="22981757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udit-updated-text">
            <a:extLst xmlns:a="http://schemas.openxmlformats.org/drawingml/2006/main">
              <a:ext uri="{FF2B5EF4-FFF2-40B4-BE49-F238E27FC236}">
                <a16:creationId xmlns:a16="http://schemas.microsoft.com/office/drawing/2014/main" id="{07E5D8BE-CA69-49EE-87F7-B04DC6B2CCA2}"/>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1E1C4C43-ADDA-423F-A371-7CADCD72BC1C}"/>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completion and correctness evidence</a:t>
            </a:r>
          </a:p>
        </p:txBody>
      </p:sp>
      <p:sp>
        <p:nvSpPr>
          <p:cNvPr id="3" name="audit-updated-text">
            <a:extLst xmlns:a="http://schemas.openxmlformats.org/drawingml/2006/main">
              <a:ext uri="{FF2B5EF4-FFF2-40B4-BE49-F238E27FC236}">
                <a16:creationId xmlns:a16="http://schemas.microsoft.com/office/drawing/2014/main" id="{E6253E14-2F1E-4C62-B4CF-A36ED3A19099}"/>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599C540F-544E-494F-8DEE-1669FE22260A}"/>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32</a:t>
            </a:r>
          </a:p>
        </p:txBody>
      </p:sp>
      <p:pic>
        <p:nvPicPr>
          <p:cNvPr id="5" name="">
            <a:extLst xmlns:a="http://schemas.openxmlformats.org/drawingml/2006/main">
              <a:ext uri="{FF2B5EF4-FFF2-40B4-BE49-F238E27FC236}">
                <a16:creationId xmlns:a16="http://schemas.microsoft.com/office/drawing/2014/main" id="{C35345D2-6B8F-4AC7-B19C-75C447811B58}"/>
              </a:ext>
            </a:extLst>
          </p:cNvPr>
          <p:cNvPicPr>
            <a:picLocks xmlns:a="http://schemas.openxmlformats.org/drawingml/2006/main" noChangeAspect="1"/>
          </p:cNvPicPr>
          <p:nvPr/>
        </p:nvPicPr>
        <p:blipFill>
          <a:blip xmlns:r="http://schemas.openxmlformats.org/officeDocument/2006/relationships" xmlns:a="http://schemas.openxmlformats.org/drawingml/2006/main" r:embed="Rd59301f539f8466c"/>
          <a:srcRect xmlns:a="http://schemas.openxmlformats.org/drawingml/2006/main" l="0" t="0" r="0" b="44000"/>
          <a:stretch xmlns:a="http://schemas.openxmlformats.org/drawingml/2006/main"/>
        </p:blipFill>
        <p:spPr>
          <a:xfrm xmlns:a="http://schemas.openxmlformats.org/drawingml/2006/main">
            <a:off x="419100" y="1076325"/>
            <a:ext cx="8305800" cy="3267075"/>
          </a:xfrm>
          <a:prstGeom xmlns:a="http://schemas.openxmlformats.org/drawingml/2006/main" prst="rect">
            <a:avLst/>
          </a:prstGeom>
        </p:spPr>
      </p:pic>
      <p:sp>
        <p:nvSpPr>
          <p:cNvPr id="6" name="audit-updated-text">
            <a:extLst xmlns:a="http://schemas.openxmlformats.org/drawingml/2006/main">
              <a:ext uri="{FF2B5EF4-FFF2-40B4-BE49-F238E27FC236}">
                <a16:creationId xmlns:a16="http://schemas.microsoft.com/office/drawing/2014/main" id="{3CF9796D-35D9-4279-B303-31AECA23940A}"/>
              </a:ext>
            </a:extLst>
          </p:cNvPr>
          <p:cNvSpPr>
            <a:spLocks xmlns:a="http://schemas.openxmlformats.org/drawingml/2006/main" noGrp="1"/>
          </p:cNvSpPr>
          <p:nvPr/>
        </p:nvSpPr>
        <p:spPr>
          <a:xfrm xmlns:a="http://schemas.openxmlformats.org/drawingml/2006/main">
            <a:off x="419100" y="4448175"/>
            <a:ext cx="830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Authentic screenshot of the local evidence viewer displaying unmodified CAAS scheduler/test output.</a:t>
            </a:r>
          </a:p>
        </p:txBody>
      </p:sp>
    </p:spTree>
    <p:extLst>
      <p:ext uri="{BB962C8B-B14F-4D97-AF65-F5344CB8AC3E}">
        <p14:creationId xmlns:p14="http://schemas.microsoft.com/office/powerpoint/2010/main" val="19271625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udit-updated-text">
            <a:extLst xmlns:a="http://schemas.openxmlformats.org/drawingml/2006/main">
              <a:ext uri="{FF2B5EF4-FFF2-40B4-BE49-F238E27FC236}">
                <a16:creationId xmlns:a16="http://schemas.microsoft.com/office/drawing/2014/main" id="{BBC82C8E-7DE1-4ABE-AEB5-70D6CE3E5863}"/>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CAAS EVIDENCE</a:t>
            </a:r>
          </a:p>
        </p:txBody>
      </p:sp>
      <p:sp>
        <p:nvSpPr>
          <p:cNvPr id="2" name="audit-updated-text">
            <a:extLst xmlns:a="http://schemas.openxmlformats.org/drawingml/2006/main">
              <a:ext uri="{FF2B5EF4-FFF2-40B4-BE49-F238E27FC236}">
                <a16:creationId xmlns:a16="http://schemas.microsoft.com/office/drawing/2014/main" id="{0D4604DF-55AD-4E04-B5EF-E09F536AC224}"/>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CAAS all-ties and shutdown evidence</a:t>
            </a:r>
          </a:p>
        </p:txBody>
      </p:sp>
      <p:sp>
        <p:nvSpPr>
          <p:cNvPr id="3" name="audit-updated-text">
            <a:extLst xmlns:a="http://schemas.openxmlformats.org/drawingml/2006/main">
              <a:ext uri="{FF2B5EF4-FFF2-40B4-BE49-F238E27FC236}">
                <a16:creationId xmlns:a16="http://schemas.microsoft.com/office/drawing/2014/main" id="{B6F5BA69-0C59-4DD0-BB5A-12304138A403}"/>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0E352F71-FFEA-4995-92AF-87C222992065}"/>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33</a:t>
            </a:r>
          </a:p>
        </p:txBody>
      </p:sp>
      <p:pic>
        <p:nvPicPr>
          <p:cNvPr id="5" name="">
            <a:extLst xmlns:a="http://schemas.openxmlformats.org/drawingml/2006/main">
              <a:ext uri="{FF2B5EF4-FFF2-40B4-BE49-F238E27FC236}">
                <a16:creationId xmlns:a16="http://schemas.microsoft.com/office/drawing/2014/main" id="{0D265487-1C5E-46BE-AA38-F84256A27676}"/>
              </a:ext>
            </a:extLst>
          </p:cNvPr>
          <p:cNvPicPr>
            <a:picLocks xmlns:a="http://schemas.openxmlformats.org/drawingml/2006/main" noChangeAspect="1"/>
          </p:cNvPicPr>
          <p:nvPr/>
        </p:nvPicPr>
        <p:blipFill>
          <a:blip xmlns:r="http://schemas.openxmlformats.org/officeDocument/2006/relationships" xmlns:a="http://schemas.openxmlformats.org/drawingml/2006/main" r:embed="R067bc48bcfc44434"/>
          <a:srcRect xmlns:a="http://schemas.openxmlformats.org/drawingml/2006/main" l="0" t="0" r="0" b="44000"/>
          <a:stretch xmlns:a="http://schemas.openxmlformats.org/drawingml/2006/main"/>
        </p:blipFill>
        <p:spPr>
          <a:xfrm xmlns:a="http://schemas.openxmlformats.org/drawingml/2006/main">
            <a:off x="419100" y="1076325"/>
            <a:ext cx="8305800" cy="3267075"/>
          </a:xfrm>
          <a:prstGeom xmlns:a="http://schemas.openxmlformats.org/drawingml/2006/main" prst="rect">
            <a:avLst/>
          </a:prstGeom>
        </p:spPr>
      </p:pic>
      <p:sp>
        <p:nvSpPr>
          <p:cNvPr id="6" name="audit-updated-text">
            <a:extLst xmlns:a="http://schemas.openxmlformats.org/drawingml/2006/main">
              <a:ext uri="{FF2B5EF4-FFF2-40B4-BE49-F238E27FC236}">
                <a16:creationId xmlns:a16="http://schemas.microsoft.com/office/drawing/2014/main" id="{8BF6BBDB-D50D-4D9B-B957-EE83CCE02E6B}"/>
              </a:ext>
            </a:extLst>
          </p:cNvPr>
          <p:cNvSpPr>
            <a:spLocks xmlns:a="http://schemas.openxmlformats.org/drawingml/2006/main" noGrp="1"/>
          </p:cNvSpPr>
          <p:nvPr/>
        </p:nvSpPr>
        <p:spPr>
          <a:xfrm xmlns:a="http://schemas.openxmlformats.org/drawingml/2006/main">
            <a:off x="419100" y="4448175"/>
            <a:ext cx="830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122B40"/>
                </a:solidFill>
                <a:latin typeface="Arial"/>
                <a:ea typeface="Arial"/>
                <a:cs typeface="Arial"/>
              </a:defRPr>
            </a:defPPr>
            <a:lvl1pPr>
              <a:defRPr sz="1050" b="0">
                <a:solidFill>
                  <a:srgbClr val="122B40"/>
                </a:solidFill>
                <a:latin typeface="Arial"/>
                <a:ea typeface="Arial"/>
                <a:cs typeface="Arial"/>
              </a:defRPr>
            </a:lvl1pPr>
            <a:lvl2pPr>
              <a:defRPr sz="1050" b="0">
                <a:solidFill>
                  <a:srgbClr val="122B40"/>
                </a:solidFill>
                <a:latin typeface="Arial"/>
                <a:ea typeface="Arial"/>
                <a:cs typeface="Arial"/>
              </a:defRPr>
            </a:lvl2pPr>
            <a:lvl3pPr>
              <a:defRPr sz="1050" b="0">
                <a:solidFill>
                  <a:srgbClr val="122B40"/>
                </a:solidFill>
                <a:latin typeface="Arial"/>
                <a:ea typeface="Arial"/>
                <a:cs typeface="Arial"/>
              </a:defRPr>
            </a:lvl3pPr>
            <a:lvl4pPr>
              <a:defRPr sz="1050" b="0">
                <a:solidFill>
                  <a:srgbClr val="122B40"/>
                </a:solidFill>
                <a:latin typeface="Arial"/>
                <a:ea typeface="Arial"/>
                <a:cs typeface="Arial"/>
              </a:defRPr>
            </a:lvl4pPr>
            <a:lvl5pPr>
              <a:defRPr sz="1050" b="0">
                <a:solidFill>
                  <a:srgbClr val="122B40"/>
                </a:solidFill>
                <a:latin typeface="Arial"/>
                <a:ea typeface="Arial"/>
                <a:cs typeface="Arial"/>
              </a:defRPr>
            </a:lvl5pPr>
            <a:lvl6pPr>
              <a:defRPr sz="1050" b="0">
                <a:solidFill>
                  <a:srgbClr val="122B40"/>
                </a:solidFill>
                <a:latin typeface="Arial"/>
                <a:ea typeface="Arial"/>
                <a:cs typeface="Arial"/>
              </a:defRPr>
            </a:lvl6pPr>
            <a:lvl7pPr>
              <a:defRPr sz="1050" b="0">
                <a:solidFill>
                  <a:srgbClr val="122B40"/>
                </a:solidFill>
                <a:latin typeface="Arial"/>
                <a:ea typeface="Arial"/>
                <a:cs typeface="Arial"/>
              </a:defRPr>
            </a:lvl7pPr>
            <a:lvl8pPr>
              <a:defRPr sz="1050" b="0">
                <a:solidFill>
                  <a:srgbClr val="122B40"/>
                </a:solidFill>
                <a:latin typeface="Arial"/>
                <a:ea typeface="Arial"/>
                <a:cs typeface="Arial"/>
              </a:defRPr>
            </a:lvl8pPr>
            <a:lvl9pPr>
              <a:defRPr sz="1050" b="0">
                <a:solidFill>
                  <a:srgbClr val="122B40"/>
                </a:solidFill>
                <a:latin typeface="Arial"/>
                <a:ea typeface="Arial"/>
                <a:cs typeface="Arial"/>
              </a:defRPr>
            </a:lvl9pPr>
          </a:lstStyle>
          <a:p xmlns:a="http://schemas.openxmlformats.org/drawingml/2006/main">
            <a:pPr>
              <a:defRPr sz="1050" b="0">
                <a:solidFill>
                  <a:srgbClr val="122B40"/>
                </a:solidFill>
                <a:latin typeface="Arial"/>
                <a:ea typeface="Arial"/>
                <a:cs typeface="Arial"/>
              </a:defRPr>
            </a:pPr>
            <a:r>
              <a:rPr sz="1050" b="0">
                <a:solidFill>
                  <a:srgbClr val="122B40"/>
                </a:solidFill>
                <a:latin typeface="Arial"/>
                <a:ea typeface="Arial"/>
                <a:cs typeface="Arial"/>
              </a:rPr>
              <a:t>Authentic screenshot of the local evidence viewer displaying a CAAS 3x3 all-ties base log.</a:t>
            </a:r>
          </a:p>
        </p:txBody>
      </p:sp>
    </p:spTree>
    <p:extLst>
      <p:ext uri="{BB962C8B-B14F-4D97-AF65-F5344CB8AC3E}">
        <p14:creationId xmlns:p14="http://schemas.microsoft.com/office/powerpoint/2010/main" val="28492446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udit-updated-text">
            <a:extLst xmlns:a="http://schemas.openxmlformats.org/drawingml/2006/main">
              <a:ext uri="{FF2B5EF4-FFF2-40B4-BE49-F238E27FC236}">
                <a16:creationId xmlns:a16="http://schemas.microsoft.com/office/drawing/2014/main" id="{0559042A-1A14-4422-8211-97AAD00AF315}"/>
              </a:ext>
            </a:extLst>
          </p:cNvPr>
          <p:cNvSpPr>
            <a:spLocks xmlns:a="http://schemas.openxmlformats.org/drawingml/2006/main" noGrp="1"/>
          </p:cNvSpPr>
          <p:nvPr/>
        </p:nvSpPr>
        <p:spPr>
          <a:xfrm xmlns:a="http://schemas.openxmlformats.org/drawingml/2006/main">
            <a:off x="419100" y="209550"/>
            <a:ext cx="8096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1">
                <a:solidFill>
                  <a:srgbClr val="117C91"/>
                </a:solidFill>
                <a:latin typeface="Arial"/>
                <a:ea typeface="Arial"/>
                <a:cs typeface="Arial"/>
              </a:defRPr>
            </a:defPPr>
            <a:lvl1pPr>
              <a:defRPr sz="750" b="1">
                <a:solidFill>
                  <a:srgbClr val="117C91"/>
                </a:solidFill>
                <a:latin typeface="Arial"/>
                <a:ea typeface="Arial"/>
                <a:cs typeface="Arial"/>
              </a:defRPr>
            </a:lvl1pPr>
            <a:lvl2pPr>
              <a:defRPr sz="750" b="1">
                <a:solidFill>
                  <a:srgbClr val="117C91"/>
                </a:solidFill>
                <a:latin typeface="Arial"/>
                <a:ea typeface="Arial"/>
                <a:cs typeface="Arial"/>
              </a:defRPr>
            </a:lvl2pPr>
            <a:lvl3pPr>
              <a:defRPr sz="750" b="1">
                <a:solidFill>
                  <a:srgbClr val="117C91"/>
                </a:solidFill>
                <a:latin typeface="Arial"/>
                <a:ea typeface="Arial"/>
                <a:cs typeface="Arial"/>
              </a:defRPr>
            </a:lvl3pPr>
            <a:lvl4pPr>
              <a:defRPr sz="750" b="1">
                <a:solidFill>
                  <a:srgbClr val="117C91"/>
                </a:solidFill>
                <a:latin typeface="Arial"/>
                <a:ea typeface="Arial"/>
                <a:cs typeface="Arial"/>
              </a:defRPr>
            </a:lvl4pPr>
            <a:lvl5pPr>
              <a:defRPr sz="750" b="1">
                <a:solidFill>
                  <a:srgbClr val="117C91"/>
                </a:solidFill>
                <a:latin typeface="Arial"/>
                <a:ea typeface="Arial"/>
                <a:cs typeface="Arial"/>
              </a:defRPr>
            </a:lvl5pPr>
            <a:lvl6pPr>
              <a:defRPr sz="750" b="1">
                <a:solidFill>
                  <a:srgbClr val="117C91"/>
                </a:solidFill>
                <a:latin typeface="Arial"/>
                <a:ea typeface="Arial"/>
                <a:cs typeface="Arial"/>
              </a:defRPr>
            </a:lvl6pPr>
            <a:lvl7pPr>
              <a:defRPr sz="750" b="1">
                <a:solidFill>
                  <a:srgbClr val="117C91"/>
                </a:solidFill>
                <a:latin typeface="Arial"/>
                <a:ea typeface="Arial"/>
                <a:cs typeface="Arial"/>
              </a:defRPr>
            </a:lvl7pPr>
            <a:lvl8pPr>
              <a:defRPr sz="750" b="1">
                <a:solidFill>
                  <a:srgbClr val="117C91"/>
                </a:solidFill>
                <a:latin typeface="Arial"/>
                <a:ea typeface="Arial"/>
                <a:cs typeface="Arial"/>
              </a:defRPr>
            </a:lvl8pPr>
            <a:lvl9pPr>
              <a:defRPr sz="750" b="1">
                <a:solidFill>
                  <a:srgbClr val="117C91"/>
                </a:solidFill>
                <a:latin typeface="Arial"/>
                <a:ea typeface="Arial"/>
                <a:cs typeface="Arial"/>
              </a:defRPr>
            </a:lvl9pPr>
          </a:lstStyle>
          <a:p xmlns:a="http://schemas.openxmlformats.org/drawingml/2006/main">
            <a:pPr>
              <a:defRPr sz="750" b="1">
                <a:solidFill>
                  <a:srgbClr val="117C91"/>
                </a:solidFill>
                <a:latin typeface="Arial"/>
                <a:ea typeface="Arial"/>
                <a:cs typeface="Arial"/>
              </a:defRPr>
            </a:pPr>
            <a:r>
              <a:rPr sz="750" b="1">
                <a:solidFill>
                  <a:srgbClr val="117C91"/>
                </a:solidFill>
                <a:latin typeface="Arial"/>
                <a:ea typeface="Arial"/>
                <a:cs typeface="Arial"/>
              </a:rPr>
              <a:t>FIT3143  /  LAB 3  /  APPENDIX / SOURCE MATERIAL</a:t>
            </a:r>
          </a:p>
        </p:txBody>
      </p:sp>
      <p:sp>
        <p:nvSpPr>
          <p:cNvPr id="2" name="audit-updated-text">
            <a:extLst xmlns:a="http://schemas.openxmlformats.org/drawingml/2006/main">
              <a:ext uri="{FF2B5EF4-FFF2-40B4-BE49-F238E27FC236}">
                <a16:creationId xmlns:a16="http://schemas.microsoft.com/office/drawing/2014/main" id="{3E2D4107-774C-466A-8173-08FBE961A0C6}"/>
              </a:ext>
            </a:extLst>
          </p:cNvPr>
          <p:cNvSpPr>
            <a:spLocks xmlns:a="http://schemas.openxmlformats.org/drawingml/2006/main" noGrp="1"/>
          </p:cNvSpPr>
          <p:nvPr/>
        </p:nvSpPr>
        <p:spPr>
          <a:xfrm xmlns:a="http://schemas.openxmlformats.org/drawingml/2006/main">
            <a:off x="419100" y="466725"/>
            <a:ext cx="830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22B40"/>
                </a:solidFill>
                <a:latin typeface="Arial"/>
                <a:ea typeface="Arial"/>
                <a:cs typeface="Arial"/>
              </a:defRPr>
            </a:defPPr>
            <a:lvl1pPr>
              <a:defRPr sz="2250" b="1">
                <a:solidFill>
                  <a:srgbClr val="122B40"/>
                </a:solidFill>
                <a:latin typeface="Arial"/>
                <a:ea typeface="Arial"/>
                <a:cs typeface="Arial"/>
              </a:defRPr>
            </a:lvl1pPr>
            <a:lvl2pPr>
              <a:defRPr sz="2250" b="1">
                <a:solidFill>
                  <a:srgbClr val="122B40"/>
                </a:solidFill>
                <a:latin typeface="Arial"/>
                <a:ea typeface="Arial"/>
                <a:cs typeface="Arial"/>
              </a:defRPr>
            </a:lvl2pPr>
            <a:lvl3pPr>
              <a:defRPr sz="2250" b="1">
                <a:solidFill>
                  <a:srgbClr val="122B40"/>
                </a:solidFill>
                <a:latin typeface="Arial"/>
                <a:ea typeface="Arial"/>
                <a:cs typeface="Arial"/>
              </a:defRPr>
            </a:lvl3pPr>
            <a:lvl4pPr>
              <a:defRPr sz="2250" b="1">
                <a:solidFill>
                  <a:srgbClr val="122B40"/>
                </a:solidFill>
                <a:latin typeface="Arial"/>
                <a:ea typeface="Arial"/>
                <a:cs typeface="Arial"/>
              </a:defRPr>
            </a:lvl4pPr>
            <a:lvl5pPr>
              <a:defRPr sz="2250" b="1">
                <a:solidFill>
                  <a:srgbClr val="122B40"/>
                </a:solidFill>
                <a:latin typeface="Arial"/>
                <a:ea typeface="Arial"/>
                <a:cs typeface="Arial"/>
              </a:defRPr>
            </a:lvl5pPr>
            <a:lvl6pPr>
              <a:defRPr sz="2250" b="1">
                <a:solidFill>
                  <a:srgbClr val="122B40"/>
                </a:solidFill>
                <a:latin typeface="Arial"/>
                <a:ea typeface="Arial"/>
                <a:cs typeface="Arial"/>
              </a:defRPr>
            </a:lvl6pPr>
            <a:lvl7pPr>
              <a:defRPr sz="2250" b="1">
                <a:solidFill>
                  <a:srgbClr val="122B40"/>
                </a:solidFill>
                <a:latin typeface="Arial"/>
                <a:ea typeface="Arial"/>
                <a:cs typeface="Arial"/>
              </a:defRPr>
            </a:lvl7pPr>
            <a:lvl8pPr>
              <a:defRPr sz="2250" b="1">
                <a:solidFill>
                  <a:srgbClr val="122B40"/>
                </a:solidFill>
                <a:latin typeface="Arial"/>
                <a:ea typeface="Arial"/>
                <a:cs typeface="Arial"/>
              </a:defRPr>
            </a:lvl8pPr>
            <a:lvl9pPr>
              <a:defRPr sz="2250" b="1">
                <a:solidFill>
                  <a:srgbClr val="122B40"/>
                </a:solidFill>
                <a:latin typeface="Arial"/>
                <a:ea typeface="Arial"/>
                <a:cs typeface="Arial"/>
              </a:defRPr>
            </a:lvl9pPr>
          </a:lstStyle>
          <a:p xmlns:a="http://schemas.openxmlformats.org/drawingml/2006/main">
            <a:pPr>
              <a:defRPr sz="2250" b="1">
                <a:solidFill>
                  <a:srgbClr val="122B40"/>
                </a:solidFill>
                <a:latin typeface="Arial"/>
                <a:ea typeface="Arial"/>
                <a:cs typeface="Arial"/>
              </a:defRPr>
            </a:pPr>
            <a:r>
              <a:rPr sz="2250" b="1">
                <a:solidFill>
                  <a:srgbClr val="122B40"/>
                </a:solidFill>
                <a:latin typeface="Arial"/>
                <a:ea typeface="Arial"/>
                <a:cs typeface="Arial"/>
              </a:rPr>
              <a:t>Supplied project folder structure</a:t>
            </a:r>
          </a:p>
        </p:txBody>
      </p:sp>
      <p:sp>
        <p:nvSpPr>
          <p:cNvPr id="3" name="audit-updated-text">
            <a:extLst xmlns:a="http://schemas.openxmlformats.org/drawingml/2006/main">
              <a:ext uri="{FF2B5EF4-FFF2-40B4-BE49-F238E27FC236}">
                <a16:creationId xmlns:a16="http://schemas.microsoft.com/office/drawing/2014/main" id="{B82611F5-95CA-4BBB-9858-1AE4B13E431D}"/>
              </a:ext>
            </a:extLst>
          </p:cNvPr>
          <p:cNvSpPr>
            <a:spLocks xmlns:a="http://schemas.openxmlformats.org/drawingml/2006/main" noGrp="1"/>
          </p:cNvSpPr>
          <p:nvPr/>
        </p:nvSpPr>
        <p:spPr>
          <a:xfrm xmlns:a="http://schemas.openxmlformats.org/drawingml/2006/main">
            <a:off x="419100" y="4886325"/>
            <a:ext cx="762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75" b="0">
                <a:solidFill>
                  <a:srgbClr val="52616E"/>
                </a:solidFill>
                <a:latin typeface="Arial"/>
                <a:ea typeface="Arial"/>
                <a:cs typeface="Arial"/>
              </a:defRPr>
            </a:defPPr>
            <a:lvl1pPr>
              <a:defRPr sz="675" b="0">
                <a:solidFill>
                  <a:srgbClr val="52616E"/>
                </a:solidFill>
                <a:latin typeface="Arial"/>
                <a:ea typeface="Arial"/>
                <a:cs typeface="Arial"/>
              </a:defRPr>
            </a:lvl1pPr>
            <a:lvl2pPr>
              <a:defRPr sz="675" b="0">
                <a:solidFill>
                  <a:srgbClr val="52616E"/>
                </a:solidFill>
                <a:latin typeface="Arial"/>
                <a:ea typeface="Arial"/>
                <a:cs typeface="Arial"/>
              </a:defRPr>
            </a:lvl2pPr>
            <a:lvl3pPr>
              <a:defRPr sz="675" b="0">
                <a:solidFill>
                  <a:srgbClr val="52616E"/>
                </a:solidFill>
                <a:latin typeface="Arial"/>
                <a:ea typeface="Arial"/>
                <a:cs typeface="Arial"/>
              </a:defRPr>
            </a:lvl3pPr>
            <a:lvl4pPr>
              <a:defRPr sz="675" b="0">
                <a:solidFill>
                  <a:srgbClr val="52616E"/>
                </a:solidFill>
                <a:latin typeface="Arial"/>
                <a:ea typeface="Arial"/>
                <a:cs typeface="Arial"/>
              </a:defRPr>
            </a:lvl4pPr>
            <a:lvl5pPr>
              <a:defRPr sz="675" b="0">
                <a:solidFill>
                  <a:srgbClr val="52616E"/>
                </a:solidFill>
                <a:latin typeface="Arial"/>
                <a:ea typeface="Arial"/>
                <a:cs typeface="Arial"/>
              </a:defRPr>
            </a:lvl5pPr>
            <a:lvl6pPr>
              <a:defRPr sz="675" b="0">
                <a:solidFill>
                  <a:srgbClr val="52616E"/>
                </a:solidFill>
                <a:latin typeface="Arial"/>
                <a:ea typeface="Arial"/>
                <a:cs typeface="Arial"/>
              </a:defRPr>
            </a:lvl6pPr>
            <a:lvl7pPr>
              <a:defRPr sz="675" b="0">
                <a:solidFill>
                  <a:srgbClr val="52616E"/>
                </a:solidFill>
                <a:latin typeface="Arial"/>
                <a:ea typeface="Arial"/>
                <a:cs typeface="Arial"/>
              </a:defRPr>
            </a:lvl7pPr>
            <a:lvl8pPr>
              <a:defRPr sz="675" b="0">
                <a:solidFill>
                  <a:srgbClr val="52616E"/>
                </a:solidFill>
                <a:latin typeface="Arial"/>
                <a:ea typeface="Arial"/>
                <a:cs typeface="Arial"/>
              </a:defRPr>
            </a:lvl8pPr>
            <a:lvl9pPr>
              <a:defRPr sz="675" b="0">
                <a:solidFill>
                  <a:srgbClr val="52616E"/>
                </a:solidFill>
                <a:latin typeface="Arial"/>
                <a:ea typeface="Arial"/>
                <a:cs typeface="Arial"/>
              </a:defRPr>
            </a:lvl9pPr>
          </a:lstStyle>
          <a:p xmlns:a="http://schemas.openxmlformats.org/drawingml/2006/main">
            <a:pPr>
              <a:defRPr sz="675" b="0">
                <a:solidFill>
                  <a:srgbClr val="52616E"/>
                </a:solidFill>
                <a:latin typeface="Arial"/>
                <a:ea typeface="Arial"/>
                <a:cs typeface="Arial"/>
              </a:defRPr>
            </a:pPr>
            <a:r>
              <a:rPr sz="675" b="0">
                <a:solidFill>
                  <a:srgbClr val="52616E"/>
                </a:solidFill>
                <a:latin typeface="Arial"/>
                <a:ea typeface="Arial"/>
                <a:cs typeface="Arial"/>
              </a:rPr>
              <a:t>Savin Vindiv De Alwis 35221631  /  Shamle Thilaksiri 35512075</a:t>
            </a:r>
          </a:p>
        </p:txBody>
      </p:sp>
      <p:sp>
        <p:nvSpPr>
          <p:cNvPr id="4" name="audit-updated-text">
            <a:extLst xmlns:a="http://schemas.openxmlformats.org/drawingml/2006/main">
              <a:ext uri="{FF2B5EF4-FFF2-40B4-BE49-F238E27FC236}">
                <a16:creationId xmlns:a16="http://schemas.microsoft.com/office/drawing/2014/main" id="{CFC41257-C8DF-4E61-A23F-C04F0E9F37D1}"/>
              </a:ext>
            </a:extLst>
          </p:cNvPr>
          <p:cNvSpPr>
            <a:spLocks xmlns:a="http://schemas.openxmlformats.org/drawingml/2006/main" noGrp="1"/>
          </p:cNvSpPr>
          <p:nvPr/>
        </p:nvSpPr>
        <p:spPr>
          <a:xfrm xmlns:a="http://schemas.openxmlformats.org/drawingml/2006/main">
            <a:off x="8486775" y="4876800"/>
            <a:ext cx="23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 b="0">
                <a:solidFill>
                  <a:srgbClr val="52616E"/>
                </a:solidFill>
                <a:latin typeface="Arial"/>
                <a:ea typeface="Arial"/>
                <a:cs typeface="Arial"/>
              </a:defRPr>
            </a:defPPr>
            <a:lvl1pPr>
              <a:defRPr sz="750" b="0">
                <a:solidFill>
                  <a:srgbClr val="52616E"/>
                </a:solidFill>
                <a:latin typeface="Arial"/>
                <a:ea typeface="Arial"/>
                <a:cs typeface="Arial"/>
              </a:defRPr>
            </a:lvl1pPr>
            <a:lvl2pPr>
              <a:defRPr sz="750" b="0">
                <a:solidFill>
                  <a:srgbClr val="52616E"/>
                </a:solidFill>
                <a:latin typeface="Arial"/>
                <a:ea typeface="Arial"/>
                <a:cs typeface="Arial"/>
              </a:defRPr>
            </a:lvl2pPr>
            <a:lvl3pPr>
              <a:defRPr sz="750" b="0">
                <a:solidFill>
                  <a:srgbClr val="52616E"/>
                </a:solidFill>
                <a:latin typeface="Arial"/>
                <a:ea typeface="Arial"/>
                <a:cs typeface="Arial"/>
              </a:defRPr>
            </a:lvl3pPr>
            <a:lvl4pPr>
              <a:defRPr sz="750" b="0">
                <a:solidFill>
                  <a:srgbClr val="52616E"/>
                </a:solidFill>
                <a:latin typeface="Arial"/>
                <a:ea typeface="Arial"/>
                <a:cs typeface="Arial"/>
              </a:defRPr>
            </a:lvl4pPr>
            <a:lvl5pPr>
              <a:defRPr sz="750" b="0">
                <a:solidFill>
                  <a:srgbClr val="52616E"/>
                </a:solidFill>
                <a:latin typeface="Arial"/>
                <a:ea typeface="Arial"/>
                <a:cs typeface="Arial"/>
              </a:defRPr>
            </a:lvl5pPr>
            <a:lvl6pPr>
              <a:defRPr sz="750" b="0">
                <a:solidFill>
                  <a:srgbClr val="52616E"/>
                </a:solidFill>
                <a:latin typeface="Arial"/>
                <a:ea typeface="Arial"/>
                <a:cs typeface="Arial"/>
              </a:defRPr>
            </a:lvl6pPr>
            <a:lvl7pPr>
              <a:defRPr sz="750" b="0">
                <a:solidFill>
                  <a:srgbClr val="52616E"/>
                </a:solidFill>
                <a:latin typeface="Arial"/>
                <a:ea typeface="Arial"/>
                <a:cs typeface="Arial"/>
              </a:defRPr>
            </a:lvl7pPr>
            <a:lvl8pPr>
              <a:defRPr sz="750" b="0">
                <a:solidFill>
                  <a:srgbClr val="52616E"/>
                </a:solidFill>
                <a:latin typeface="Arial"/>
                <a:ea typeface="Arial"/>
                <a:cs typeface="Arial"/>
              </a:defRPr>
            </a:lvl8pPr>
            <a:lvl9pPr>
              <a:defRPr sz="750" b="0">
                <a:solidFill>
                  <a:srgbClr val="52616E"/>
                </a:solidFill>
                <a:latin typeface="Arial"/>
                <a:ea typeface="Arial"/>
                <a:cs typeface="Arial"/>
              </a:defRPr>
            </a:lvl9pPr>
          </a:lstStyle>
          <a:p xmlns:a="http://schemas.openxmlformats.org/drawingml/2006/main">
            <a:pPr>
              <a:defRPr sz="750" b="0">
                <a:solidFill>
                  <a:srgbClr val="52616E"/>
                </a:solidFill>
                <a:latin typeface="Arial"/>
                <a:ea typeface="Arial"/>
                <a:cs typeface="Arial"/>
              </a:defRPr>
            </a:pPr>
            <a:r>
              <a:rPr sz="750" b="0">
                <a:solidFill>
                  <a:srgbClr val="52616E"/>
                </a:solidFill>
                <a:latin typeface="Arial"/>
                <a:ea typeface="Arial"/>
                <a:cs typeface="Arial"/>
              </a:rPr>
              <a:t>34</a:t>
            </a:r>
          </a:p>
        </p:txBody>
      </p:sp>
      <p:pic>
        <p:nvPicPr>
          <p:cNvPr id="5" name="">
            <a:extLst xmlns:a="http://schemas.openxmlformats.org/drawingml/2006/main">
              <a:ext uri="{FF2B5EF4-FFF2-40B4-BE49-F238E27FC236}">
                <a16:creationId xmlns:a16="http://schemas.microsoft.com/office/drawing/2014/main" id="{0F298929-8FDF-4E68-BC74-3A925442218D}"/>
              </a:ext>
            </a:extLst>
          </p:cNvPr>
          <p:cNvPicPr>
            <a:picLocks xmlns:a="http://schemas.openxmlformats.org/drawingml/2006/main" noChangeAspect="1"/>
          </p:cNvPicPr>
          <p:nvPr/>
        </p:nvPicPr>
        <p:blipFill>
          <a:blip xmlns:r="http://schemas.openxmlformats.org/officeDocument/2006/relationships" xmlns:a="http://schemas.openxmlformats.org/drawingml/2006/main" r:embed="R69dca9c36fcb41c9"/>
          <a:stretch xmlns:a="http://schemas.openxmlformats.org/drawingml/2006/main"/>
        </p:blipFill>
        <p:spPr>
          <a:xfrm xmlns:a="http://schemas.openxmlformats.org/drawingml/2006/main">
            <a:off x="1240199" y="1190625"/>
            <a:ext cx="6663602" cy="2886075"/>
          </a:xfrm>
          <a:prstGeom xmlns:a="http://schemas.openxmlformats.org/drawingml/2006/main" prst="rect">
            <a:avLst/>
          </a:prstGeom>
        </p:spPr>
      </p:pic>
      <p:sp>
        <p:nvSpPr>
          <p:cNvPr id="6" name="audit-updated-text">
            <a:extLst xmlns:a="http://schemas.openxmlformats.org/drawingml/2006/main">
              <a:ext uri="{FF2B5EF4-FFF2-40B4-BE49-F238E27FC236}">
                <a16:creationId xmlns:a16="http://schemas.microsoft.com/office/drawing/2014/main" id="{E6260F82-57E6-4722-9737-A7EC0F99FA7A}"/>
              </a:ext>
            </a:extLst>
          </p:cNvPr>
          <p:cNvSpPr>
            <a:spLocks xmlns:a="http://schemas.openxmlformats.org/drawingml/2006/main" noGrp="1"/>
          </p:cNvSpPr>
          <p:nvPr/>
        </p:nvSpPr>
        <p:spPr>
          <a:xfrm xmlns:a="http://schemas.openxmlformats.org/drawingml/2006/main">
            <a:off x="419100" y="4286250"/>
            <a:ext cx="830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122B40"/>
                </a:solidFill>
                <a:latin typeface="Arial"/>
                <a:ea typeface="Arial"/>
                <a:cs typeface="Arial"/>
              </a:defRPr>
            </a:defPPr>
            <a:lvl1pPr>
              <a:defRPr sz="1275" b="0">
                <a:solidFill>
                  <a:srgbClr val="122B40"/>
                </a:solidFill>
                <a:latin typeface="Arial"/>
                <a:ea typeface="Arial"/>
                <a:cs typeface="Arial"/>
              </a:defRPr>
            </a:lvl1pPr>
            <a:lvl2pPr>
              <a:defRPr sz="1275" b="0">
                <a:solidFill>
                  <a:srgbClr val="122B40"/>
                </a:solidFill>
                <a:latin typeface="Arial"/>
                <a:ea typeface="Arial"/>
                <a:cs typeface="Arial"/>
              </a:defRPr>
            </a:lvl2pPr>
            <a:lvl3pPr>
              <a:defRPr sz="1275" b="0">
                <a:solidFill>
                  <a:srgbClr val="122B40"/>
                </a:solidFill>
                <a:latin typeface="Arial"/>
                <a:ea typeface="Arial"/>
                <a:cs typeface="Arial"/>
              </a:defRPr>
            </a:lvl3pPr>
            <a:lvl4pPr>
              <a:defRPr sz="1275" b="0">
                <a:solidFill>
                  <a:srgbClr val="122B40"/>
                </a:solidFill>
                <a:latin typeface="Arial"/>
                <a:ea typeface="Arial"/>
                <a:cs typeface="Arial"/>
              </a:defRPr>
            </a:lvl4pPr>
            <a:lvl5pPr>
              <a:defRPr sz="1275" b="0">
                <a:solidFill>
                  <a:srgbClr val="122B40"/>
                </a:solidFill>
                <a:latin typeface="Arial"/>
                <a:ea typeface="Arial"/>
                <a:cs typeface="Arial"/>
              </a:defRPr>
            </a:lvl5pPr>
            <a:lvl6pPr>
              <a:defRPr sz="1275" b="0">
                <a:solidFill>
                  <a:srgbClr val="122B40"/>
                </a:solidFill>
                <a:latin typeface="Arial"/>
                <a:ea typeface="Arial"/>
                <a:cs typeface="Arial"/>
              </a:defRPr>
            </a:lvl6pPr>
            <a:lvl7pPr>
              <a:defRPr sz="1275" b="0">
                <a:solidFill>
                  <a:srgbClr val="122B40"/>
                </a:solidFill>
                <a:latin typeface="Arial"/>
                <a:ea typeface="Arial"/>
                <a:cs typeface="Arial"/>
              </a:defRPr>
            </a:lvl7pPr>
            <a:lvl8pPr>
              <a:defRPr sz="1275" b="0">
                <a:solidFill>
                  <a:srgbClr val="122B40"/>
                </a:solidFill>
                <a:latin typeface="Arial"/>
                <a:ea typeface="Arial"/>
                <a:cs typeface="Arial"/>
              </a:defRPr>
            </a:lvl8pPr>
            <a:lvl9pPr>
              <a:defRPr sz="1275" b="0">
                <a:solidFill>
                  <a:srgbClr val="122B40"/>
                </a:solidFill>
                <a:latin typeface="Arial"/>
                <a:ea typeface="Arial"/>
                <a:cs typeface="Arial"/>
              </a:defRPr>
            </a:lvl9pPr>
          </a:lstStyle>
          <a:p xmlns:a="http://schemas.openxmlformats.org/drawingml/2006/main">
            <a:pPr>
              <a:defRPr sz="1275" b="0">
                <a:solidFill>
                  <a:srgbClr val="122B40"/>
                </a:solidFill>
                <a:latin typeface="Arial"/>
                <a:ea typeface="Arial"/>
                <a:cs typeface="Arial"/>
              </a:defRPr>
            </a:pPr>
            <a:r>
              <a:rPr sz="1275" b="0">
                <a:solidFill>
                  <a:srgbClr val="122B40"/>
                </a:solidFill>
                <a:latin typeface="Arial"/>
                <a:ea typeface="Arial"/>
                <a:cs typeface="Arial"/>
              </a:rPr>
              <a:t>User-supplied local folder structure: the assessment inputs and original implementation package.</a:t>
            </a:r>
          </a:p>
        </p:txBody>
      </p:sp>
      <p:sp>
        <p:nvSpPr>
          <p:cNvPr id="7" name="audit-updated-text">
            <a:extLst xmlns:a="http://schemas.openxmlformats.org/drawingml/2006/main">
              <a:ext uri="{FF2B5EF4-FFF2-40B4-BE49-F238E27FC236}">
                <a16:creationId xmlns:a16="http://schemas.microsoft.com/office/drawing/2014/main" id="{EC223458-9C20-4597-BB0C-41B0AA89CB6D}"/>
              </a:ext>
            </a:extLst>
          </p:cNvPr>
          <p:cNvSpPr>
            <a:spLocks xmlns:a="http://schemas.openxmlformats.org/drawingml/2006/main" noGrp="1"/>
          </p:cNvSpPr>
          <p:nvPr/>
        </p:nvSpPr>
        <p:spPr>
          <a:xfrm xmlns:a="http://schemas.openxmlformats.org/drawingml/2006/main">
            <a:off x="419100" y="4629150"/>
            <a:ext cx="830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122B40"/>
                </a:solidFill>
                <a:latin typeface="Arial"/>
                <a:ea typeface="Arial"/>
                <a:cs typeface="Arial"/>
              </a:defRPr>
            </a:defPPr>
            <a:lvl1pPr>
              <a:defRPr sz="975" b="0">
                <a:solidFill>
                  <a:srgbClr val="122B40"/>
                </a:solidFill>
                <a:latin typeface="Arial"/>
                <a:ea typeface="Arial"/>
                <a:cs typeface="Arial"/>
              </a:defRPr>
            </a:lvl1pPr>
            <a:lvl2pPr>
              <a:defRPr sz="975" b="0">
                <a:solidFill>
                  <a:srgbClr val="122B40"/>
                </a:solidFill>
                <a:latin typeface="Arial"/>
                <a:ea typeface="Arial"/>
                <a:cs typeface="Arial"/>
              </a:defRPr>
            </a:lvl2pPr>
            <a:lvl3pPr>
              <a:defRPr sz="975" b="0">
                <a:solidFill>
                  <a:srgbClr val="122B40"/>
                </a:solidFill>
                <a:latin typeface="Arial"/>
                <a:ea typeface="Arial"/>
                <a:cs typeface="Arial"/>
              </a:defRPr>
            </a:lvl3pPr>
            <a:lvl4pPr>
              <a:defRPr sz="975" b="0">
                <a:solidFill>
                  <a:srgbClr val="122B40"/>
                </a:solidFill>
                <a:latin typeface="Arial"/>
                <a:ea typeface="Arial"/>
                <a:cs typeface="Arial"/>
              </a:defRPr>
            </a:lvl4pPr>
            <a:lvl5pPr>
              <a:defRPr sz="975" b="0">
                <a:solidFill>
                  <a:srgbClr val="122B40"/>
                </a:solidFill>
                <a:latin typeface="Arial"/>
                <a:ea typeface="Arial"/>
                <a:cs typeface="Arial"/>
              </a:defRPr>
            </a:lvl5pPr>
            <a:lvl6pPr>
              <a:defRPr sz="975" b="0">
                <a:solidFill>
                  <a:srgbClr val="122B40"/>
                </a:solidFill>
                <a:latin typeface="Arial"/>
                <a:ea typeface="Arial"/>
                <a:cs typeface="Arial"/>
              </a:defRPr>
            </a:lvl6pPr>
            <a:lvl7pPr>
              <a:defRPr sz="975" b="0">
                <a:solidFill>
                  <a:srgbClr val="122B40"/>
                </a:solidFill>
                <a:latin typeface="Arial"/>
                <a:ea typeface="Arial"/>
                <a:cs typeface="Arial"/>
              </a:defRPr>
            </a:lvl7pPr>
            <a:lvl8pPr>
              <a:defRPr sz="975" b="0">
                <a:solidFill>
                  <a:srgbClr val="122B40"/>
                </a:solidFill>
                <a:latin typeface="Arial"/>
                <a:ea typeface="Arial"/>
                <a:cs typeface="Arial"/>
              </a:defRPr>
            </a:lvl8pPr>
            <a:lvl9pPr>
              <a:defRPr sz="975" b="0">
                <a:solidFill>
                  <a:srgbClr val="122B40"/>
                </a:solidFill>
                <a:latin typeface="Arial"/>
                <a:ea typeface="Arial"/>
                <a:cs typeface="Arial"/>
              </a:defRPr>
            </a:lvl9pPr>
          </a:lstStyle>
          <a:p xmlns:a="http://schemas.openxmlformats.org/drawingml/2006/main">
            <a:pPr>
              <a:defRPr sz="975" b="0">
                <a:solidFill>
                  <a:srgbClr val="122B40"/>
                </a:solidFill>
                <a:latin typeface="Arial"/>
                <a:ea typeface="Arial"/>
                <a:cs typeface="Arial"/>
              </a:defRPr>
            </a:pPr>
            <a:r>
              <a:rPr sz="975" b="0">
                <a:solidFill>
                  <a:srgbClr val="122B40"/>
                </a:solidFill>
                <a:latin typeface="Arial"/>
                <a:ea typeface="Arial"/>
                <a:cs typeface="Arial"/>
              </a:rPr>
              <a:t>This image records file organisation only. CAAS execution is evidenced by the separate verified logs and captures.</a:t>
            </a:r>
          </a:p>
        </p:txBody>
      </p:sp>
    </p:spTree>
    <p:extLst>
      <p:ext uri="{BB962C8B-B14F-4D97-AF65-F5344CB8AC3E}">
        <p14:creationId xmlns:p14="http://schemas.microsoft.com/office/powerpoint/2010/main" val="1648340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34</ap:Slides>
  <ap:Notes>34</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2026-10-22T10:52:55.2460000Z</dcterms:created>
  <dcterms:modified xsi:type="dcterms:W3CDTF">2026-10-22T10:52:55.2460000Z</dcterms:modified>
</coreProperties>
</file>