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193bea7e864be4" /><Relationship Type="http://schemas.openxmlformats.org/officeDocument/2006/relationships/extended-properties" Target="/docProps/app.xml" Id="R232b683e4bf04f3d" /><Relationship Type="http://schemas.openxmlformats.org/officeDocument/2006/relationships/officeDocument" Target="/ppt/presentation.xml" Id="R48cc248d686543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25b0fbcc94152"/>
  </p:sldMasterIdLst>
  <p:notesMasterIdLst>
    <p:notesMasterId xmlns:r="http://schemas.openxmlformats.org/officeDocument/2006/relationships" r:id="R6fb4d3d6aa3c4157"/>
  </p:notesMasterIdLst>
  <p:sldIdLst>
    <p:sldId xmlns:r="http://schemas.openxmlformats.org/officeDocument/2006/relationships" id="256" r:id="R5fe811861a6543b1"/>
    <p:sldId xmlns:r="http://schemas.openxmlformats.org/officeDocument/2006/relationships" id="257" r:id="R2eea570aaceb4ee0"/>
    <p:sldId xmlns:r="http://schemas.openxmlformats.org/officeDocument/2006/relationships" id="258" r:id="Rc9ff064b63bf45b5"/>
    <p:sldId xmlns:r="http://schemas.openxmlformats.org/officeDocument/2006/relationships" id="259" r:id="R497aae6c46c54f4c"/>
    <p:sldId xmlns:r="http://schemas.openxmlformats.org/officeDocument/2006/relationships" id="260" r:id="Rb75f768d92fc48ca"/>
    <p:sldId xmlns:r="http://schemas.openxmlformats.org/officeDocument/2006/relationships" id="261" r:id="Rc81f5060ad6e43b8"/>
    <p:sldId xmlns:r="http://schemas.openxmlformats.org/officeDocument/2006/relationships" id="262" r:id="R83f75a7a34be4862"/>
    <p:sldId xmlns:r="http://schemas.openxmlformats.org/officeDocument/2006/relationships" id="263" r:id="Rc4a881b2fd724d11"/>
    <p:sldId xmlns:r="http://schemas.openxmlformats.org/officeDocument/2006/relationships" id="264" r:id="R743ae720ee394663"/>
    <p:sldId xmlns:r="http://schemas.openxmlformats.org/officeDocument/2006/relationships" id="265" r:id="R7bfb13806a1c4327"/>
    <p:sldId xmlns:r="http://schemas.openxmlformats.org/officeDocument/2006/relationships" id="266" r:id="R48c4a4ec53da4cbb"/>
    <p:sldId xmlns:r="http://schemas.openxmlformats.org/officeDocument/2006/relationships" id="267" r:id="Rf4cb193ae23347ba"/>
    <p:sldId xmlns:r="http://schemas.openxmlformats.org/officeDocument/2006/relationships" id="268" r:id="Reb8fe7cba91d491e"/>
    <p:sldId xmlns:r="http://schemas.openxmlformats.org/officeDocument/2006/relationships" id="269" r:id="R2e4a70b4a1074015"/>
    <p:sldId xmlns:r="http://schemas.openxmlformats.org/officeDocument/2006/relationships" id="270" r:id="Rc5b8f905c64a4fe1"/>
    <p:sldId xmlns:r="http://schemas.openxmlformats.org/officeDocument/2006/relationships" id="271" r:id="R1f25709d0011441a"/>
    <p:sldId xmlns:r="http://schemas.openxmlformats.org/officeDocument/2006/relationships" id="272" r:id="R3c385ee6bff24fa5"/>
    <p:sldId xmlns:r="http://schemas.openxmlformats.org/officeDocument/2006/relationships" id="273" r:id="R0478d1c58c9d4452"/>
    <p:sldId xmlns:r="http://schemas.openxmlformats.org/officeDocument/2006/relationships" id="274" r:id="R9e6303dff07847dc"/>
    <p:sldId xmlns:r="http://schemas.openxmlformats.org/officeDocument/2006/relationships" id="275" r:id="R29d42cfdd4a84c61"/>
    <p:sldId xmlns:r="http://schemas.openxmlformats.org/officeDocument/2006/relationships" id="276" r:id="Re1dd13e2bb1e4aa4"/>
    <p:sldId xmlns:r="http://schemas.openxmlformats.org/officeDocument/2006/relationships" id="277" r:id="R0dcb557a26f5428a"/>
    <p:sldId xmlns:r="http://schemas.openxmlformats.org/officeDocument/2006/relationships" id="278" r:id="R5ef24620eded4b2b"/>
    <p:sldId xmlns:r="http://schemas.openxmlformats.org/officeDocument/2006/relationships" id="279" r:id="R967390b9ee3349a5"/>
    <p:sldId xmlns:r="http://schemas.openxmlformats.org/officeDocument/2006/relationships" id="280" r:id="R9205ff79795b48aa"/>
    <p:sldId xmlns:r="http://schemas.openxmlformats.org/officeDocument/2006/relationships" id="281" r:id="R8e26c61e9f8e41a0"/>
    <p:sldId xmlns:r="http://schemas.openxmlformats.org/officeDocument/2006/relationships" id="282" r:id="R05a68494a1074754"/>
    <p:sldId xmlns:r="http://schemas.openxmlformats.org/officeDocument/2006/relationships" id="283" r:id="R5cb0f5a814184d97"/>
    <p:sldId xmlns:r="http://schemas.openxmlformats.org/officeDocument/2006/relationships" id="284" r:id="Rd617d5ed6c1d4c33"/>
    <p:sldId xmlns:r="http://schemas.openxmlformats.org/officeDocument/2006/relationships" id="285" r:id="R065a66afad364dd6"/>
    <p:sldId xmlns:r="http://schemas.openxmlformats.org/officeDocument/2006/relationships" id="286" r:id="R442e8ff6bd0c47ea"/>
    <p:sldId xmlns:r="http://schemas.openxmlformats.org/officeDocument/2006/relationships" id="287" r:id="Ra4e1d1069ea743a0"/>
    <p:sldId xmlns:r="http://schemas.openxmlformats.org/officeDocument/2006/relationships" id="288" r:id="R9d105e8eebd54982"/>
    <p:sldId xmlns:r="http://schemas.openxmlformats.org/officeDocument/2006/relationships" id="289" r:id="Rd4ee997a7fe94627"/>
    <p:sldId xmlns:r="http://schemas.openxmlformats.org/officeDocument/2006/relationships" id="290" r:id="Ra654246fcdf046d5"/>
    <p:sldId xmlns:r="http://schemas.openxmlformats.org/officeDocument/2006/relationships" id="291" r:id="R20ac9daf43c94157"/>
    <p:sldId xmlns:r="http://schemas.openxmlformats.org/officeDocument/2006/relationships" id="292" r:id="R8695ef8584374b62"/>
    <p:sldId xmlns:r="http://schemas.openxmlformats.org/officeDocument/2006/relationships" id="293" r:id="Rce8d04ca64ce46a5"/>
    <p:sldId xmlns:r="http://schemas.openxmlformats.org/officeDocument/2006/relationships" id="294" r:id="R77a744e44174406f"/>
    <p:sldId xmlns:r="http://schemas.openxmlformats.org/officeDocument/2006/relationships" id="295" r:id="R0b3ffa4b3b384175"/>
    <p:sldId xmlns:r="http://schemas.openxmlformats.org/officeDocument/2006/relationships" id="296" r:id="R2559e49b22434c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17e4f6e34a47cc" /><Relationship Type="http://schemas.openxmlformats.org/officeDocument/2006/relationships/slideMaster" Target="/ppt/slideMasters/slideMaster1.xml" Id="R71225b0fbcc94152" /><Relationship Type="http://schemas.openxmlformats.org/officeDocument/2006/relationships/notesMaster" Target="/ppt/notesMasters/notesMaster1.xml" Id="R6fb4d3d6aa3c4157" /><Relationship Type="http://schemas.openxmlformats.org/officeDocument/2006/relationships/presProps" Target="/ppt/presProps.xml" Id="R52f3033a140943f8" /><Relationship Type="http://schemas.openxmlformats.org/officeDocument/2006/relationships/tableStyles" Target="/ppt/tableStyles.xml" Id="Rfa33b02302a4439e" /><Relationship Type="http://schemas.openxmlformats.org/officeDocument/2006/relationships/slide" Target="/ppt/slides/slide1.xml" Id="R5fe811861a6543b1" /><Relationship Type="http://schemas.openxmlformats.org/officeDocument/2006/relationships/slide" Target="/ppt/slides/slide2.xml" Id="R2eea570aaceb4ee0" /><Relationship Type="http://schemas.openxmlformats.org/officeDocument/2006/relationships/slide" Target="/ppt/slides/slide3.xml" Id="Rc9ff064b63bf45b5" /><Relationship Type="http://schemas.openxmlformats.org/officeDocument/2006/relationships/slide" Target="/ppt/slides/slide4.xml" Id="R497aae6c46c54f4c" /><Relationship Type="http://schemas.openxmlformats.org/officeDocument/2006/relationships/slide" Target="/ppt/slides/slide5.xml" Id="Rb75f768d92fc48ca" /><Relationship Type="http://schemas.openxmlformats.org/officeDocument/2006/relationships/slide" Target="/ppt/slides/slide6.xml" Id="Rc81f5060ad6e43b8" /><Relationship Type="http://schemas.openxmlformats.org/officeDocument/2006/relationships/slide" Target="/ppt/slides/slide7.xml" Id="R83f75a7a34be4862" /><Relationship Type="http://schemas.openxmlformats.org/officeDocument/2006/relationships/slide" Target="/ppt/slides/slide8.xml" Id="Rc4a881b2fd724d11" /><Relationship Type="http://schemas.openxmlformats.org/officeDocument/2006/relationships/slide" Target="/ppt/slides/slide9.xml" Id="R743ae720ee394663" /><Relationship Type="http://schemas.openxmlformats.org/officeDocument/2006/relationships/slide" Target="/ppt/slides/slide10.xml" Id="R7bfb13806a1c4327" /><Relationship Type="http://schemas.openxmlformats.org/officeDocument/2006/relationships/slide" Target="/ppt/slides/slide11.xml" Id="R48c4a4ec53da4cbb" /><Relationship Type="http://schemas.openxmlformats.org/officeDocument/2006/relationships/slide" Target="/ppt/slides/slide12.xml" Id="Rf4cb193ae23347ba" /><Relationship Type="http://schemas.openxmlformats.org/officeDocument/2006/relationships/slide" Target="/ppt/slides/slide13.xml" Id="Reb8fe7cba91d491e" /><Relationship Type="http://schemas.openxmlformats.org/officeDocument/2006/relationships/slide" Target="/ppt/slides/slide14.xml" Id="R2e4a70b4a1074015" /><Relationship Type="http://schemas.openxmlformats.org/officeDocument/2006/relationships/slide" Target="/ppt/slides/slide15.xml" Id="Rc5b8f905c64a4fe1" /><Relationship Type="http://schemas.openxmlformats.org/officeDocument/2006/relationships/slide" Target="/ppt/slides/slide16.xml" Id="R1f25709d0011441a" /><Relationship Type="http://schemas.openxmlformats.org/officeDocument/2006/relationships/slide" Target="/ppt/slides/slide17.xml" Id="R3c385ee6bff24fa5" /><Relationship Type="http://schemas.openxmlformats.org/officeDocument/2006/relationships/slide" Target="/ppt/slides/slide18.xml" Id="R0478d1c58c9d4452" /><Relationship Type="http://schemas.openxmlformats.org/officeDocument/2006/relationships/slide" Target="/ppt/slides/slide19.xml" Id="R9e6303dff07847dc" /><Relationship Type="http://schemas.openxmlformats.org/officeDocument/2006/relationships/slide" Target="/ppt/slides/slide20.xml" Id="R29d42cfdd4a84c61" /><Relationship Type="http://schemas.openxmlformats.org/officeDocument/2006/relationships/slide" Target="/ppt/slides/slide21.xml" Id="Re1dd13e2bb1e4aa4" /><Relationship Type="http://schemas.openxmlformats.org/officeDocument/2006/relationships/slide" Target="/ppt/slides/slide22.xml" Id="R0dcb557a26f5428a" /><Relationship Type="http://schemas.openxmlformats.org/officeDocument/2006/relationships/slide" Target="/ppt/slides/slide23.xml" Id="R5ef24620eded4b2b" /><Relationship Type="http://schemas.openxmlformats.org/officeDocument/2006/relationships/slide" Target="/ppt/slides/slide24.xml" Id="R967390b9ee3349a5" /><Relationship Type="http://schemas.openxmlformats.org/officeDocument/2006/relationships/slide" Target="/ppt/slides/slide25.xml" Id="R9205ff79795b48aa" /><Relationship Type="http://schemas.openxmlformats.org/officeDocument/2006/relationships/slide" Target="/ppt/slides/slide26.xml" Id="R8e26c61e9f8e41a0" /><Relationship Type="http://schemas.openxmlformats.org/officeDocument/2006/relationships/slide" Target="/ppt/slides/slide27.xml" Id="R05a68494a1074754" /><Relationship Type="http://schemas.openxmlformats.org/officeDocument/2006/relationships/slide" Target="/ppt/slides/slide28.xml" Id="R5cb0f5a814184d97" /><Relationship Type="http://schemas.openxmlformats.org/officeDocument/2006/relationships/slide" Target="/ppt/slides/slide29.xml" Id="Rd617d5ed6c1d4c33" /><Relationship Type="http://schemas.openxmlformats.org/officeDocument/2006/relationships/slide" Target="/ppt/slides/slide30.xml" Id="R065a66afad364dd6" /><Relationship Type="http://schemas.openxmlformats.org/officeDocument/2006/relationships/slide" Target="/ppt/slides/slide31.xml" Id="R442e8ff6bd0c47ea" /><Relationship Type="http://schemas.openxmlformats.org/officeDocument/2006/relationships/slide" Target="/ppt/slides/slide32.xml" Id="Ra4e1d1069ea743a0" /><Relationship Type="http://schemas.openxmlformats.org/officeDocument/2006/relationships/slide" Target="/ppt/slides/slide33.xml" Id="R9d105e8eebd54982" /><Relationship Type="http://schemas.openxmlformats.org/officeDocument/2006/relationships/slide" Target="/ppt/slides/slide34.xml" Id="Rd4ee997a7fe94627" /><Relationship Type="http://schemas.openxmlformats.org/officeDocument/2006/relationships/slide" Target="/ppt/slides/slide35.xml" Id="Ra654246fcdf046d5" /><Relationship Type="http://schemas.openxmlformats.org/officeDocument/2006/relationships/slide" Target="/ppt/slides/slide36.xml" Id="R20ac9daf43c94157" /><Relationship Type="http://schemas.openxmlformats.org/officeDocument/2006/relationships/slide" Target="/ppt/slides/slide37.xml" Id="R8695ef8584374b62" /><Relationship Type="http://schemas.openxmlformats.org/officeDocument/2006/relationships/slide" Target="/ppt/slides/slide38.xml" Id="Rce8d04ca64ce46a5" /><Relationship Type="http://schemas.openxmlformats.org/officeDocument/2006/relationships/slide" Target="/ppt/slides/slide39.xml" Id="R77a744e44174406f" /><Relationship Type="http://schemas.openxmlformats.org/officeDocument/2006/relationships/slide" Target="/ppt/slides/slide40.xml" Id="R0b3ffa4b3b384175" /><Relationship Type="http://schemas.openxmlformats.org/officeDocument/2006/relationships/slide" Target="/ppt/slides/slide41.xml" Id="R2559e49b2243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e09e0e04f9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af7fe3d9f449a7" /><Relationship Type="http://schemas.openxmlformats.org/officeDocument/2006/relationships/notesMaster" Target="/ppt/notesMasters/notesMaster1.xml" Id="R26baacfa8b3048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1aacb68004958" /><Relationship Type="http://schemas.openxmlformats.org/officeDocument/2006/relationships/notesMaster" Target="/ppt/notesMasters/notesMaster1.xml" Id="Rd862629ee5f7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d13fee89e147fc" /><Relationship Type="http://schemas.openxmlformats.org/officeDocument/2006/relationships/notesMaster" Target="/ppt/notesMasters/notesMaster1.xml" Id="Rb6a0edc1b3f842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80657834647f2" /><Relationship Type="http://schemas.openxmlformats.org/officeDocument/2006/relationships/notesMaster" Target="/ppt/notesMasters/notesMaster1.xml" Id="R8dfe318dd2354a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ea0f629f6e45bb" /><Relationship Type="http://schemas.openxmlformats.org/officeDocument/2006/relationships/notesMaster" Target="/ppt/notesMasters/notesMaster1.xml" Id="R2ede617ec1164e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43a507b844a7a" /><Relationship Type="http://schemas.openxmlformats.org/officeDocument/2006/relationships/notesMaster" Target="/ppt/notesMasters/notesMaster1.xml" Id="R1cbbe828139b47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3654a9e78b4fb7" /><Relationship Type="http://schemas.openxmlformats.org/officeDocument/2006/relationships/notesMaster" Target="/ppt/notesMasters/notesMaster1.xml" Id="R3b446bcbae5744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6e1590ea394d97" /><Relationship Type="http://schemas.openxmlformats.org/officeDocument/2006/relationships/notesMaster" Target="/ppt/notesMasters/notesMaster1.xml" Id="R520ec7d0bc08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1d44d6c394c0b" /><Relationship Type="http://schemas.openxmlformats.org/officeDocument/2006/relationships/notesMaster" Target="/ppt/notesMasters/notesMaster1.xml" Id="R9270d7ff4a04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15e0f736ed4ae1" /><Relationship Type="http://schemas.openxmlformats.org/officeDocument/2006/relationships/notesMaster" Target="/ppt/notesMasters/notesMaster1.xml" Id="R36a76e9fe05642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520ccb6c4945d8" /><Relationship Type="http://schemas.openxmlformats.org/officeDocument/2006/relationships/notesMaster" Target="/ppt/notesMasters/notesMaster1.xml" Id="R2b3f5891907e43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572fa4b84b4648" /><Relationship Type="http://schemas.openxmlformats.org/officeDocument/2006/relationships/notesMaster" Target="/ppt/notesMasters/notesMaster1.xml" Id="R3a4a2d689a6d45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709c7d1b9c47f4" /><Relationship Type="http://schemas.openxmlformats.org/officeDocument/2006/relationships/notesMaster" Target="/ppt/notesMasters/notesMaster1.xml" Id="Rf1669ae431c147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baa542c8064860" /><Relationship Type="http://schemas.openxmlformats.org/officeDocument/2006/relationships/notesMaster" Target="/ppt/notesMasters/notesMaster1.xml" Id="R2f3682eca2a642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dde7fa84534e88" /><Relationship Type="http://schemas.openxmlformats.org/officeDocument/2006/relationships/notesMaster" Target="/ppt/notesMasters/notesMaster1.xml" Id="R689447f8ab1d4c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1d202bb3ad416f" /><Relationship Type="http://schemas.openxmlformats.org/officeDocument/2006/relationships/notesMaster" Target="/ppt/notesMasters/notesMaster1.xml" Id="R930267aa0ce84a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45953610354136" /><Relationship Type="http://schemas.openxmlformats.org/officeDocument/2006/relationships/notesMaster" Target="/ppt/notesMasters/notesMaster1.xml" Id="R49b9ef464c984d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f60abab1ac4ece" /><Relationship Type="http://schemas.openxmlformats.org/officeDocument/2006/relationships/notesMaster" Target="/ppt/notesMasters/notesMaster1.xml" Id="R78d216f171274f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2669c3bc704420" /><Relationship Type="http://schemas.openxmlformats.org/officeDocument/2006/relationships/notesMaster" Target="/ppt/notesMasters/notesMaster1.xml" Id="R5bafa7b943634f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470e6bb11a440b" /><Relationship Type="http://schemas.openxmlformats.org/officeDocument/2006/relationships/notesMaster" Target="/ppt/notesMasters/notesMaster1.xml" Id="R17d3f1df954b48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3d5d4d6b8a47e0" /><Relationship Type="http://schemas.openxmlformats.org/officeDocument/2006/relationships/notesMaster" Target="/ppt/notesMasters/notesMaster1.xml" Id="R2f0d2de974ad45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99a52f98644122" /><Relationship Type="http://schemas.openxmlformats.org/officeDocument/2006/relationships/notesMaster" Target="/ppt/notesMasters/notesMaster1.xml" Id="Rf08105bc5aa34a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3522ba6d314fda" /><Relationship Type="http://schemas.openxmlformats.org/officeDocument/2006/relationships/notesMaster" Target="/ppt/notesMasters/notesMaster1.xml" Id="R10df5bca834944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6b102e37024226" /><Relationship Type="http://schemas.openxmlformats.org/officeDocument/2006/relationships/notesMaster" Target="/ppt/notesMasters/notesMaster1.xml" Id="R7a0ddbc2bd4546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b8bd397be14f66" /><Relationship Type="http://schemas.openxmlformats.org/officeDocument/2006/relationships/notesMaster" Target="/ppt/notesMasters/notesMaster1.xml" Id="R54ef3969671e41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01cc26db0e4585" /><Relationship Type="http://schemas.openxmlformats.org/officeDocument/2006/relationships/notesMaster" Target="/ppt/notesMasters/notesMaster1.xml" Id="R6ba9eba6d60742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af11e16c8a4c6e" /><Relationship Type="http://schemas.openxmlformats.org/officeDocument/2006/relationships/notesMaster" Target="/ppt/notesMasters/notesMaster1.xml" Id="Rf8e2cc68bebe49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2b66a20558b41ad" /><Relationship Type="http://schemas.openxmlformats.org/officeDocument/2006/relationships/notesMaster" Target="/ppt/notesMasters/notesMaster1.xml" Id="R5d31341d39f048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b7da41a422e47ab" /><Relationship Type="http://schemas.openxmlformats.org/officeDocument/2006/relationships/notesMaster" Target="/ppt/notesMasters/notesMaster1.xml" Id="R489cac8c252147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5a3fb56cb934d25" /><Relationship Type="http://schemas.openxmlformats.org/officeDocument/2006/relationships/notesMaster" Target="/ppt/notesMasters/notesMaster1.xml" Id="R6e73c24fac0c4dc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ec02f2599c4ac9" /><Relationship Type="http://schemas.openxmlformats.org/officeDocument/2006/relationships/notesMaster" Target="/ppt/notesMasters/notesMaster1.xml" Id="R4effaf8bd9ce468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b9f68bbd834d7e" /><Relationship Type="http://schemas.openxmlformats.org/officeDocument/2006/relationships/notesMaster" Target="/ppt/notesMasters/notesMaster1.xml" Id="R4c698a315140420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0964d2b5cf4da4" /><Relationship Type="http://schemas.openxmlformats.org/officeDocument/2006/relationships/notesMaster" Target="/ppt/notesMasters/notesMaster1.xml" Id="R9ac8bec4300a46e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111aeb98fcf4445" /><Relationship Type="http://schemas.openxmlformats.org/officeDocument/2006/relationships/notesMaster" Target="/ppt/notesMasters/notesMaster1.xml" Id="R54120064df0943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bee1e043cc04dfe" /><Relationship Type="http://schemas.openxmlformats.org/officeDocument/2006/relationships/notesMaster" Target="/ppt/notesMasters/notesMaster1.xml" Id="R742c0b6c687e486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a609361c664fa1" /><Relationship Type="http://schemas.openxmlformats.org/officeDocument/2006/relationships/notesMaster" Target="/ppt/notesMasters/notesMaster1.xml" Id="R2235888a745244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2749338ab6445a1" /><Relationship Type="http://schemas.openxmlformats.org/officeDocument/2006/relationships/notesMaster" Target="/ppt/notesMasters/notesMaster1.xml" Id="R5eb2f25fbbaf4f2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c22eab6cbe8469f" /><Relationship Type="http://schemas.openxmlformats.org/officeDocument/2006/relationships/notesMaster" Target="/ppt/notesMasters/notesMaster1.xml" Id="R45c9c1bb5105430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882b66000c3483d" /><Relationship Type="http://schemas.openxmlformats.org/officeDocument/2006/relationships/notesMaster" Target="/ppt/notesMasters/notesMaster1.xml" Id="Rd8677e81f741419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299e1697b734ecf" /><Relationship Type="http://schemas.openxmlformats.org/officeDocument/2006/relationships/notesMaster" Target="/ppt/notesMasters/notesMaster1.xml" Id="Re86dc28ffc4e4fd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f4883c617324cdd" /><Relationship Type="http://schemas.openxmlformats.org/officeDocument/2006/relationships/notesMaster" Target="/ppt/notesMasters/notesMaster1.xml" Id="Rd67b333e5ae2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[17]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68d97c90a44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7998f019040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7b40ee28a44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2019c7f4c46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61360d0534a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82630ca7d49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772D05-7076-4078-8D2A-18F97709B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BA70C9-23E4-4469-9D5D-A1C3A33C62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5EBAC3-7526-44C6-B4A0-DA01A9493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1FADA0-A834-4CB1-919D-85F4AF3DA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7B7F35-0954-4906-B51A-CD1528BDFC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98A729-ADC5-4DE6-9296-15FC4A0CB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D636BC-2644-4A27-9C9B-03A5A7D85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3F645D-46C1-4917-8445-B0AC0CBE4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0F97E-5FBC-4B27-A889-36992D679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65FAC8-E0CA-43D8-BC22-F7DE7F1A18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047dda33424153" /><Relationship Type="http://schemas.openxmlformats.org/officeDocument/2006/relationships/slideLayout" Target="/ppt/slideLayouts/slideLayout1.xml" Id="R12b1f206c8fa4a0c" /><Relationship Type="http://schemas.openxmlformats.org/officeDocument/2006/relationships/slideLayout" Target="/ppt/slideLayouts/slideLayout2.xml" Id="Rd42da87f6a5643c9" /><Relationship Type="http://schemas.openxmlformats.org/officeDocument/2006/relationships/slideLayout" Target="/ppt/slideLayouts/slideLayout3.xml" Id="R9c44d043887f4dd7" /><Relationship Type="http://schemas.openxmlformats.org/officeDocument/2006/relationships/slideLayout" Target="/ppt/slideLayouts/slideLayout4.xml" Id="R0eb5b9dc1555480d" /><Relationship Type="http://schemas.openxmlformats.org/officeDocument/2006/relationships/slideLayout" Target="/ppt/slideLayouts/slideLayout5.xml" Id="R38d625670c8d40de" /><Relationship Type="http://schemas.openxmlformats.org/officeDocument/2006/relationships/slideLayout" Target="/ppt/slideLayouts/slideLayout6.xml" Id="Ra6e6a0cf85c345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b1f206c8fa4a0c"/>
    <p:sldLayoutId xmlns:r="http://schemas.openxmlformats.org/officeDocument/2006/relationships" id="2147483650" r:id="Rd42da87f6a5643c9"/>
    <p:sldLayoutId xmlns:r="http://schemas.openxmlformats.org/officeDocument/2006/relationships" id="2147483651" r:id="R9c44d043887f4dd7"/>
    <p:sldLayoutId xmlns:r="http://schemas.openxmlformats.org/officeDocument/2006/relationships" id="2147483652" r:id="R0eb5b9dc1555480d"/>
    <p:sldLayoutId xmlns:r="http://schemas.openxmlformats.org/officeDocument/2006/relationships" id="2147483653" r:id="R38d625670c8d40de"/>
    <p:sldLayoutId xmlns:r="http://schemas.openxmlformats.org/officeDocument/2006/relationships" id="2147483654" r:id="Ra6e6a0cf85c345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6890045b64aea" /><Relationship Type="http://schemas.openxmlformats.org/officeDocument/2006/relationships/notesSlide" Target="/ppt/notesSlides/notesSlide1.xml" Id="R9f7d5123d7e1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7ec2e5be84705" /><Relationship Type="http://schemas.openxmlformats.org/officeDocument/2006/relationships/notesSlide" Target="/ppt/notesSlides/notesSlide2.xml" Id="R671c51bf5a004d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0c85fdf10430f" /><Relationship Type="http://schemas.openxmlformats.org/officeDocument/2006/relationships/notesSlide" Target="/ppt/notesSlides/notesSlide3.xml" Id="R63bce82f3fb94b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ca1d3c7d14fc8" /><Relationship Type="http://schemas.openxmlformats.org/officeDocument/2006/relationships/notesSlide" Target="/ppt/notesSlides/notesSlide4.xml" Id="R209fb3056102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2bcd6f8da4ec0" /><Relationship Type="http://schemas.openxmlformats.org/officeDocument/2006/relationships/notesSlide" Target="/ppt/notesSlides/notesSlide5.xml" Id="Rd5e6e2cf5f5a40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d04fed7244492" /><Relationship Type="http://schemas.openxmlformats.org/officeDocument/2006/relationships/notesSlide" Target="/ppt/notesSlides/notesSlide6.xml" Id="Ra25390df26a4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ecb985e484fde" /><Relationship Type="http://schemas.openxmlformats.org/officeDocument/2006/relationships/notesSlide" Target="/ppt/notesSlides/notesSlide7.xml" Id="R970627e7221e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54dc7ce0e4298" /><Relationship Type="http://schemas.openxmlformats.org/officeDocument/2006/relationships/notesSlide" Target="/ppt/notesSlides/notesSlide8.xml" Id="R534a29a375fa49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3438646514013" /><Relationship Type="http://schemas.openxmlformats.org/officeDocument/2006/relationships/notesSlide" Target="/ppt/notesSlides/notesSlide9.xml" Id="Re5755bff4c2745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9bd8d23a04700" /><Relationship Type="http://schemas.openxmlformats.org/officeDocument/2006/relationships/notesSlide" Target="/ppt/notesSlides/notesSlide10.xml" Id="R5b1350d9be71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61aac55f2492e" /><Relationship Type="http://schemas.openxmlformats.org/officeDocument/2006/relationships/notesSlide" Target="/ppt/notesSlides/notesSlide11.xml" Id="R65cf38ff1b6547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87fc965534bf5" /><Relationship Type="http://schemas.openxmlformats.org/officeDocument/2006/relationships/notesSlide" Target="/ppt/notesSlides/notesSlide12.xml" Id="R0891f13349c048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68406e58941f3" /><Relationship Type="http://schemas.openxmlformats.org/officeDocument/2006/relationships/notesSlide" Target="/ppt/notesSlides/notesSlide13.xml" Id="Raff87ebd11d74b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8a7205d8e44b0" /><Relationship Type="http://schemas.openxmlformats.org/officeDocument/2006/relationships/chart" Target="/ppt/slides/charts/chart1.xml" Id="Rfec31fc95aad4ce3" /><Relationship Type="http://schemas.openxmlformats.org/officeDocument/2006/relationships/chart" Target="/ppt/slides/charts/chart2.xml" Id="Re8122a02c18d4d0f" /><Relationship Type="http://schemas.openxmlformats.org/officeDocument/2006/relationships/notesSlide" Target="/ppt/notesSlides/notesSlide14.xml" Id="R648403d1029b4d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b3cc1e710431b" /><Relationship Type="http://schemas.openxmlformats.org/officeDocument/2006/relationships/notesSlide" Target="/ppt/notesSlides/notesSlide15.xml" Id="R6083c6a7793744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8065dacac43c9" /><Relationship Type="http://schemas.openxmlformats.org/officeDocument/2006/relationships/notesSlide" Target="/ppt/notesSlides/notesSlide16.xml" Id="R2f6b6280bfa245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ab2d4f8e24591" /><Relationship Type="http://schemas.openxmlformats.org/officeDocument/2006/relationships/notesSlide" Target="/ppt/notesSlides/notesSlide17.xml" Id="R93478ae0084e40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83fd87319453c" /><Relationship Type="http://schemas.openxmlformats.org/officeDocument/2006/relationships/notesSlide" Target="/ppt/notesSlides/notesSlide18.xml" Id="R0f6ce0d336f143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e00c97f4c4183" /><Relationship Type="http://schemas.openxmlformats.org/officeDocument/2006/relationships/notesSlide" Target="/ppt/notesSlides/notesSlide19.xml" Id="R0a233bfcf74c4b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6b9374d8e4290" /><Relationship Type="http://schemas.openxmlformats.org/officeDocument/2006/relationships/notesSlide" Target="/ppt/notesSlides/notesSlide20.xml" Id="R711928a6aff842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abd31ac504c39" /><Relationship Type="http://schemas.openxmlformats.org/officeDocument/2006/relationships/notesSlide" Target="/ppt/notesSlides/notesSlide21.xml" Id="Reb8a869565cd4f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9939d40454e8c" /><Relationship Type="http://schemas.openxmlformats.org/officeDocument/2006/relationships/notesSlide" Target="/ppt/notesSlides/notesSlide22.xml" Id="Rf1dddb3ba2ff47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6df793f694856" /><Relationship Type="http://schemas.openxmlformats.org/officeDocument/2006/relationships/notesSlide" Target="/ppt/notesSlides/notesSlide23.xml" Id="R458299ac0c5848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302c2c8a6430a" /><Relationship Type="http://schemas.openxmlformats.org/officeDocument/2006/relationships/notesSlide" Target="/ppt/notesSlides/notesSlide24.xml" Id="R8efd1590e6e54b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aac09abfc44f1" /><Relationship Type="http://schemas.openxmlformats.org/officeDocument/2006/relationships/notesSlide" Target="/ppt/notesSlides/notesSlide25.xml" Id="R7856a952f75a47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1780f4d6749e7" /><Relationship Type="http://schemas.openxmlformats.org/officeDocument/2006/relationships/notesSlide" Target="/ppt/notesSlides/notesSlide26.xml" Id="R5bc31572b94b46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042b001874ca0" /><Relationship Type="http://schemas.openxmlformats.org/officeDocument/2006/relationships/notesSlide" Target="/ppt/notesSlides/notesSlide27.xml" Id="R94f1717414c041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470f03ec444e2" /><Relationship Type="http://schemas.openxmlformats.org/officeDocument/2006/relationships/notesSlide" Target="/ppt/notesSlides/notesSlide28.xml" Id="R164708a285f24e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266aee6534539" /><Relationship Type="http://schemas.openxmlformats.org/officeDocument/2006/relationships/notesSlide" Target="/ppt/notesSlides/notesSlide29.xml" Id="R6f3468758a144b7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f3b9ff6aa4f1c" /><Relationship Type="http://schemas.openxmlformats.org/officeDocument/2006/relationships/notesSlide" Target="/ppt/notesSlides/notesSlide30.xml" Id="R52c283f59dcb488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dd44af440406c" /><Relationship Type="http://schemas.openxmlformats.org/officeDocument/2006/relationships/notesSlide" Target="/ppt/notesSlides/notesSlide31.xml" Id="R61eab4d2624642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dbe1f227f4128" /><Relationship Type="http://schemas.openxmlformats.org/officeDocument/2006/relationships/notesSlide" Target="/ppt/notesSlides/notesSlide32.xml" Id="R6d0ef9e29b8244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2ac629e174766" /><Relationship Type="http://schemas.openxmlformats.org/officeDocument/2006/relationships/notesSlide" Target="/ppt/notesSlides/notesSlide33.xml" Id="R1b82c1b59d1344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1eeed06334d60" /><Relationship Type="http://schemas.openxmlformats.org/officeDocument/2006/relationships/notesSlide" Target="/ppt/notesSlides/notesSlide34.xml" Id="R2396983533ea4c5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a0287b5594228" /><Relationship Type="http://schemas.openxmlformats.org/officeDocument/2006/relationships/notesSlide" Target="/ppt/notesSlides/notesSlide35.xml" Id="Rd7b9cc80f7a6481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8688affc84ed0" /><Relationship Type="http://schemas.openxmlformats.org/officeDocument/2006/relationships/hyperlink" Target="https://docs.nvidia.com/cuda/cuda-programming-guide/01-introduction/programming-model.html" TargetMode="External" Id="Re65d1f5a4e5a4ca1" /><Relationship Type="http://schemas.openxmlformats.org/officeDocument/2006/relationships/hyperlink" Target="https://docs.nvidia.com/cuda/cuda-c-best-practices-guide/index.html" TargetMode="External" Id="R5375f8721d2d4209" /><Relationship Type="http://schemas.openxmlformats.org/officeDocument/2006/relationships/hyperlink" Target="https://docs.nvidia.com/gpudirect-storage/overview-guide/index.html" TargetMode="External" Id="R156f5bf173b74e95" /><Relationship Type="http://schemas.openxmlformats.org/officeDocument/2006/relationships/hyperlink" Target="https://docs.nvidia.com/gpudirect-storage/design-guide/index.html" TargetMode="External" Id="R97d19700231a44a6" /><Relationship Type="http://schemas.openxmlformats.org/officeDocument/2006/relationships/notesSlide" Target="/ppt/notesSlides/notesSlide36.xml" Id="R0e174844314f4c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c09041d834be3" /><Relationship Type="http://schemas.openxmlformats.org/officeDocument/2006/relationships/hyperlink" Target="https://docs.nvidia.com/megatron-core/developer-guide/latest/user-guide/parallelism-guide.html" TargetMode="External" Id="R8567fd344e4b4f62" /><Relationship Type="http://schemas.openxmlformats.org/officeDocument/2006/relationships/hyperlink" Target="https://www.iea.org/reports/key-questions-on-energy-and-ai/executive-summary" TargetMode="External" Id="R567970c66c7c4761" /><Relationship Type="http://schemas.openxmlformats.org/officeDocument/2006/relationships/hyperlink" Target="https://www.nsf.gov/cise/updates/nairr-2-years-advancing-american-artificial-intelligence" TargetMode="External" Id="Rfd07dde3e9f542f9" /><Relationship Type="http://schemas.openxmlformats.org/officeDocument/2006/relationships/hyperlink" Target="https://aclanthology.org/P19-1355/" TargetMode="External" Id="Rcf518940b637418b" /><Relationship Type="http://schemas.openxmlformats.org/officeDocument/2006/relationships/notesSlide" Target="/ppt/notesSlides/notesSlide37.xml" Id="R57881d4ba6284ce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992f411454057" /><Relationship Type="http://schemas.openxmlformats.org/officeDocument/2006/relationships/hyperlink" Target="https://arxiv.org/abs/2304.03271v5" TargetMode="External" Id="R6d60ccc82ba744a9" /><Relationship Type="http://schemas.openxmlformats.org/officeDocument/2006/relationships/hyperlink" Target="https://arxiv.org/abs/1907.10597" TargetMode="External" Id="R6cb0219fec2d4e60" /><Relationship Type="http://schemas.openxmlformats.org/officeDocument/2006/relationships/hyperlink" Target="https://arxiv.org/abs/1906.08935v2" TargetMode="External" Id="R0e6f29cd92674dac" /><Relationship Type="http://schemas.openxmlformats.org/officeDocument/2006/relationships/hyperlink" Target="https://aclanthology.org/2024.cl-3.8/" TargetMode="External" Id="R5216bbbfa2664298" /><Relationship Type="http://schemas.openxmlformats.org/officeDocument/2006/relationships/notesSlide" Target="/ppt/notesSlides/notesSlide38.xml" Id="R0189a00776b24ba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e3e30618a4c1e" /><Relationship Type="http://schemas.openxmlformats.org/officeDocument/2006/relationships/hyperlink" Target="https://arxiv.org/abs/2010.15581v1" TargetMode="External" Id="Rf3fed0d2cf0c4331" /><Relationship Type="http://schemas.openxmlformats.org/officeDocument/2006/relationships/hyperlink" Target="https://arxiv.org/abs/2106.11750v1" TargetMode="External" Id="R2c4f9342f80449b0" /><Relationship Type="http://schemas.openxmlformats.org/officeDocument/2006/relationships/hyperlink" Target="https://www.oecd.org/en/topics/ai-principles.html" TargetMode="External" Id="R2110d08965844adc" /><Relationship Type="http://schemas.openxmlformats.org/officeDocument/2006/relationships/hyperlink" Target="https://airc.nist.gov/airmf-resources/playbook/" TargetMode="External" Id="Rdb84ec2f86b64e72" /><Relationship Type="http://schemas.openxmlformats.org/officeDocument/2006/relationships/notesSlide" Target="/ppt/notesSlides/notesSlide39.xml" Id="R86aea8b1d4d1456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3cfd80cc14d79" /><Relationship Type="http://schemas.openxmlformats.org/officeDocument/2006/relationships/hyperlink" Target="https://docs.nvidia.com/cuda/archive/13.0.3/npp/image_geometry_transforms.html#rotate" TargetMode="External" Id="R08790fa94bf641f2" /><Relationship Type="http://schemas.openxmlformats.org/officeDocument/2006/relationships/notesSlide" Target="/ppt/notesSlides/notesSlide40.xml" Id="Ra0c8f87e3e3c499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f148ea6b7471d" /><Relationship Type="http://schemas.openxmlformats.org/officeDocument/2006/relationships/notesSlide" Target="/ppt/notesSlides/notesSlide41.xml" Id="R0d328a84d5ef4a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C2CFBA6D-7990-45AB-918C-C5330420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C6AF781A-AB64-45E7-ADDF-7460DCB3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CDDE64CE-7B96-494C-820F-469E36D9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3DCA1-5591-40AA-B3AD-A79FF4E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A96D79E9-5446-4D9C-A0BE-E414E78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67A9A99F-7C9F-443A-9267-3CD4BF40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1BE4F1A3-5463-4C32-9D8E-535BA45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1D5D6502-689D-435B-A8CC-1E52B55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Core evidence within each answer sec">
            <a:extLst xmlns:a="http://schemas.openxmlformats.org/drawingml/2006/main">
              <a:ext uri="{FF2B5EF4-FFF2-40B4-BE49-F238E27FC236}">
                <a16:creationId xmlns:a16="http://schemas.microsoft.com/office/drawing/2014/main" id="{7AB77204-3105-41E5-B2B5-51495F0B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Core evidence within each answer section; optional supporting material follows</a:t>
            </a:r>
          </a:p>
        </p:txBody>
      </p:sp>
    </p:spTree>
    <p:extLst>
      <p:ext uri="{BB962C8B-B14F-4D97-AF65-F5344CB8AC3E}">
        <p14:creationId xmlns:p14="http://schemas.microsoft.com/office/powerpoint/2010/main" val="1219399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BF9B3-5A54-43B9-8232-320383377B9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7C09F-5C1E-430D-A8FA-2EF8BEEDDC3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0622E-AA01-42AC-9CA8-08308AA2916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ED6A-E634-4E53-9481-D3CA5D285A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E3B9625E-7943-402E-BAA8-F1A59EC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6793DF6B-2B3C-4FF2-B06F-E9B57E7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63F9EA2B-46C8-46C3-AF3F-F72E3AD1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18E105EF-B157-4EAB-BE45-459AD9D9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1D6FA-FD2B-495A-B024-17D4529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84CBB-63C1-4ED8-A855-D6077143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BA466-AD78-48E9-B6DB-DD321FF0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5A804-1A11-4F67-A4DC-A97C273F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F26B8-0B9E-45AF-BF80-B6D907E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100506D7-C4B5-440E-8B66-3BBBE0A0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DAD272CC-47DD-4749-9CC7-72887FCB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FB865441-5EA9-42AB-974D-DD2EFBD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0BE32DCB-7054-4AEB-8BC0-DBF9AE5B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1E6175F4-3E7E-4583-A578-152D08D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08132F46-BE7E-42CE-816E-A8443205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7A358-48CB-452E-9DFC-5168D674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46C3DBA4-2C74-4C89-93E1-9B7A864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A59BF-6A12-4AFA-8893-B957F080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F2C62BDD-C27A-4093-9AF0-2C390EED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24" name="2 / 41">
            <a:extLst xmlns:a="http://schemas.openxmlformats.org/drawingml/2006/main">
              <a:ext uri="{FF2B5EF4-FFF2-40B4-BE49-F238E27FC236}">
                <a16:creationId xmlns:a16="http://schemas.microsoft.com/office/drawing/2014/main" id="{09DA628F-A6AC-4D3F-9996-FB0D0E14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41</a:t>
            </a:r>
          </a:p>
        </p:txBody>
      </p:sp>
    </p:spTree>
    <p:extLst>
      <p:ext uri="{BB962C8B-B14F-4D97-AF65-F5344CB8AC3E}">
        <p14:creationId xmlns:p14="http://schemas.microsoft.com/office/powerpoint/2010/main" val="786277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37448-8164-41E4-A498-985FE80D3F5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5366403A-2878-4118-ABD9-E951567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EDEFC567-5043-4972-BD5B-E77D2026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0F57361B-37A4-4C15-8C30-FF409273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10366-A759-4FD1-A59E-AEFFFD4F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B58B0B5B-9367-4594-9D46-6D552789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θ in radians; center = ((W−1)/2, ">
            <a:extLst xmlns:a="http://schemas.openxmlformats.org/drawingml/2006/main">
              <a:ext uri="{FF2B5EF4-FFF2-40B4-BE49-F238E27FC236}">
                <a16:creationId xmlns:a16="http://schemas.microsoft.com/office/drawing/2014/main" id="{1F0283AF-796B-4684-88A1-FB226590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7152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θ in radians;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F91FD-605B-4DC2-8B11-EEAA78AE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A5EEC-291E-4FC0-B0B7-4D179A3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AFE47891-976B-4717-BE11-DA77B6A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Forward [c s; −s c]; inverse [c −s; s c]. Positive θ is">
            <a:extLst xmlns:a="http://schemas.openxmlformats.org/drawingml/2006/main">
              <a:ext uri="{FF2B5EF4-FFF2-40B4-BE49-F238E27FC236}">
                <a16:creationId xmlns:a16="http://schemas.microsoft.com/office/drawing/2014/main" id="{D5058BD2-6FCB-4B4A-8D38-2AF7761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[c s; −s c]; inverse [c −s; s c]. Positive θ is visually counterclockwise.</a:t>
            </a:r>
          </a:p>
        </p:txBody>
      </p:sp>
      <p:sp>
        <p:nvSpPr>
          <p:cNvPr id="12" name="Fixed RGB canvas can crop; black borders. Gathering avo">
            <a:extLst xmlns:a="http://schemas.openxmlformats.org/drawingml/2006/main">
              <a:ext uri="{FF2B5EF4-FFF2-40B4-BE49-F238E27FC236}">
                <a16:creationId xmlns:a16="http://schemas.microsoft.com/office/drawing/2014/main" id="{223A95B2-946D-43A4-BE32-CFA6095C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1342"/>
            <a:ext cx="771525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Fixed RGB canvas can crop; black borders. Gathering avoids scatter holes;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F710E-9464-44BC-BE8A-E5329C6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D8DF633F-1D17-4CF1-8D14-BFB24BF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00625-1C41-4CE7-B773-910FBB0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A989769B-1E11-4859-AF20-9913EB5E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7" name="3 / 41">
            <a:extLst xmlns:a="http://schemas.openxmlformats.org/drawingml/2006/main">
              <a:ext uri="{FF2B5EF4-FFF2-40B4-BE49-F238E27FC236}">
                <a16:creationId xmlns:a16="http://schemas.microsoft.com/office/drawing/2014/main" id="{CA7E3EBA-E23A-47BC-8728-BBB28C9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41</a:t>
            </a:r>
          </a:p>
        </p:txBody>
      </p:sp>
    </p:spTree>
    <p:extLst>
      <p:ext uri="{BB962C8B-B14F-4D97-AF65-F5344CB8AC3E}">
        <p14:creationId xmlns:p14="http://schemas.microsoft.com/office/powerpoint/2010/main" val="678681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ask 1(b) • Worked rotation">
            <a:extLst xmlns:a="http://schemas.openxmlformats.org/drawingml/2006/main">
              <a:ext uri="{FF2B5EF4-FFF2-40B4-BE49-F238E27FC236}">
                <a16:creationId xmlns:a16="http://schemas.microsoft.com/office/drawing/2014/main" id="{1A57834D-2292-4227-A65F-EBFD751B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Worked rotation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38189124-7CBC-4674-B1EB-3CC8632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5F9FED18-309A-4A8E-B949-8439633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AC8F1-233D-4344-A44E-2FE312BC4184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86703756-F529-4B34-B1B6-585B01C0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77930-D1DE-4BE1-A54F-9CFD3C40A82D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6143CDBB-E6F3-46E5-B484-313B891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CB2F8447-84A6-4B09-9239-A6F79DC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8BD29891-B7C4-4B5D-800C-A8FD88B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F5CAA-FE41-4AC8-B421-90F7BF20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EC2C2D4-AC8D-448C-8BC1-69EB924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4 / 41">
            <a:extLst xmlns:a="http://schemas.openxmlformats.org/drawingml/2006/main">
              <a:ext uri="{FF2B5EF4-FFF2-40B4-BE49-F238E27FC236}">
                <a16:creationId xmlns:a16="http://schemas.microsoft.com/office/drawing/2014/main" id="{0B737A84-5EB4-4D2A-9660-E4960E7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41</a:t>
            </a:r>
          </a:p>
        </p:txBody>
      </p:sp>
    </p:spTree>
    <p:extLst>
      <p:ext uri="{BB962C8B-B14F-4D97-AF65-F5344CB8AC3E}">
        <p14:creationId xmlns:p14="http://schemas.microsoft.com/office/powerpoint/2010/main" val="23364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6B28F306-18FB-48D4-9BE0-3241938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1E109F2B-56BA-42AC-A7D0-555E342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F0250-A7A6-4541-B8C1-A3DA652C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7977A3A1-6FB2-4036-8353-F110D77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7BDEE-AD79-445E-817E-165313F4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D1FDA907-109A-49D8-9B99-9769F46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F783D98E-6F9B-4675-8658-F5545CA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CDC74F73-AFC9-4BC4-A104-62EAC967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17DD5824-C464-4DD5-A524-ADBC3B4D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B37E78DE-DBD6-4098-A227-6CC9344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50950319-171F-445A-B382-F13B8811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1C28D8E1-BB94-4E3A-B4E9-AE2ADF83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9CB1B-9C82-4E0E-9437-45F5468B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92D7C-9577-4F5C-8D32-662FFBB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2CF6E-6E28-4622-A509-339BC697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3FE66-DDD4-4731-A242-927F366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FA245-F6D9-4DA4-BC01-9B0FCE31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D895-1374-4479-9A0A-0F55737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885EC-BCD3-4815-BBB3-C86FFE78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EEAE9-4868-436B-BD25-588EBF3F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7BF31-75B4-4FF5-9E96-A9D72D1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74D07-3F82-4222-B3DC-38F66EDA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4A1D6-A792-475F-AFE4-23CBA9A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32E91-98EC-4443-B3A3-E628F08D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00F98-1452-4D94-B7EB-B405A9EE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59503-0049-46DF-9494-1526697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818D3-D191-4C4F-848F-8A35688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08E08-BCF8-4077-8A5C-D3C7F700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4ACA93-59FA-4EDD-B529-F5CF09E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33E52F-3A34-4FD4-8C29-E8CF2C0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CD66EB-752C-47BF-A6F5-DC497F60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C8610-C0AB-4A7A-87E2-8E13AE40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BB8467-7C89-4C37-9A2D-50DEFF6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C4150C-260A-4C80-A52D-77EABC7B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C47823-1DE4-4C61-804D-61E6BFB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7C4DE-F889-4E7E-BE89-ECD74127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F06FC6-458D-4E42-ADAD-5F56628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95D62A-D14E-41BC-80B5-67535308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A2567D-C8BE-44B1-9BDF-F54B7C30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DD3052-38B4-4D1B-B009-727A26B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33208F-1327-47D9-83A9-3C470B1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694C47-B7DB-4591-834E-64355D1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B09133-CDF4-4587-B06A-F55A5C4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5E92AE-A62A-459A-91A8-88AC119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5A0D0B0D-7D44-4D25-B2B0-3078A5D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6231E1-DA32-4EA6-922B-B50B4855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0675A3A6-BAB3-4E1A-9F2D-1E74C2D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4E30EB-662B-4FED-A448-E880B06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CE6A5F4D-3521-4CD5-BA6E-1D4CBC3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50" name="5 / 41">
            <a:extLst xmlns:a="http://schemas.openxmlformats.org/drawingml/2006/main">
              <a:ext uri="{FF2B5EF4-FFF2-40B4-BE49-F238E27FC236}">
                <a16:creationId xmlns:a16="http://schemas.microsoft.com/office/drawing/2014/main" id="{F2871AF9-E98B-42BE-91D3-BE7A458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41</a:t>
            </a:r>
          </a:p>
        </p:txBody>
      </p:sp>
    </p:spTree>
    <p:extLst>
      <p:ext uri="{BB962C8B-B14F-4D97-AF65-F5344CB8AC3E}">
        <p14:creationId xmlns:p14="http://schemas.microsoft.com/office/powerpoint/2010/main" val="37054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1(b) • Rotation implementation">
            <a:extLst xmlns:a="http://schemas.openxmlformats.org/drawingml/2006/main">
              <a:ext uri="{FF2B5EF4-FFF2-40B4-BE49-F238E27FC236}">
                <a16:creationId xmlns:a16="http://schemas.microsoft.com/office/drawing/2014/main" id="{40CED273-48D4-4D1C-A5C8-ABDCE45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Rotation implementation</a:t>
            </a:r>
          </a:p>
        </p:txBody>
      </p:sp>
      <p:sp>
        <p:nvSpPr>
          <p:cNvPr id="2" name="CUDA rotation kernel">
            <a:extLst xmlns:a="http://schemas.openxmlformats.org/drawingml/2006/main">
              <a:ext uri="{FF2B5EF4-FFF2-40B4-BE49-F238E27FC236}">
                <a16:creationId xmlns:a16="http://schemas.microsoft.com/office/drawing/2014/main" id="{799A1795-8103-4525-B835-1688D1B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rotation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3888C-11F9-4ABA-9440-A0EC08A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,&#10;   ">
            <a:extLst xmlns:a="http://schemas.openxmlformats.org/drawingml/2006/main">
              <a:ext uri="{FF2B5EF4-FFF2-40B4-BE49-F238E27FC236}">
                <a16:creationId xmlns:a16="http://schemas.microsoft.com/office/drawing/2014/main" id="{41751FF7-D8C2-4450-8B94-76E9C08E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56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unsigned char* out, int W, int H, float c,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x = blockIdx.x*blockDim.x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y = blockIdx.y*blockDim.y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if (x &gt;= W || y &gt;= H)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float cx = (W-1)*0.5f, cy = (H-1)*0.5f;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ix = int(floorf(c*(x-cx)-s*(y-cy)+cx+0.5f));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iy = int(floorf(s*(x-cx)+c*(y-cy)+cy+0.5f));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size_t dst = 3*(size_t(y)*W + x);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if (ix &gt;= 0 &amp;&amp; ix &lt; W &amp;&amp; iy &gt;= 0 &amp;&amp; iy &lt; H)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size_t src = 3*(size_t(iy)*W + ix);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ch=0; ch&lt;3; ++ch) out[dst+ch] = in[src+ch];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ch=0; ch&lt;3; ++ch) out[dst+ch]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One thread owns one output pixel. Guard partial edge bl">
            <a:extLst xmlns:a="http://schemas.openxmlformats.org/drawingml/2006/main">
              <a:ext uri="{FF2B5EF4-FFF2-40B4-BE49-F238E27FC236}">
                <a16:creationId xmlns:a16="http://schemas.microsoft.com/office/drawing/2014/main" id="{D683C09A-1EB3-4613-B6B8-BB8D7E75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pixel. Guard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blocks.</a:t>
            </a:r>
          </a:p>
        </p:txBody>
      </p:sp>
      <p:sp>
        <p:nvSpPr>
          <p:cNvPr id="6" name="Inverse gather copies RGB; out-of-bounds indices write ">
            <a:extLst xmlns:a="http://schemas.openxmlformats.org/drawingml/2006/main">
              <a:ext uri="{FF2B5EF4-FFF2-40B4-BE49-F238E27FC236}">
                <a16:creationId xmlns:a16="http://schemas.microsoft.com/office/drawing/2014/main" id="{0B1EC661-ACE4-4A6C-AC66-F132D7F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 copies RGB;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out-of-bounds indices write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black.</a:t>
            </a:r>
          </a:p>
        </p:txBody>
      </p:sp>
      <p:sp>
        <p:nvSpPr>
          <p:cNvPr id="7" name="Disjoint outputs need no atomics/barrier. Work and stor">
            <a:extLst xmlns:a="http://schemas.openxmlformats.org/drawingml/2006/main">
              <a:ext uri="{FF2B5EF4-FFF2-40B4-BE49-F238E27FC236}">
                <a16:creationId xmlns:a16="http://schemas.microsoft.com/office/drawing/2014/main" id="{F9038903-A0F6-4421-9FD6-72A1E023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outputs need no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atomics/barrier. Work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storage: O(W × H).</a:t>
            </a:r>
          </a:p>
        </p:txBody>
      </p:sp>
      <p:sp>
        <p:nvSpPr>
          <p:cNvPr id="8" name="Separate RGB buffers; W/H &gt; 0; valid sizes, c/s. Uncomp">
            <a:extLst xmlns:a="http://schemas.openxmlformats.org/drawingml/2006/main">
              <a:ext uri="{FF2B5EF4-FFF2-40B4-BE49-F238E27FC236}">
                <a16:creationId xmlns:a16="http://schemas.microsoft.com/office/drawing/2014/main" id="{8BF01F52-4CE3-4111-9502-63361D9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RGB buffers; W/H 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0; valid sizes, c/s. Uncompiled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110AB-9622-4EB6-8BDC-09F7C5DA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1C96FC31-3A33-4426-ADBE-688F4C23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6 / 41">
            <a:extLst xmlns:a="http://schemas.openxmlformats.org/drawingml/2006/main">
              <a:ext uri="{FF2B5EF4-FFF2-40B4-BE49-F238E27FC236}">
                <a16:creationId xmlns:a16="http://schemas.microsoft.com/office/drawing/2014/main" id="{934C8B70-AEC5-4490-A351-16C5BAA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41</a:t>
            </a:r>
          </a:p>
        </p:txBody>
      </p:sp>
    </p:spTree>
    <p:extLst>
      <p:ext uri="{BB962C8B-B14F-4D97-AF65-F5344CB8AC3E}">
        <p14:creationId xmlns:p14="http://schemas.microsoft.com/office/powerpoint/2010/main" val="1921549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1(b) • Host orchestration">
            <a:extLst xmlns:a="http://schemas.openxmlformats.org/drawingml/2006/main">
              <a:ext uri="{FF2B5EF4-FFF2-40B4-BE49-F238E27FC236}">
                <a16:creationId xmlns:a16="http://schemas.microsoft.com/office/drawing/2014/main" id="{4B1BF61C-0A11-43EE-B0BE-431D74AD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Host orchestration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230217B0-4316-4447-A611-2B31836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45F0E-F72F-4D4F-97BF-18D49D48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392D76F2-9C74-41F5-A96E-795BF656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A5C792A4-EBBF-41DF-A16D-DAD0AB61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328EAB78-FE56-4063-B3BF-EDEFA501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F287710A-52D9-41AA-A106-26B7BD73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2AA3C824-A2B2-490A-AD86-C974D656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A7E57-5AB3-4EF2-AAD4-D0B87DD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02B0F8A7-4F1C-42E8-A13B-75C4DDEE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1" name="7 / 41">
            <a:extLst xmlns:a="http://schemas.openxmlformats.org/drawingml/2006/main">
              <a:ext uri="{FF2B5EF4-FFF2-40B4-BE49-F238E27FC236}">
                <a16:creationId xmlns:a16="http://schemas.microsoft.com/office/drawing/2014/main" id="{4A84D817-B67F-4D32-BF29-F7BC0A65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41</a:t>
            </a:r>
          </a:p>
        </p:txBody>
      </p:sp>
    </p:spTree>
    <p:extLst>
      <p:ext uri="{BB962C8B-B14F-4D97-AF65-F5344CB8AC3E}">
        <p14:creationId xmlns:p14="http://schemas.microsoft.com/office/powerpoint/2010/main" val="2082102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77641-AE2A-4040-BB1C-6476C231FB8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777393D5-9999-4EB4-AE6B-33C259CD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E64681CA-A0C2-4005-A433-EB77D32F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51AFE671-147F-4680-8B2E-2EFE73BB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04B1E-BE2C-43C5-BF66-658A0D48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D105731D-E16F-4237-A798-8CEAC26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After coordinate/bounds checks; valid RGB buffers; delt">
            <a:extLst xmlns:a="http://schemas.openxmlformats.org/drawingml/2006/main">
              <a:ext uri="{FF2B5EF4-FFF2-40B4-BE49-F238E27FC236}">
                <a16:creationId xmlns:a16="http://schemas.microsoft.com/office/drawing/2014/main" id="{9ABD5467-DEDE-4CFF-8868-5F93EE3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After coordinate/bounds checks; valid RGB buffers; delta ∈ [−255,255].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4E24F-DD0D-4CBD-991F-A3E80F4C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3E8D-313A-4C98-A618-678D976E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259EAEEC-5939-4354-836C-99BA9F89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0A24A5F7-2B95-44F2-8631-0924D1E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E8FBE-9EBE-4FD8-9D43-95EF671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FE60BB70-39ED-451D-98D5-0E5C89D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A7B3B-C182-404E-AC60-706CFAE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E1A88A7A-05AD-403C-8C4A-920BD88F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6" name="8 / 41">
            <a:extLst xmlns:a="http://schemas.openxmlformats.org/drawingml/2006/main">
              <a:ext uri="{FF2B5EF4-FFF2-40B4-BE49-F238E27FC236}">
                <a16:creationId xmlns:a16="http://schemas.microsoft.com/office/drawing/2014/main" id="{9E32DA98-FC16-4661-AC6D-6D5A99B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41</a:t>
            </a:r>
          </a:p>
        </p:txBody>
      </p:sp>
    </p:spTree>
    <p:extLst>
      <p:ext uri="{BB962C8B-B14F-4D97-AF65-F5344CB8AC3E}">
        <p14:creationId xmlns:p14="http://schemas.microsoft.com/office/powerpoint/2010/main" val="1976090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1(b) • Memory access and launch shape">
            <a:extLst xmlns:a="http://schemas.openxmlformats.org/drawingml/2006/main">
              <a:ext uri="{FF2B5EF4-FFF2-40B4-BE49-F238E27FC236}">
                <a16:creationId xmlns:a16="http://schemas.microsoft.com/office/drawing/2014/main" id="{B4DE4E2D-057E-4F9E-9138-895A7D14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Memory access and launch shape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80F1631F-01DD-4F06-8348-14DD3F8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EB4FE-AEB6-46A9-8F56-BA92180EE45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08E49D6D-B907-49BA-89A2-A083FBB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22034-E1BD-4CAA-B7F2-6B40F30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D7A51F3D-7086-43AE-9430-2694B25C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7" name="9 / 41">
            <a:extLst xmlns:a="http://schemas.openxmlformats.org/drawingml/2006/main">
              <a:ext uri="{FF2B5EF4-FFF2-40B4-BE49-F238E27FC236}">
                <a16:creationId xmlns:a16="http://schemas.microsoft.com/office/drawing/2014/main" id="{C3D4B9BA-81C9-41CA-8E2D-56B07B4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41</a:t>
            </a:r>
          </a:p>
        </p:txBody>
      </p:sp>
    </p:spTree>
    <p:extLst>
      <p:ext uri="{BB962C8B-B14F-4D97-AF65-F5344CB8AC3E}">
        <p14:creationId xmlns:p14="http://schemas.microsoft.com/office/powerpoint/2010/main" val="1316106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68F6F47B-4C27-434B-82F2-CFD024B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F26CFDDE-3FBF-4831-B644-53E1C1D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B0A93454-9AD2-4494-AB51-9C774E00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3182E01E-CDFF-4DFF-96F5-01E876FE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6C0285CA-39DF-4D8E-85BC-9E567A7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97F7F8C4-D71C-4689-A198-B540B9BA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2C191BBA-33F7-45AB-BBDD-BEB2C5AB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Amdahl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950AC2F6-A212-437F-9D03-D5DC63A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Amdahl: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6BCA8-FE2E-40FB-8127-3C725A20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19B18FBC-A2FA-4EA2-BD8E-F9ADBB1E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9822-2B61-4445-976F-6F19B4D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58641468-7178-444C-8544-189B6FD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3" name="10 / 41">
            <a:extLst xmlns:a="http://schemas.openxmlformats.org/drawingml/2006/main">
              <a:ext uri="{FF2B5EF4-FFF2-40B4-BE49-F238E27FC236}">
                <a16:creationId xmlns:a16="http://schemas.microsoft.com/office/drawing/2014/main" id="{51024D0F-6607-49BD-9B5D-275B61E6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41</a:t>
            </a:r>
          </a:p>
        </p:txBody>
      </p:sp>
    </p:spTree>
    <p:extLst>
      <p:ext uri="{BB962C8B-B14F-4D97-AF65-F5344CB8AC3E}">
        <p14:creationId xmlns:p14="http://schemas.microsoft.com/office/powerpoint/2010/main" val="1804863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18BE7-A8CB-4823-BEB1-1930863942E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287000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4F9C9-97EB-4958-8B33-17151058E318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1C44E-CFF4-46F5-80D4-90B4C87B6E9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53625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8C5F5-5FFF-45BB-812A-5A83CFAFD80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7" name="Task 1(b) • Concurrency and speedup">
            <a:extLst xmlns:a="http://schemas.openxmlformats.org/drawingml/2006/main">
              <a:ext uri="{FF2B5EF4-FFF2-40B4-BE49-F238E27FC236}">
                <a16:creationId xmlns:a16="http://schemas.microsoft.com/office/drawing/2014/main" id="{64806AAA-5B4C-4231-8715-18995B0A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Concurrency and speedup</a:t>
            </a:r>
          </a:p>
        </p:txBody>
      </p:sp>
      <p:sp>
        <p:nvSpPr>
          <p:cNvPr id="2" name="Streams, overlap and completed output">
            <a:extLst xmlns:a="http://schemas.openxmlformats.org/drawingml/2006/main">
              <a:ext uri="{FF2B5EF4-FFF2-40B4-BE49-F238E27FC236}">
                <a16:creationId xmlns:a16="http://schemas.microsoft.com/office/drawing/2014/main" id="{3F3F1CDE-F8C9-40FC-813F-3DBDC77E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Streams, overlap and completed output</a:t>
            </a:r>
          </a:p>
        </p:txBody>
      </p:sp>
      <p:sp>
        <p:nvSpPr>
          <p:cNvPr id="3" name="Ordered work in one stream">
            <a:extLst xmlns:a="http://schemas.openxmlformats.org/drawingml/2006/main">
              <a:ext uri="{FF2B5EF4-FFF2-40B4-BE49-F238E27FC236}">
                <a16:creationId xmlns:a16="http://schemas.microsoft.com/office/drawing/2014/main" id="{C9763239-5D55-4206-90D4-F2517BEF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191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Ordered work in one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E372C-6F10-4EA4-AD77-46B82CF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41985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cudaMemcpyAsync(d_in, h_in, bytes,&#10;  cudaMemcpyHostToDe">
            <a:extLst xmlns:a="http://schemas.openxmlformats.org/drawingml/2006/main">
              <a:ext uri="{FF2B5EF4-FFF2-40B4-BE49-F238E27FC236}">
                <a16:creationId xmlns:a16="http://schemas.microsoft.com/office/drawing/2014/main" id="{B431A6FF-747C-4C96-995C-6804D19D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191250" cy="2015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cudaMemcpyAsync(d_in, h_in, bytes,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cudaMemcpyHostToDevice, stream);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block, 0, stream&gt;&gt;&gt;(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 d_out, W, H, c, s);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cudaMemcpyAsync(h_out, d_out, bytes,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cudaMemcpyDeviceToHost, stream);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// After enqueueing all batch images: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cudaStreamSynchronize(stream);</a:t>
            </a:r>
          </a:p>
        </p:txBody>
      </p:sp>
      <p:sp>
        <p:nvSpPr>
          <p:cNvPr id="6" name="Batch: enqueue all streams before waiting. Check every ">
            <a:extLst xmlns:a="http://schemas.openxmlformats.org/drawingml/2006/main">
              <a:ext uri="{FF2B5EF4-FFF2-40B4-BE49-F238E27FC236}">
                <a16:creationId xmlns:a16="http://schemas.microsoft.com/office/drawing/2014/main" id="{C2DEB6A0-5F8F-43D2-B80D-D7FE6987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19125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Batch: enqueue all streams before waiting. Check every API,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and completion result; submission is not completion.</a:t>
            </a:r>
          </a:p>
        </p:txBody>
      </p:sp>
      <p:sp>
        <p:nvSpPr>
          <p:cNvPr id="7" name="Independent images / streams">
            <a:extLst xmlns:a="http://schemas.openxmlformats.org/drawingml/2006/main">
              <a:ext uri="{FF2B5EF4-FFF2-40B4-BE49-F238E27FC236}">
                <a16:creationId xmlns:a16="http://schemas.microsoft.com/office/drawing/2014/main" id="{90D7C0BD-6F6A-461A-BA1C-CABB2B5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Independent images / streams</a:t>
            </a:r>
          </a:p>
        </p:txBody>
      </p:sp>
      <p:sp>
        <p:nvSpPr>
          <p:cNvPr id="8" name="A">
            <a:extLst xmlns:a="http://schemas.openxmlformats.org/drawingml/2006/main">
              <a:ext uri="{FF2B5EF4-FFF2-40B4-BE49-F238E27FC236}">
                <a16:creationId xmlns:a16="http://schemas.microsoft.com/office/drawing/2014/main" id="{C2DFF66E-8C48-4A0A-90A6-77970AD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95525"/>
            <a:ext cx="3238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7BD2F-E319-4F25-BCB4-59D3A7CE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88192-EEEC-43A1-AE76-03F413ED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07E1C-9ECA-487F-ABE8-D8A427E4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4" name="B">
            <a:extLst xmlns:a="http://schemas.openxmlformats.org/drawingml/2006/main">
              <a:ext uri="{FF2B5EF4-FFF2-40B4-BE49-F238E27FC236}">
                <a16:creationId xmlns:a16="http://schemas.microsoft.com/office/drawing/2014/main" id="{BEDFC3D9-5F7A-4991-A44B-17514669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95675"/>
            <a:ext cx="3238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F77E-D0AF-437C-913B-147E8E04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9565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AD676-BDFC-41E9-8E97-707BE50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F3C9F-8897-4716-BF22-207F1224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9565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20" name="Possible overlap depends on supporting hardware and ava">
            <a:extLst xmlns:a="http://schemas.openxmlformats.org/drawingml/2006/main">
              <a:ext uri="{FF2B5EF4-FFF2-40B4-BE49-F238E27FC236}">
                <a16:creationId xmlns:a16="http://schemas.microsoft.com/office/drawing/2014/main" id="{73D2FEBD-6695-493F-9CE0-E142476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95775"/>
            <a:ext cx="405765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Possible overlap depends on supporting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hardware and available resources.</a:t>
            </a:r>
          </a:p>
        </p:txBody>
      </p:sp>
      <p:sp>
        <p:nvSpPr>
          <p:cNvPr id="21" name="Separate pinned/device buffers and non-default streams;">
            <a:extLst xmlns:a="http://schemas.openxmlformats.org/drawingml/2006/main">
              <a:ext uri="{FF2B5EF4-FFF2-40B4-BE49-F238E27FC236}">
                <a16:creationId xmlns:a16="http://schemas.microsoft.com/office/drawing/2014/main" id="{706754AE-85BC-4EAE-BCC9-E66AC86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pinned/device buffers and non-default streams; synchronize before reuse. More buffers cost memory.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Keep images on the GPU across operations to avoid repeated transfers.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7ACD8-B452-45CD-A6FB-512331DE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3" name="Overlap can shorten the batch critical path; it changes">
            <a:extLst xmlns:a="http://schemas.openxmlformats.org/drawingml/2006/main">
              <a:ext uri="{FF2B5EF4-FFF2-40B4-BE49-F238E27FC236}">
                <a16:creationId xmlns:a16="http://schemas.microsoft.com/office/drawing/2014/main" id="{413B92E2-565F-41D4-BCAA-9CAACD5B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can shorten the batch critical path; it changes scheduling, not total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A19D4-4018-46BA-8458-DEE305CA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5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CEB8D08A-B636-4DCA-86B1-5B7FE55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26" name="11 / 41">
            <a:extLst xmlns:a="http://schemas.openxmlformats.org/drawingml/2006/main">
              <a:ext uri="{FF2B5EF4-FFF2-40B4-BE49-F238E27FC236}">
                <a16:creationId xmlns:a16="http://schemas.microsoft.com/office/drawing/2014/main" id="{CB9C4F59-DBE9-47B0-B4F9-2E4A85E1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41</a:t>
            </a:r>
          </a:p>
        </p:txBody>
      </p:sp>
    </p:spTree>
    <p:extLst>
      <p:ext uri="{BB962C8B-B14F-4D97-AF65-F5344CB8AC3E}">
        <p14:creationId xmlns:p14="http://schemas.microsoft.com/office/powerpoint/2010/main" val="1090123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B98AC-2093-4623-A7B9-6D071A859E4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3743325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5032A-EE6C-499F-A6F8-21402F4E34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3E3F5-AADB-4901-B38B-00AE4F2E619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1F68BA56-4DFD-4BD0-9B3A-7CC8AFB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773D1EBC-E71A-4D01-8439-39AE898B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9F97D23E-A12C-4BF3-A927-E4DC28E5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B8777-77E2-4AAA-A176-7450C1A6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1A982-700F-4B28-9473-BEA4E26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A2261-E32D-4866-85CC-EC2F915C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037BB7CA-6F58-4E04-8E04-7255E22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719348E3-0AF1-448E-99A8-EDCE48D7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51A05A10-55F9-43F5-8384-149E6D43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45549-5F11-4562-B81A-C98102D2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6A50-CC43-46E3-9536-46D411F8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219DFE4E-DA5F-4E45-9AA7-6D090C8E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90900"/>
            <a:ext cx="49720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. Fallback may stage through RAM; ">
            <a:extLst xmlns:a="http://schemas.openxmlformats.org/drawingml/2006/main">
              <a:ext uri="{FF2B5EF4-FFF2-40B4-BE49-F238E27FC236}">
                <a16:creationId xmlns:a16="http://schemas.microsoft.com/office/drawing/2014/main" id="{414B23A4-981D-479A-8096-F9D6DB00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I/O. Fallback may stage through RAM; GDS does not decode images or accelerate kernel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arithmetic.</a:t>
            </a:r>
          </a:p>
        </p:txBody>
      </p:sp>
      <p:sp>
        <p:nvSpPr>
          <p:cNvPr id="17" name="Use conventional copies for CPU-decoded / already-in-RA">
            <a:extLst xmlns:a="http://schemas.openxmlformats.org/drawingml/2006/main">
              <a:ext uri="{FF2B5EF4-FFF2-40B4-BE49-F238E27FC236}">
                <a16:creationId xmlns:a16="http://schemas.microsoft.com/office/drawing/2014/main" id="{1D6E37B9-33F0-43B5-A679-21D75B3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conventional copies for CPU-decoded / already-in-RAM pixels. Consider GDS for storage-bound GPU-ready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batches only with supported GPU/filesystem/driver/topology and lower completed batch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727E4-7FAB-4156-A504-19F22BBC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51B17E46-C773-4F57-9C85-B9C01F58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25F88-EFBD-4738-82B6-5677E0B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991B5AB0-4B83-422B-85A0-F566B39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22" name="12 / 41">
            <a:extLst xmlns:a="http://schemas.openxmlformats.org/drawingml/2006/main">
              <a:ext uri="{FF2B5EF4-FFF2-40B4-BE49-F238E27FC236}">
                <a16:creationId xmlns:a16="http://schemas.microsoft.com/office/drawing/2014/main" id="{BAA67B33-D262-4F4E-9CC1-7D398E6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41</a:t>
            </a:r>
          </a:p>
        </p:txBody>
      </p:sp>
    </p:spTree>
    <p:extLst>
      <p:ext uri="{BB962C8B-B14F-4D97-AF65-F5344CB8AC3E}">
        <p14:creationId xmlns:p14="http://schemas.microsoft.com/office/powerpoint/2010/main" val="695140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60E93FF0-93CA-4BFF-968B-2BB66981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7EF46FE2-7E32-433B-A922-D2BF33CC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128AA-58F9-4C21-9138-97E770D9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7CF06-78B3-4593-B9A6-B30AA0E2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CC1A0-CD29-4B41-B4B4-B97C3B4F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034B0-85DE-444E-8DE6-AE96B71F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DF26B-E498-4A6F-B28D-88465DAC8ABA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E1D52-5703-44FB-B091-E77CDDF1BC96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CD30-6BE2-454F-A90E-CB5A96C3C472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25B85CAB-BCBE-4A96-9998-808DF3E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99FF524E-CDED-40E7-BE42-723329E9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D994DEE8-C4F1-4A16-AF61-6982EB0D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AC94BA81-3956-4080-8ED6-7BE0C43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17F2F-C0D9-4125-9E32-0EAAE6E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BD12C6F5-A812-4D6A-A874-0B11983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92C65-E9D1-4D31-A107-F403E99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C1DC1CB8-BE93-4D8D-AC74-D8D06CD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13 / 41">
            <a:extLst xmlns:a="http://schemas.openxmlformats.org/drawingml/2006/main">
              <a:ext uri="{FF2B5EF4-FFF2-40B4-BE49-F238E27FC236}">
                <a16:creationId xmlns:a16="http://schemas.microsoft.com/office/drawing/2014/main" id="{CAD3BFD4-2262-4592-A2E9-44C4C4A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41</a:t>
            </a:r>
          </a:p>
        </p:txBody>
      </p:sp>
    </p:spTree>
    <p:extLst>
      <p:ext uri="{BB962C8B-B14F-4D97-AF65-F5344CB8AC3E}">
        <p14:creationId xmlns:p14="http://schemas.microsoft.com/office/powerpoint/2010/main" val="18190231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A779DA88-54C4-4C00-83AF-F970EB9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2A8A35C8-FBB7-47E0-A15A-0DFDD70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7E9418C1-19B9-4203-8C1E-6D4F343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A640C165-5BD1-4CBB-88DD-354D997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3E45EB7-B6DB-4655-9CA0-3B2483FBBE89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31fc95aad4ce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69120A-5D5B-4A3C-AC64-D8F85C7BBD3E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122a02c18d4d0f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D1C58230-890B-4876-8902-3684F48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32D7255A-876A-43C4-AD28-508E5CA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5F2AC-F145-47D9-9CDA-77B8895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851BCD0E-A636-4D64-89F2-3377B5CC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14 / 41">
            <a:extLst xmlns:a="http://schemas.openxmlformats.org/drawingml/2006/main">
              <a:ext uri="{FF2B5EF4-FFF2-40B4-BE49-F238E27FC236}">
                <a16:creationId xmlns:a16="http://schemas.microsoft.com/office/drawing/2014/main" id="{B003DFAD-855A-4654-B1DC-7437CDB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41</a:t>
            </a:r>
          </a:p>
        </p:txBody>
      </p:sp>
    </p:spTree>
    <p:extLst>
      <p:ext uri="{BB962C8B-B14F-4D97-AF65-F5344CB8AC3E}">
        <p14:creationId xmlns:p14="http://schemas.microsoft.com/office/powerpoint/2010/main" val="9247165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sk 2(a) • Illustrative energy calculation">
            <a:extLst xmlns:a="http://schemas.openxmlformats.org/drawingml/2006/main">
              <a:ext uri="{FF2B5EF4-FFF2-40B4-BE49-F238E27FC236}">
                <a16:creationId xmlns:a16="http://schemas.microsoft.com/office/drawing/2014/main" id="{14534F30-5FE4-49E4-8F87-F5AEDF59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Illustrative energy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C2679594-713E-48BC-8A3A-0802AFA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3382D-3A2C-44D8-A9B1-7AED7DFDC48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E8F89DE2-06FC-4124-BE9D-B3445A50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35330B02-9BD8-46D4-AB31-DC158CF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05D70-6205-4A26-BC9A-234B627B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8241D0DD-15F0-4783-AD68-A4CF63A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15 / 41">
            <a:extLst xmlns:a="http://schemas.openxmlformats.org/drawingml/2006/main">
              <a:ext uri="{FF2B5EF4-FFF2-40B4-BE49-F238E27FC236}">
                <a16:creationId xmlns:a16="http://schemas.microsoft.com/office/drawing/2014/main" id="{7F14A4D6-6E0C-44D1-9259-06A69B9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41</a:t>
            </a:r>
          </a:p>
        </p:txBody>
      </p:sp>
    </p:spTree>
    <p:extLst>
      <p:ext uri="{BB962C8B-B14F-4D97-AF65-F5344CB8AC3E}">
        <p14:creationId xmlns:p14="http://schemas.microsoft.com/office/powerpoint/2010/main" val="1880722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a) • Environmental accounting">
            <a:extLst xmlns:a="http://schemas.openxmlformats.org/drawingml/2006/main">
              <a:ext uri="{FF2B5EF4-FFF2-40B4-BE49-F238E27FC236}">
                <a16:creationId xmlns:a16="http://schemas.microsoft.com/office/drawing/2014/main" id="{777E1AC1-30F5-4DC5-9933-4049FCC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Environmental accounting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F90E9EA2-CC13-4644-B91A-D1774D05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4A62E2ED-8635-47FC-864F-DD85D24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E26E5B9E-7651-44E4-8D66-F96D989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5E584F6F-2A3E-4898-A729-26D1A6E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90EC0B0C-3A29-4801-A5E8-D4C361B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25C596D3-6D85-423C-ADA0-06D71D2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71153D1C-C467-46C5-AEE7-0DC2DB07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4186AE04-C527-4FAB-98B8-5414E132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CA393497-9362-40C7-8D2F-469D76AC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A66C1-82F0-4039-99D6-E1A208C3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FA066-377F-4A21-AD10-3F4DC1E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CAA72620-A266-48A3-823E-7BF988B8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6 / 41">
            <a:extLst xmlns:a="http://schemas.openxmlformats.org/drawingml/2006/main">
              <a:ext uri="{FF2B5EF4-FFF2-40B4-BE49-F238E27FC236}">
                <a16:creationId xmlns:a16="http://schemas.microsoft.com/office/drawing/2014/main" id="{770639F5-FF09-40B6-9A6A-98CEA16B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41</a:t>
            </a:r>
          </a:p>
        </p:txBody>
      </p:sp>
    </p:spTree>
    <p:extLst>
      <p:ext uri="{BB962C8B-B14F-4D97-AF65-F5344CB8AC3E}">
        <p14:creationId xmlns:p14="http://schemas.microsoft.com/office/powerpoint/2010/main" val="5469592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18DA7-F67F-4820-B5E6-5598293C65E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F120B-E0C9-4761-9248-5E1C2D56B35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5D0D0764-808B-4CA0-952D-ED4500D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AABAAA1C-F59C-4C7D-919D-AB01C1D7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92DCC840-FC21-478C-BF3C-AFEA77EF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620A7226-44D9-482B-B815-50D70252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B3D93-BAB1-4CD7-8CC3-41AA93D7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87A1D-C7A2-4C4F-A411-CD3D4C60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3B677-85ED-47E6-B38B-49F30622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F128F-E4F4-4A1A-89ED-2019A0E4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F744B763-4350-43D5-998C-0BDB24B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8506AF6E-774C-481F-AE5F-68251D2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6451E573-7A98-4922-87F0-751E192F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A0659-85EB-480D-BDDF-0A07E2A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51A2CD77-20C3-4488-B219-A059AF7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54DC7-817C-486D-B7E7-A722DC28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4C15352F-F3A7-4A64-85B5-7CBDD9F1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7 / 41">
            <a:extLst xmlns:a="http://schemas.openxmlformats.org/drawingml/2006/main">
              <a:ext uri="{FF2B5EF4-FFF2-40B4-BE49-F238E27FC236}">
                <a16:creationId xmlns:a16="http://schemas.microsoft.com/office/drawing/2014/main" id="{C8E56E1F-2311-41CE-8916-ED435BA6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41</a:t>
            </a:r>
          </a:p>
        </p:txBody>
      </p:sp>
    </p:spTree>
    <p:extLst>
      <p:ext uri="{BB962C8B-B14F-4D97-AF65-F5344CB8AC3E}">
        <p14:creationId xmlns:p14="http://schemas.microsoft.com/office/powerpoint/2010/main" val="11712740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b) • Proposed governance controls">
            <a:extLst xmlns:a="http://schemas.openxmlformats.org/drawingml/2006/main">
              <a:ext uri="{FF2B5EF4-FFF2-40B4-BE49-F238E27FC236}">
                <a16:creationId xmlns:a16="http://schemas.microsoft.com/office/drawing/2014/main" id="{32E3A2E9-EDFF-46F6-A140-72BD2DE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Proposed governance controls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4155DC22-5EAD-4464-8065-C788EC6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6E376-BD63-45FC-A23A-8CC039BFE33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7A9BAD34-646E-4EFC-A919-805F8F57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7FEBA-8BA9-4607-8A1F-B58A6FA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7B1DC85A-E462-4AD5-8F7C-0B8FF957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18 / 41">
            <a:extLst xmlns:a="http://schemas.openxmlformats.org/drawingml/2006/main">
              <a:ext uri="{FF2B5EF4-FFF2-40B4-BE49-F238E27FC236}">
                <a16:creationId xmlns:a16="http://schemas.microsoft.com/office/drawing/2014/main" id="{08D4EFB7-26C3-4538-867A-3C9D0115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41</a:t>
            </a:r>
          </a:p>
        </p:txBody>
      </p:sp>
    </p:spTree>
    <p:extLst>
      <p:ext uri="{BB962C8B-B14F-4D97-AF65-F5344CB8AC3E}">
        <p14:creationId xmlns:p14="http://schemas.microsoft.com/office/powerpoint/2010/main" val="11252270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b) • Fairness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9DC87E51-7577-44BC-A56E-84B392C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Fairness with large-scale compute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91DDBFB9-7BA4-49F8-A151-0AE37AD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80651DBC-C797-47FD-BCC5-CD0132E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97C7EF6C-F3DB-4241-B8AD-0D647C13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0A18F560-D7CF-4C15-9A93-724FFFA0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ECE3BB13-09F0-4980-B4B9-5F3F809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A408E655-E115-48D3-AE91-D87B67B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ED326F52-2AAD-4857-B737-394792E9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CF931A0F-97B6-44DF-9D4E-4DC50788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44F04AED-DD93-4D51-89D8-5C122E3B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242C0-46A8-49A6-A656-24F6F37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D0255-E4D2-42D1-AE0A-23D4A98C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9A996C79-4B9A-4366-ABD6-99AA517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19 / 41">
            <a:extLst xmlns:a="http://schemas.openxmlformats.org/drawingml/2006/main">
              <a:ext uri="{FF2B5EF4-FFF2-40B4-BE49-F238E27FC236}">
                <a16:creationId xmlns:a16="http://schemas.microsoft.com/office/drawing/2014/main" id="{64AA6E55-77BA-42EE-832D-FC011287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41</a:t>
            </a:r>
          </a:p>
        </p:txBody>
      </p:sp>
    </p:spTree>
    <p:extLst>
      <p:ext uri="{BB962C8B-B14F-4D97-AF65-F5344CB8AC3E}">
        <p14:creationId xmlns:p14="http://schemas.microsoft.com/office/powerpoint/2010/main" val="11587434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8EAF210F-3480-4093-8F13-5BAFAD3A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88E55510-D335-408E-9C4C-1E9F1528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4CE90-CC96-4779-827E-BCC98DBDF5C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57348B24-DA78-45D5-918F-8783524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69FB8E61-A328-4788-BFFB-A06E6FB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D4136573-4714-445E-A2E5-63DBFFCB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13B3E-8192-40F8-8B71-5E58B0AF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7B8E3D75-418C-408A-9F9D-121E3A8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EC468-7717-465E-AEAD-962CD83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8863876A-B3CF-4427-9E86-D629F808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20 / 41">
            <a:extLst xmlns:a="http://schemas.openxmlformats.org/drawingml/2006/main">
              <a:ext uri="{FF2B5EF4-FFF2-40B4-BE49-F238E27FC236}">
                <a16:creationId xmlns:a16="http://schemas.microsoft.com/office/drawing/2014/main" id="{BA2C08AC-EA94-49D1-BDFF-A748577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41</a:t>
            </a:r>
          </a:p>
        </p:txBody>
      </p:sp>
    </p:spTree>
    <p:extLst>
      <p:ext uri="{BB962C8B-B14F-4D97-AF65-F5344CB8AC3E}">
        <p14:creationId xmlns:p14="http://schemas.microsoft.com/office/powerpoint/2010/main" val="2561518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c) • Research and allocation decisions">
            <a:extLst xmlns:a="http://schemas.openxmlformats.org/drawingml/2006/main">
              <a:ext uri="{FF2B5EF4-FFF2-40B4-BE49-F238E27FC236}">
                <a16:creationId xmlns:a16="http://schemas.microsoft.com/office/drawing/2014/main" id="{8822D6A9-847B-4A22-9319-D2313CA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 • Research and allocation decisions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584505C8-9A48-4F20-8FF5-5C08E82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44BE3C4A-6038-4FA8-A8FF-F1009FB2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48D22553-0F4E-4F07-A986-385A2EC1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4E30EAE1-DBA2-419A-A0DF-A4185C2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A804629B-EC75-4A93-ADDB-EC053B0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4AADE58C-5D3C-41A5-9ABD-53BAB90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FDF76024-03C1-41E7-B1ED-E7F18D6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D9495FC1-35A2-4EE4-B331-C339A8C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B1DF3FCD-EE25-4258-A115-C3F79EB6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F9886-2B6A-4CFC-AECA-FF12C619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F768A-6985-4B34-9985-E3B389D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A373A169-20C0-4800-85E0-006F4E1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21 / 41">
            <a:extLst xmlns:a="http://schemas.openxmlformats.org/drawingml/2006/main">
              <a:ext uri="{FF2B5EF4-FFF2-40B4-BE49-F238E27FC236}">
                <a16:creationId xmlns:a16="http://schemas.microsoft.com/office/drawing/2014/main" id="{62AA27AF-8D72-4EAC-A6FC-7D2E336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41</a:t>
            </a:r>
          </a:p>
        </p:txBody>
      </p:sp>
    </p:spTree>
    <p:extLst>
      <p:ext uri="{BB962C8B-B14F-4D97-AF65-F5344CB8AC3E}">
        <p14:creationId xmlns:p14="http://schemas.microsoft.com/office/powerpoint/2010/main" val="556655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31F4F-FD9A-4B8B-9614-D6D6677A83C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B50C3-B0B8-48A9-BFF3-8FA0EE424A9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BB612F4D-622D-4F4F-88C7-DA88D08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37D9712D-8B0F-448C-B194-9E2F820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6E0B6-1F77-4AC7-A4FC-95B0D66A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2F57A-7A55-4331-A443-1A77AA0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7BEEA-4827-4002-8931-E09FACEC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2365799D-1DBD-4663-9360-3049BF61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A840765F-016B-404A-879A-164D0C6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B35080D9-EF29-4DB9-B826-6DADD84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C889B2F8-C1F9-4CDF-A5E7-ED681663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3D5F1-036D-4BD8-B934-0485557F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17C2871F-65C0-4B9C-9BFC-F0F0DF2B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E9EEA-A52B-4311-9A79-03DA521A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AC7DF0C5-1536-458E-BC15-D557D327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22 / 41">
            <a:extLst xmlns:a="http://schemas.openxmlformats.org/drawingml/2006/main">
              <a:ext uri="{FF2B5EF4-FFF2-40B4-BE49-F238E27FC236}">
                <a16:creationId xmlns:a16="http://schemas.microsoft.com/office/drawing/2014/main" id="{6CE51B37-891F-4F62-8DAC-4DE10F0D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41</a:t>
            </a:r>
          </a:p>
        </p:txBody>
      </p:sp>
    </p:spTree>
    <p:extLst>
      <p:ext uri="{BB962C8B-B14F-4D97-AF65-F5344CB8AC3E}">
        <p14:creationId xmlns:p14="http://schemas.microsoft.com/office/powerpoint/2010/main" val="15802349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d) • Framework actions and owners">
            <a:extLst xmlns:a="http://schemas.openxmlformats.org/drawingml/2006/main">
              <a:ext uri="{FF2B5EF4-FFF2-40B4-BE49-F238E27FC236}">
                <a16:creationId xmlns:a16="http://schemas.microsoft.com/office/drawing/2014/main" id="{64CA7129-954A-41D9-8B95-593FFC5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Framework actions and owners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E39E7416-9C2F-4B7D-B2F1-FD2C519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71596-A985-4D86-A26C-43E49F24A91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07E6EE35-FD37-4C09-8DB2-765B2C13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55495-B65D-4B9C-ADB2-E4999C7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89F39265-B95F-4E7C-900F-0B61D39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23 / 41">
            <a:extLst xmlns:a="http://schemas.openxmlformats.org/drawingml/2006/main">
              <a:ext uri="{FF2B5EF4-FFF2-40B4-BE49-F238E27FC236}">
                <a16:creationId xmlns:a16="http://schemas.microsoft.com/office/drawing/2014/main" id="{74E9EB0F-00E0-44B0-A7ED-2983D78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41</a:t>
            </a:r>
          </a:p>
        </p:txBody>
      </p:sp>
    </p:spTree>
    <p:extLst>
      <p:ext uri="{BB962C8B-B14F-4D97-AF65-F5344CB8AC3E}">
        <p14:creationId xmlns:p14="http://schemas.microsoft.com/office/powerpoint/2010/main" val="20806062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B92D9-0F99-450F-8C9F-36280F97727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4E196-69DC-4A4F-9872-B51227EF252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Task 2(d) • Carbon-aware scheduling">
            <a:extLst xmlns:a="http://schemas.openxmlformats.org/drawingml/2006/main">
              <a:ext uri="{FF2B5EF4-FFF2-40B4-BE49-F238E27FC236}">
                <a16:creationId xmlns:a16="http://schemas.microsoft.com/office/drawing/2014/main" id="{036EA4A9-914B-4C4B-ADBD-2F34965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Carbon-aware scheduling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09DE7D59-EC06-4E1E-A4EC-9328FB2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6D853-29AB-427F-B1A3-60DD665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7730B-4AA2-417A-8EE2-69F5EC9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D7422-A8EB-4887-A835-1E06FC97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0EA13D45-9388-44B4-B7D7-0A4011A7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DC8F5A3D-D51C-42BD-97C4-EA39D75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0405BFA5-A05D-42CB-A144-2EC74D49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5C7D8-44CE-4D5C-A4A3-BFFA36F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E8F8DF86-C277-4C17-8009-861017D6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BF70B-4C9B-4B88-9DDA-50C2D078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20964CE8-3C53-414C-84DA-02724B23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24 / 41">
            <a:extLst xmlns:a="http://schemas.openxmlformats.org/drawingml/2006/main">
              <a:ext uri="{FF2B5EF4-FFF2-40B4-BE49-F238E27FC236}">
                <a16:creationId xmlns:a16="http://schemas.microsoft.com/office/drawing/2014/main" id="{BBF2DC38-C480-44F2-8156-EC6189E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41</a:t>
            </a:r>
          </a:p>
        </p:txBody>
      </p:sp>
    </p:spTree>
    <p:extLst>
      <p:ext uri="{BB962C8B-B14F-4D97-AF65-F5344CB8AC3E}">
        <p14:creationId xmlns:p14="http://schemas.microsoft.com/office/powerpoint/2010/main" val="865713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s 1 and 2 • Conclusions and limitations">
            <a:extLst xmlns:a="http://schemas.openxmlformats.org/drawingml/2006/main">
              <a:ext uri="{FF2B5EF4-FFF2-40B4-BE49-F238E27FC236}">
                <a16:creationId xmlns:a16="http://schemas.microsoft.com/office/drawing/2014/main" id="{8F1A48FA-4FD6-4120-B3D4-B31A1F62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Tasks 1 and 2 • Conclusions and limitations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B6B04167-640A-4BF4-A98B-C5D9F594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B47EDE95-CA7F-42C4-A6F6-ADA6560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9C0A9CD0-8F82-4A40-9FF9-FEE2843F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32B067F0-070E-4EAE-82B0-5DF8094D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E47566A5-B028-46B8-A992-5AB8EB30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07EE4C0F-354D-4C8E-B036-8C23B018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46A800F5-CCFC-43FD-B7C6-C9C7587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1A2B0176-6243-4338-B8B0-7E503F3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F2E9D208-9416-439B-ACB9-76A30F5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AA20A-E60D-4647-B5CB-E261146E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EB23C-8CA1-4142-9ABE-1599124E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615E331B-98A9-4BE8-B832-86FA09E4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25 / 41">
            <a:extLst xmlns:a="http://schemas.openxmlformats.org/drawingml/2006/main">
              <a:ext uri="{FF2B5EF4-FFF2-40B4-BE49-F238E27FC236}">
                <a16:creationId xmlns:a16="http://schemas.microsoft.com/office/drawing/2014/main" id="{F57493EE-F614-46B6-96C3-0663AD5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41</a:t>
            </a:r>
          </a:p>
        </p:txBody>
      </p:sp>
    </p:spTree>
    <p:extLst>
      <p:ext uri="{BB962C8B-B14F-4D97-AF65-F5344CB8AC3E}">
        <p14:creationId xmlns:p14="http://schemas.microsoft.com/office/powerpoint/2010/main" val="4839236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59391A0E-19AA-4BEE-98F2-3B2E6FF4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Optional supporting material">
            <a:extLst xmlns:a="http://schemas.openxmlformats.org/drawingml/2006/main">
              <a:ext uri="{FF2B5EF4-FFF2-40B4-BE49-F238E27FC236}">
                <a16:creationId xmlns:a16="http://schemas.microsoft.com/office/drawing/2014/main" id="{B034ABCC-F5D1-4F57-9420-5D34841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supporting material</a:t>
            </a:r>
          </a:p>
        </p:txBody>
      </p:sp>
      <p:sp>
        <p:nvSpPr>
          <p:cNvPr id="3" name="Task 1: implementation expansions">
            <a:extLst xmlns:a="http://schemas.openxmlformats.org/drawingml/2006/main">
              <a:ext uri="{FF2B5EF4-FFF2-40B4-BE49-F238E27FC236}">
                <a16:creationId xmlns:a16="http://schemas.microsoft.com/office/drawing/2014/main" id="{7FFCF2FF-1803-4704-BC51-5C03E75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implementation expansions</a:t>
            </a:r>
          </a:p>
        </p:txBody>
      </p:sp>
      <p:sp>
        <p:nvSpPr>
          <p:cNvPr id="4" name="The Task 1 answers already contain the rotation formula">
            <a:extLst xmlns:a="http://schemas.openxmlformats.org/drawingml/2006/main">
              <a:ext uri="{FF2B5EF4-FFF2-40B4-BE49-F238E27FC236}">
                <a16:creationId xmlns:a16="http://schemas.microsoft.com/office/drawing/2014/main" id="{8887DC52-E499-407B-9FFF-1ED6664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1 answers already contain the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formula, worked calculation, kernel, host launch,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launch-shape comparison and stream/overlap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5" name="The following slides expand coordinate conventions and ">
            <a:extLst xmlns:a="http://schemas.openxmlformats.org/drawingml/2006/main">
              <a:ext uri="{FF2B5EF4-FFF2-40B4-BE49-F238E27FC236}">
                <a16:creationId xmlns:a16="http://schemas.microsoft.com/office/drawing/2014/main" id="{39E82D0A-AF9F-4AD1-927D-ACDA9D7C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following slides expand coordinate conventions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complete source examples, then give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profiling plan and GDS background.</a:t>
            </a:r>
          </a:p>
        </p:txBody>
      </p:sp>
      <p:sp>
        <p:nvSpPr>
          <p:cNvPr id="6" name="Task 2: supplementary comparisons">
            <a:extLst xmlns:a="http://schemas.openxmlformats.org/drawingml/2006/main">
              <a:ext uri="{FF2B5EF4-FFF2-40B4-BE49-F238E27FC236}">
                <a16:creationId xmlns:a16="http://schemas.microsoft.com/office/drawing/2014/main" id="{95AC5616-61D8-4E40-A593-EDDF0249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supplementary comparisons</a:t>
            </a:r>
          </a:p>
        </p:txBody>
      </p:sp>
      <p:sp>
        <p:nvSpPr>
          <p:cNvPr id="7" name="The Task 2 answers already contain energy/carbon calcul">
            <a:extLst xmlns:a="http://schemas.openxmlformats.org/drawingml/2006/main">
              <a:ext uri="{FF2B5EF4-FFF2-40B4-BE49-F238E27FC236}">
                <a16:creationId xmlns:a16="http://schemas.microsoft.com/office/drawing/2014/main" id="{6DA75A0A-5080-4674-AF88-70ECEFE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2 answers already contain energy/carbon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calculations, research comparisons, governance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fairness decisions, access policy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accountable scheduling.</a:t>
            </a:r>
          </a:p>
        </p:txBody>
      </p:sp>
      <p:sp>
        <p:nvSpPr>
          <p:cNvPr id="8" name="Additional parallelism and cross-topic comparison table">
            <a:extLst xmlns:a="http://schemas.openxmlformats.org/drawingml/2006/main">
              <a:ext uri="{FF2B5EF4-FFF2-40B4-BE49-F238E27FC236}">
                <a16:creationId xmlns:a16="http://schemas.microsoft.com/office/drawing/2014/main" id="{DB6721EC-1724-47DD-8561-03680DDE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Additional parallelism and cross-topic comparison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tables follow. Website references and one brief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AI-use declaration complete the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A78E6-BBAA-4D6C-A4C2-DF32A28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BAA78-9316-4A8D-8C2C-84E1172D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77AF8B5-CC8F-475B-8485-15481BD6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26 / 41">
            <a:extLst xmlns:a="http://schemas.openxmlformats.org/drawingml/2006/main">
              <a:ext uri="{FF2B5EF4-FFF2-40B4-BE49-F238E27FC236}">
                <a16:creationId xmlns:a16="http://schemas.microsoft.com/office/drawing/2014/main" id="{15B4E627-C9C4-40D1-950D-8DE11DD6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41</a:t>
            </a:r>
          </a:p>
        </p:txBody>
      </p:sp>
    </p:spTree>
    <p:extLst>
      <p:ext uri="{BB962C8B-B14F-4D97-AF65-F5344CB8AC3E}">
        <p14:creationId xmlns:p14="http://schemas.microsoft.com/office/powerpoint/2010/main" val="11790491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5A0DC045-3B3E-43DB-BB62-C609253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0741D33B-83B5-4B90-A2E4-E1A4AAEB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9E6CACF2-F26C-4915-B047-52E0A2A9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D09168A3-381C-466B-9112-834EB4E3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7B17CEB8-D9A8-4E0D-A1FA-5103D8AA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E6FBB461-EDC6-469C-81E4-627FF53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3156375A-3C68-440B-9906-66B2BFC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46719BC3-A111-4557-A6F8-35FF5C9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20290C57-440D-4122-BF69-BD8B6635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91C9E6B0-C58F-4390-97B8-18CB3A6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73275-7D9E-4F36-93DD-C99F8E91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D590D-C4B3-44EE-82BE-2D91FA3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7] NVIDIA NPP: library alternative">
            <a:extLst xmlns:a="http://schemas.openxmlformats.org/drawingml/2006/main">
              <a:ext uri="{FF2B5EF4-FFF2-40B4-BE49-F238E27FC236}">
                <a16:creationId xmlns:a16="http://schemas.microsoft.com/office/drawing/2014/main" id="{7DB45A04-42C0-47C3-A6FD-5469633F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[17] NVIDIA NPP: library alternative</a:t>
            </a:r>
          </a:p>
        </p:txBody>
      </p:sp>
      <p:sp>
        <p:nvSpPr>
          <p:cNvPr id="14" name="27 / 41">
            <a:extLst xmlns:a="http://schemas.openxmlformats.org/drawingml/2006/main">
              <a:ext uri="{FF2B5EF4-FFF2-40B4-BE49-F238E27FC236}">
                <a16:creationId xmlns:a16="http://schemas.microsoft.com/office/drawing/2014/main" id="{07BBA3F7-A0B8-4F33-996C-9DA3BD5B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41</a:t>
            </a:r>
          </a:p>
        </p:txBody>
      </p:sp>
    </p:spTree>
    <p:extLst>
      <p:ext uri="{BB962C8B-B14F-4D97-AF65-F5344CB8AC3E}">
        <p14:creationId xmlns:p14="http://schemas.microsoft.com/office/powerpoint/2010/main" val="5408406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2">
            <a:extLst xmlns:a="http://schemas.openxmlformats.org/drawingml/2006/main">
              <a:ext uri="{FF2B5EF4-FFF2-40B4-BE49-F238E27FC236}">
                <a16:creationId xmlns:a16="http://schemas.microsoft.com/office/drawing/2014/main" id="{AB3638EB-9169-4BD2-A331-E8FA1F2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F228887F-BAA4-43D2-ACDC-8E23B35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73746-314A-40ED-B041-DC0B529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50E976F0-5B16-48CE-8E21-93D9C74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DF0C56F6-B6F7-4913-B224-E64208F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CA1188CA-DBCE-46E9-A7F1-DA4153F4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3463FC11-DAA6-4CF8-8D52-FB413C33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14816162-4240-498F-AB8F-A26659D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452AE-99B2-4FBE-B251-69CFF7E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496F0B50-BD30-4907-884F-E1DBD909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28 / 41">
            <a:extLst xmlns:a="http://schemas.openxmlformats.org/drawingml/2006/main">
              <a:ext uri="{FF2B5EF4-FFF2-40B4-BE49-F238E27FC236}">
                <a16:creationId xmlns:a16="http://schemas.microsoft.com/office/drawing/2014/main" id="{714C08FD-04B6-42CE-9603-63A21E1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41</a:t>
            </a:r>
          </a:p>
        </p:txBody>
      </p:sp>
    </p:spTree>
    <p:extLst>
      <p:ext uri="{BB962C8B-B14F-4D97-AF65-F5344CB8AC3E}">
        <p14:creationId xmlns:p14="http://schemas.microsoft.com/office/powerpoint/2010/main" val="4179217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7A19ABF5-0D90-4264-B94D-1E31FEF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241F2C16-9975-44BE-AB34-130FE400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2B97D-FC2D-4F21-8A72-EC82C41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CD28BA43-991B-487A-88A8-07BD4BE5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EF6A02E3-B26C-49EB-B799-3FA1FBA5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9A5199E1-FD1A-42BE-A81C-1625786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17308FAF-23EA-4962-A27A-367E2169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595D06F5-FE85-44B4-9312-8A20839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C1B9C-B170-4473-B89C-B4E5ACF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5BD59FF5-556B-4BA2-BD8E-9454AF8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29 / 41">
            <a:extLst xmlns:a="http://schemas.openxmlformats.org/drawingml/2006/main">
              <a:ext uri="{FF2B5EF4-FFF2-40B4-BE49-F238E27FC236}">
                <a16:creationId xmlns:a16="http://schemas.microsoft.com/office/drawing/2014/main" id="{2B3F14E4-3B51-4613-A7CE-612910D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41</a:t>
            </a:r>
          </a:p>
        </p:txBody>
      </p:sp>
    </p:spTree>
    <p:extLst>
      <p:ext uri="{BB962C8B-B14F-4D97-AF65-F5344CB8AC3E}">
        <p14:creationId xmlns:p14="http://schemas.microsoft.com/office/powerpoint/2010/main" val="1260750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F5F0120F-44DC-4DDD-A5D3-BD7393A9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C3FFCE87-C30A-4583-9D79-30D46F71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B935C-AC43-4913-97B6-9B3DBE1D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B467FB99-7F52-4948-B3D3-C8E3298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CA45E193-C269-480B-82D4-42FDD4A2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6AE60124-8A0F-4BE5-8503-0711DCC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982D3EC3-497A-4946-856D-A545BE5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8A3E6AB6-4E6A-499F-BC76-0E42F70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196A7-DC05-4147-9102-1D26E175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851924AE-876A-40A6-B69E-DA0C2493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30 / 41">
            <a:extLst xmlns:a="http://schemas.openxmlformats.org/drawingml/2006/main">
              <a:ext uri="{FF2B5EF4-FFF2-40B4-BE49-F238E27FC236}">
                <a16:creationId xmlns:a16="http://schemas.microsoft.com/office/drawing/2014/main" id="{97DAFEC9-C4FB-4610-8B8A-68379C3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41</a:t>
            </a:r>
          </a:p>
        </p:txBody>
      </p:sp>
    </p:spTree>
    <p:extLst>
      <p:ext uri="{BB962C8B-B14F-4D97-AF65-F5344CB8AC3E}">
        <p14:creationId xmlns:p14="http://schemas.microsoft.com/office/powerpoint/2010/main" val="8221540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81D78DCA-C64C-4F11-AA28-BDA78E12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2397C4BA-F3A0-4210-BAEA-E815037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71724-5344-4CA9-B9B5-1A5F678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B0489B7F-65C6-445B-A774-2C403B2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79299910-0610-4317-9A8C-71EF992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the host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orchestration answer.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A34E99E0-A056-4CD1-8C93-5993E3D9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4911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5D4D6AE9-F217-4B48-A5F9-107C769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A51D800E-061E-4C50-9884-6B895BA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E46FC-B1D1-4EDD-B6E5-DB0773F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D594AEA0-6B74-4980-8A67-AFBE0C64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1" name="31 / 41">
            <a:extLst xmlns:a="http://schemas.openxmlformats.org/drawingml/2006/main">
              <a:ext uri="{FF2B5EF4-FFF2-40B4-BE49-F238E27FC236}">
                <a16:creationId xmlns:a16="http://schemas.microsoft.com/office/drawing/2014/main" id="{01BF9449-D78E-4650-A59D-B6A5D4B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41</a:t>
            </a:r>
          </a:p>
        </p:txBody>
      </p:sp>
    </p:spTree>
    <p:extLst>
      <p:ext uri="{BB962C8B-B14F-4D97-AF65-F5344CB8AC3E}">
        <p14:creationId xmlns:p14="http://schemas.microsoft.com/office/powerpoint/2010/main" val="17448068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6">
            <a:extLst xmlns:a="http://schemas.openxmlformats.org/drawingml/2006/main">
              <a:ext uri="{FF2B5EF4-FFF2-40B4-BE49-F238E27FC236}">
                <a16:creationId xmlns:a16="http://schemas.microsoft.com/office/drawing/2014/main" id="{5A98D21A-DB79-40FE-A07B-7F35EB82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D0DBAB87-292B-4C58-9B24-A00848F1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46BD73E3-7B97-4C82-BCC4-449AAB0D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F873E75F-863A-4005-AD5A-808BB131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123CCAFE-6F7A-47A7-A7D7-4E7400F5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C1758870-A077-4A23-AEB8-BADA4D2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AE38618F-3BA0-4C97-A665-E637FF1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C80AD8AD-BB66-46E5-8948-512738A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9DF2C95A-4F1B-47D8-B608-C4B65D6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4BE227DA-3CA8-41F9-B6D7-F083D8B6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BC16D-2734-48F7-8D91-DD886C51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97E2A-0939-4A67-BA28-CF4DFD06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1D8103BF-929B-47FE-AB92-6D61B624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4" name="32 / 41">
            <a:extLst xmlns:a="http://schemas.openxmlformats.org/drawingml/2006/main">
              <a:ext uri="{FF2B5EF4-FFF2-40B4-BE49-F238E27FC236}">
                <a16:creationId xmlns:a16="http://schemas.microsoft.com/office/drawing/2014/main" id="{5433E062-7B17-4B0B-8E62-3681718E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41</a:t>
            </a:r>
          </a:p>
        </p:txBody>
      </p:sp>
    </p:spTree>
    <p:extLst>
      <p:ext uri="{BB962C8B-B14F-4D97-AF65-F5344CB8AC3E}">
        <p14:creationId xmlns:p14="http://schemas.microsoft.com/office/powerpoint/2010/main" val="16153570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7">
            <a:extLst xmlns:a="http://schemas.openxmlformats.org/drawingml/2006/main">
              <a:ext uri="{FF2B5EF4-FFF2-40B4-BE49-F238E27FC236}">
                <a16:creationId xmlns:a16="http://schemas.microsoft.com/office/drawing/2014/main" id="{618252BE-8539-4656-AFCD-0E00B83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0DB2D785-03FF-4254-BACE-A56E441F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224B1964-9E26-48FB-9E44-037EDBAE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4691F00B-F283-40C6-9520-3997163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CB36EC3C-97E9-413F-9D5E-85FBB1BD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CB415A06-5723-4F74-9931-D7F7BBB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C01913E1-9417-43BE-A972-26D6842A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2F32A36A-1003-441F-8FD2-5F96A3C2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32C1E302-8296-4AB5-8D21-5E311573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0FC16A5D-0389-4706-B4E4-EF793919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48B0B-6271-4937-9A57-17CE6654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62A1B-1790-41C9-B4F5-92822A5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6CAF7E9E-C32E-433F-8E32-E24FFB57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14" name="33 / 41">
            <a:extLst xmlns:a="http://schemas.openxmlformats.org/drawingml/2006/main">
              <a:ext uri="{FF2B5EF4-FFF2-40B4-BE49-F238E27FC236}">
                <a16:creationId xmlns:a16="http://schemas.microsoft.com/office/drawing/2014/main" id="{DCF35C3C-761E-48F6-9759-D446DEE7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41</a:t>
            </a:r>
          </a:p>
        </p:txBody>
      </p:sp>
    </p:spTree>
    <p:extLst>
      <p:ext uri="{BB962C8B-B14F-4D97-AF65-F5344CB8AC3E}">
        <p14:creationId xmlns:p14="http://schemas.microsoft.com/office/powerpoint/2010/main" val="14699805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B84AEBFC-3D20-4E3D-A30B-B730DDFC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71C79162-C35F-46F9-96DB-FBB3061D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512C2-B835-4F6C-A8F4-A98E7A22F29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6F317505-DEE5-4BC6-BBDA-C2ABA1F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FFE11-C2C2-440A-BBAD-E92C018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10E6306A-65D1-4E6B-BCFB-25694478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34 / 41">
            <a:extLst xmlns:a="http://schemas.openxmlformats.org/drawingml/2006/main">
              <a:ext uri="{FF2B5EF4-FFF2-40B4-BE49-F238E27FC236}">
                <a16:creationId xmlns:a16="http://schemas.microsoft.com/office/drawing/2014/main" id="{5B4124D4-C790-4DCD-B058-89E68552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41</a:t>
            </a:r>
          </a:p>
        </p:txBody>
      </p:sp>
    </p:spTree>
    <p:extLst>
      <p:ext uri="{BB962C8B-B14F-4D97-AF65-F5344CB8AC3E}">
        <p14:creationId xmlns:p14="http://schemas.microsoft.com/office/powerpoint/2010/main" val="1006334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2">
            <a:extLst xmlns:a="http://schemas.openxmlformats.org/drawingml/2006/main">
              <a:ext uri="{FF2B5EF4-FFF2-40B4-BE49-F238E27FC236}">
                <a16:creationId xmlns:a16="http://schemas.microsoft.com/office/drawing/2014/main" id="{56A082FD-26CD-48FB-86F6-9714A86A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324C8CE9-C8DB-4080-8D1E-037D2F2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B8424-6974-4DB4-9CD8-CC6A6982EE9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92643142-A53A-479C-9F92-FECF6D1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49A4-9074-4865-B2A4-3A61A6D2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AE0C2265-342E-48AF-943E-3ACA5D1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35 / 41">
            <a:extLst xmlns:a="http://schemas.openxmlformats.org/drawingml/2006/main">
              <a:ext uri="{FF2B5EF4-FFF2-40B4-BE49-F238E27FC236}">
                <a16:creationId xmlns:a16="http://schemas.microsoft.com/office/drawing/2014/main" id="{526276CE-C46F-4861-B5BA-C1E3E5C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41</a:t>
            </a:r>
          </a:p>
        </p:txBody>
      </p:sp>
    </p:spTree>
    <p:extLst>
      <p:ext uri="{BB962C8B-B14F-4D97-AF65-F5344CB8AC3E}">
        <p14:creationId xmlns:p14="http://schemas.microsoft.com/office/powerpoint/2010/main" val="14614694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3CA2F1DA-F19F-47B9-BBBD-1EFCE1CE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131B627-54C1-4072-9412-547FBBD3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0BA3894A-96EE-4B82-B2DB-A9285B62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NVIDIA, “Programming model,” CUDA Programming Guide, online documentation, accessed Oct. 8, 2026.</a:t>
            </a:r>
          </a:p>
        </p:txBody>
      </p:sp>
      <p:sp>
        <p:nvSpPr>
          <p:cNvPr id="4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F2873498-9BF4-45E6-A20D-EC9158E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65d1f5a4e5a4ca1"/>
              </a:rPr>
              <a:t>https://docs.nvidia.com/cuda/cuda-programming-guide/01-introduction/programming-model.html</a:t>
            </a:r>
          </a:p>
        </p:txBody>
      </p:sp>
      <p:sp>
        <p:nvSpPr>
          <p:cNvPr id="5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BA04A212-DAA0-4717-9393-3AB2DDF3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6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6921330C-1DBB-4E01-A480-F94508A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375f8721d2d4209"/>
              </a:rPr>
              <a:t>https://docs.nvidia.com/cuda/cuda-c-best-practices-guide/index.html</a:t>
            </a:r>
          </a:p>
        </p:txBody>
      </p:sp>
      <p:sp>
        <p:nvSpPr>
          <p:cNvPr id="7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7D24B019-D287-483A-B1B9-0C9B28E8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8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58E48000-2616-4A2F-9572-7899E48A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56f5bf173b74e95"/>
              </a:rPr>
              <a:t>https://docs.nvidia.com/gpudirect-storage/overview-guide/index.html</a:t>
            </a:r>
          </a:p>
        </p:txBody>
      </p:sp>
      <p:sp>
        <p:nvSpPr>
          <p:cNvPr id="9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77639317-0F49-4E9D-ABDD-AD7B6AF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10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7A901A21-ABC0-4C08-B580-1B5877C7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7d19700231a44a6"/>
              </a:rPr>
              <a:t>https://docs.nvidia.com/gpudirect-storage/design-guide/index.html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F6F9-B494-412C-B22E-7FFDD014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11F0DF2-0A68-4B9C-A5BF-D750ED76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41">
            <a:extLst xmlns:a="http://schemas.openxmlformats.org/drawingml/2006/main">
              <a:ext uri="{FF2B5EF4-FFF2-40B4-BE49-F238E27FC236}">
                <a16:creationId xmlns:a16="http://schemas.microsoft.com/office/drawing/2014/main" id="{DB7EF243-7E84-4F58-9E49-E16DED0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41</a:t>
            </a:r>
          </a:p>
        </p:txBody>
      </p:sp>
    </p:spTree>
    <p:extLst>
      <p:ext uri="{BB962C8B-B14F-4D97-AF65-F5344CB8AC3E}">
        <p14:creationId xmlns:p14="http://schemas.microsoft.com/office/powerpoint/2010/main" val="10844974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0D75B7B5-A1BD-47A4-B5E0-39B76F80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9E899A72-0FC8-44A2-BBE6-95DE97A1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234D98B8-99D6-4102-83F7-68FC8435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4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79F16072-4280-4EF8-B23A-B9487C6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567fd344e4b4f62"/>
              </a:rPr>
              <a:t>https://docs.nvidia.com/megatron-core/developer-guide/latest/user-guide/parallelism-guide.html</a:t>
            </a:r>
          </a:p>
        </p:txBody>
      </p:sp>
      <p:sp>
        <p:nvSpPr>
          <p:cNvPr id="5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D57AD276-7771-43FA-BE3F-A19BD9D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6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2BBABD0A-0FF2-4AED-800F-E00245BB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67970c66c7c4761"/>
              </a:rPr>
              <a:t>https://www.iea.org/reports/key-questions-on-energy-and-ai/executive-summary</a:t>
            </a:r>
          </a:p>
        </p:txBody>
      </p:sp>
      <p:sp>
        <p:nvSpPr>
          <p:cNvPr id="7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E075D042-4B6B-480B-B33B-73CB7BD8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8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6A20F7B8-F742-4095-9AF6-962E64E7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d07dde3e9f542f9"/>
              </a:rPr>
              <a:t>https://www.nsf.gov/cise/updates/nairr-2-years-advancing-american-artificial-intelligence</a:t>
            </a:r>
          </a:p>
        </p:txBody>
      </p:sp>
      <p:sp>
        <p:nvSpPr>
          <p:cNvPr id="9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23C2103E-B501-425D-A006-A1909AD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10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A05F55ED-E6E4-4E22-823E-6398BCE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671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f518940b637418b"/>
              </a:rPr>
              <a:t>https://aclanthology.org/P19-1355/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8132-D39A-4DE7-957E-7D8AD82C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D02BCB7-A13B-4B7D-9D76-F31D2C0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41">
            <a:extLst xmlns:a="http://schemas.openxmlformats.org/drawingml/2006/main">
              <a:ext uri="{FF2B5EF4-FFF2-40B4-BE49-F238E27FC236}">
                <a16:creationId xmlns:a16="http://schemas.microsoft.com/office/drawing/2014/main" id="{7861FF28-0306-4972-8029-2F2CE8D8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41</a:t>
            </a:r>
          </a:p>
        </p:txBody>
      </p:sp>
    </p:spTree>
    <p:extLst>
      <p:ext uri="{BB962C8B-B14F-4D97-AF65-F5344CB8AC3E}">
        <p14:creationId xmlns:p14="http://schemas.microsoft.com/office/powerpoint/2010/main" val="57883402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0526E530-DD78-4B5C-BF81-41348F6D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F8893F17-567C-423F-B4BF-3DC1E034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F16640CB-1636-4CA4-B33B-C713D844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4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171E1DE2-91C7-4C5E-9424-013E7C8D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d60ccc82ba744a9"/>
              </a:rPr>
              <a:t>https://arxiv.org/abs/2304.03271v5</a:t>
            </a:r>
          </a:p>
        </p:txBody>
      </p:sp>
      <p:sp>
        <p:nvSpPr>
          <p:cNvPr id="5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AB1FD6FE-35F9-457F-9ACE-2B358E02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6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B61C9248-3C9B-4AA3-B17E-A3EA6928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cb0219fec2d4e60"/>
              </a:rPr>
              <a:t>https://arxiv.org/abs/1907.10597</a:t>
            </a:r>
          </a:p>
        </p:txBody>
      </p:sp>
      <p:sp>
        <p:nvSpPr>
          <p:cNvPr id="7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0E491EDD-5B90-4A87-9BFE-3432DC40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8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73F5E1A0-5065-4D91-96CC-E67A180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e6f29cd92674dac"/>
              </a:rPr>
              <a:t>https://arxiv.org/abs/1906.08935v2</a:t>
            </a:r>
          </a:p>
        </p:txBody>
      </p:sp>
      <p:sp>
        <p:nvSpPr>
          <p:cNvPr id="9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2749B2A8-1002-40E3-8622-A4D430A0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10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7D1402A5-E9ED-4A28-B078-C9290094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216bbbfa2664298"/>
              </a:rPr>
              <a:t>https://aclanthology.org/2024.cl-3.8/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55DB3-4935-4943-83BB-D5BAD95B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9C4D24C-1198-436C-B273-E54B3C91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41">
            <a:extLst xmlns:a="http://schemas.openxmlformats.org/drawingml/2006/main">
              <a:ext uri="{FF2B5EF4-FFF2-40B4-BE49-F238E27FC236}">
                <a16:creationId xmlns:a16="http://schemas.microsoft.com/office/drawing/2014/main" id="{69E4C826-8F67-48F2-AF55-C3D7E7E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41</a:t>
            </a:r>
          </a:p>
        </p:txBody>
      </p:sp>
    </p:spTree>
    <p:extLst>
      <p:ext uri="{BB962C8B-B14F-4D97-AF65-F5344CB8AC3E}">
        <p14:creationId xmlns:p14="http://schemas.microsoft.com/office/powerpoint/2010/main" val="18843633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5FD6E795-D74C-4F84-A0EC-8082D7FE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314F4C5-6597-4704-A7EB-3D43E7E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2D10B57F-9DDF-4EAF-9727-F526A18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4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B7DC8F64-9315-40F6-86BC-47EB6CE6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3fed0d2cf0c4331"/>
              </a:rPr>
              <a:t>https://arxiv.org/abs/2010.15581v1</a:t>
            </a:r>
          </a:p>
        </p:txBody>
      </p:sp>
      <p:sp>
        <p:nvSpPr>
          <p:cNvPr id="5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FE812A6A-33CB-455B-88F2-86B80C31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6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C5224660-A5AB-475E-B2CA-80DE7E2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c4f9342f80449b0"/>
              </a:rPr>
              <a:t>https://arxiv.org/abs/2106.11750v1</a:t>
            </a:r>
          </a:p>
        </p:txBody>
      </p:sp>
      <p:sp>
        <p:nvSpPr>
          <p:cNvPr id="7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2E02DA0E-8449-4AF6-B636-11B6C4C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8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709DB158-E09C-47D3-B287-8305BBC4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110d08965844adc"/>
              </a:rPr>
              <a:t>https://www.oecd.org/en/topics/ai-principles.html</a:t>
            </a:r>
          </a:p>
        </p:txBody>
      </p:sp>
      <p:sp>
        <p:nvSpPr>
          <p:cNvPr id="9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0F8CA671-E1BD-4188-85B4-87DEA339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10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43D20943-031B-453E-89F4-F54E46CA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b84ec2f86b64e72"/>
              </a:rPr>
              <a:t>https://airc.nist.gov/airmf-resources/playbook/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69AE8-6C0B-41DD-9248-B534545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23F6333-9561-4C33-BB3E-1946F1F7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41">
            <a:extLst xmlns:a="http://schemas.openxmlformats.org/drawingml/2006/main">
              <a:ext uri="{FF2B5EF4-FFF2-40B4-BE49-F238E27FC236}">
                <a16:creationId xmlns:a16="http://schemas.microsoft.com/office/drawing/2014/main" id="{FB6591E3-D2B6-4B28-9DCA-C028C8A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41</a:t>
            </a:r>
          </a:p>
        </p:txBody>
      </p:sp>
    </p:spTree>
    <p:extLst>
      <p:ext uri="{BB962C8B-B14F-4D97-AF65-F5344CB8AC3E}">
        <p14:creationId xmlns:p14="http://schemas.microsoft.com/office/powerpoint/2010/main" val="147257370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62BFE28C-4E22-4EB6-A6E5-E248CF16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619D862-CB1D-4796-8B7C-96AF9639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B72DA14E-F2B0-4A58-A2CC-F613B83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NVIDIA, “Rotate,” NPP Image Geometry Transforms, CUDA 13.0.3 archive documentation, accessed Oct. 8, 2026.</a:t>
            </a:r>
          </a:p>
        </p:txBody>
      </p:sp>
      <p:sp>
        <p:nvSpPr>
          <p:cNvPr id="4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CFB11A2D-1ACE-4B31-BB67-61BE1A0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8790fa94bf641f2"/>
              </a:rPr>
              <a:t>https://docs.nvidia.com/cuda/archive/13.0.3/npp/image_geometry_transforms.html#rotate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7929-B382-4B55-BD5B-7CF3B0D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48258B8-FCE1-4110-AF33-82277CE0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7" name="40 / 41">
            <a:extLst xmlns:a="http://schemas.openxmlformats.org/drawingml/2006/main">
              <a:ext uri="{FF2B5EF4-FFF2-40B4-BE49-F238E27FC236}">
                <a16:creationId xmlns:a16="http://schemas.microsoft.com/office/drawing/2014/main" id="{089BDE59-979A-4C3C-8CA6-B0F1EBB8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41</a:t>
            </a:r>
          </a:p>
        </p:txBody>
      </p:sp>
    </p:spTree>
    <p:extLst>
      <p:ext uri="{BB962C8B-B14F-4D97-AF65-F5344CB8AC3E}">
        <p14:creationId xmlns:p14="http://schemas.microsoft.com/office/powerpoint/2010/main" val="110731412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F51F48F1-D7A2-405F-8790-84F424C0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EF85EBE1-39D7-4039-ABA2-59D6B995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96790DB6-C761-492C-B44E-5C108F0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1F4E06F7-5042-4899-B578-5FD7176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7CF6A54B-A7E0-4886-99BA-7C839108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1320AD23-C70C-4A76-AB4A-36347A10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029E9-F081-4988-AD71-97284CD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F3201-AF4F-4A86-8136-1840D69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BBDD3CD-1988-4342-B034-C5B532B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41 / 41">
            <a:extLst xmlns:a="http://schemas.openxmlformats.org/drawingml/2006/main">
              <a:ext uri="{FF2B5EF4-FFF2-40B4-BE49-F238E27FC236}">
                <a16:creationId xmlns:a16="http://schemas.microsoft.com/office/drawing/2014/main" id="{0A2EB454-E242-4264-A0B3-2F8F04C3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41</a:t>
            </a:r>
          </a:p>
        </p:txBody>
      </p:sp>
    </p:spTree>
    <p:extLst>
      <p:ext uri="{BB962C8B-B14F-4D97-AF65-F5344CB8AC3E}">
        <p14:creationId xmlns:p14="http://schemas.microsoft.com/office/powerpoint/2010/main" val="973769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2026-10-08T12:59:22.3860000Z</dcterms:created>
  <dcterms:modified xsi:type="dcterms:W3CDTF">2026-10-08T12:59:22.3870000Z</dcterms:modified>
</coreProperties>
</file>