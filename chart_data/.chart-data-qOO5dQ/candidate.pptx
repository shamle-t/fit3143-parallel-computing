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825caba997464e" /><Relationship Type="http://schemas.openxmlformats.org/officeDocument/2006/relationships/extended-properties" Target="/docProps/app.xml" Id="R835a4723ba684158" /><Relationship Type="http://schemas.openxmlformats.org/officeDocument/2006/relationships/officeDocument" Target="/ppt/presentation.xml" Id="R7c3b892d68f6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5c5f40fc854fa2"/>
  </p:sldMasterIdLst>
  <p:notesMasterIdLst>
    <p:notesMasterId xmlns:r="http://schemas.openxmlformats.org/officeDocument/2006/relationships" r:id="R6e7b37d04785460d"/>
  </p:notesMasterIdLst>
  <p:sldIdLst>
    <p:sldId xmlns:r="http://schemas.openxmlformats.org/officeDocument/2006/relationships" id="256" r:id="R63e3a56438194079"/>
    <p:sldId xmlns:r="http://schemas.openxmlformats.org/officeDocument/2006/relationships" id="257" r:id="Rfb33b752c05d4bad"/>
    <p:sldId xmlns:r="http://schemas.openxmlformats.org/officeDocument/2006/relationships" id="258" r:id="R68596ae1b2154cef"/>
    <p:sldId xmlns:r="http://schemas.openxmlformats.org/officeDocument/2006/relationships" id="259" r:id="Rc57b4b2d458f4a8f"/>
    <p:sldId xmlns:r="http://schemas.openxmlformats.org/officeDocument/2006/relationships" id="260" r:id="R584fa1cc37954901"/>
    <p:sldId xmlns:r="http://schemas.openxmlformats.org/officeDocument/2006/relationships" id="261" r:id="R7af9f74d40784a86"/>
    <p:sldId xmlns:r="http://schemas.openxmlformats.org/officeDocument/2006/relationships" id="262" r:id="Rde398341659a486c"/>
    <p:sldId xmlns:r="http://schemas.openxmlformats.org/officeDocument/2006/relationships" id="263" r:id="R875c69feb07d4e69"/>
    <p:sldId xmlns:r="http://schemas.openxmlformats.org/officeDocument/2006/relationships" id="264" r:id="R2caf6805b6184434"/>
    <p:sldId xmlns:r="http://schemas.openxmlformats.org/officeDocument/2006/relationships" id="265" r:id="R6a6066e98d964de0"/>
    <p:sldId xmlns:r="http://schemas.openxmlformats.org/officeDocument/2006/relationships" id="266" r:id="R2a54e35ee7624628"/>
    <p:sldId xmlns:r="http://schemas.openxmlformats.org/officeDocument/2006/relationships" id="267" r:id="Rade8b839f528427e"/>
    <p:sldId xmlns:r="http://schemas.openxmlformats.org/officeDocument/2006/relationships" id="268" r:id="R7c4cfc2e2aea46e3"/>
    <p:sldId xmlns:r="http://schemas.openxmlformats.org/officeDocument/2006/relationships" id="269" r:id="R4b3d805ec7834a33"/>
    <p:sldId xmlns:r="http://schemas.openxmlformats.org/officeDocument/2006/relationships" id="270" r:id="R30147e261b3c436f"/>
    <p:sldId xmlns:r="http://schemas.openxmlformats.org/officeDocument/2006/relationships" id="271" r:id="R7233cd768bb14f4e"/>
    <p:sldId xmlns:r="http://schemas.openxmlformats.org/officeDocument/2006/relationships" id="272" r:id="R2b7153244c364e1c"/>
    <p:sldId xmlns:r="http://schemas.openxmlformats.org/officeDocument/2006/relationships" id="273" r:id="Rf1d18f1c59304210"/>
    <p:sldId xmlns:r="http://schemas.openxmlformats.org/officeDocument/2006/relationships" id="274" r:id="R77717467eade41f0"/>
    <p:sldId xmlns:r="http://schemas.openxmlformats.org/officeDocument/2006/relationships" id="275" r:id="Rc1994f3e743143d6"/>
    <p:sldId xmlns:r="http://schemas.openxmlformats.org/officeDocument/2006/relationships" id="276" r:id="Rc0bdb0c40886404d"/>
    <p:sldId xmlns:r="http://schemas.openxmlformats.org/officeDocument/2006/relationships" id="277" r:id="R15b2c110231f4a5c"/>
    <p:sldId xmlns:r="http://schemas.openxmlformats.org/officeDocument/2006/relationships" id="278" r:id="R28e7ca91d7d84c35"/>
    <p:sldId xmlns:r="http://schemas.openxmlformats.org/officeDocument/2006/relationships" id="279" r:id="R72383f9bc6d74e37"/>
    <p:sldId xmlns:r="http://schemas.openxmlformats.org/officeDocument/2006/relationships" id="280" r:id="R726e6ab04cbd4519"/>
    <p:sldId xmlns:r="http://schemas.openxmlformats.org/officeDocument/2006/relationships" id="281" r:id="R9ffcad19c9274561"/>
    <p:sldId xmlns:r="http://schemas.openxmlformats.org/officeDocument/2006/relationships" id="282" r:id="R4bad33957d2e4a09"/>
    <p:sldId xmlns:r="http://schemas.openxmlformats.org/officeDocument/2006/relationships" id="283" r:id="Rf1fa24a7acd94cc0"/>
    <p:sldId xmlns:r="http://schemas.openxmlformats.org/officeDocument/2006/relationships" id="284" r:id="R4cf249c62ca943e2"/>
    <p:sldId xmlns:r="http://schemas.openxmlformats.org/officeDocument/2006/relationships" id="285" r:id="Re1ea2749cd004cb7"/>
    <p:sldId xmlns:r="http://schemas.openxmlformats.org/officeDocument/2006/relationships" id="286" r:id="Rcbfddf3d284942b4"/>
    <p:sldId xmlns:r="http://schemas.openxmlformats.org/officeDocument/2006/relationships" id="287" r:id="R94afdee02478418f"/>
    <p:sldId xmlns:r="http://schemas.openxmlformats.org/officeDocument/2006/relationships" id="288" r:id="Re3f93f3334f54f22"/>
    <p:sldId xmlns:r="http://schemas.openxmlformats.org/officeDocument/2006/relationships" id="289" r:id="R1decba59182445ed"/>
    <p:sldId xmlns:r="http://schemas.openxmlformats.org/officeDocument/2006/relationships" id="290" r:id="R36ee1a585bfb4ed5"/>
    <p:sldId xmlns:r="http://schemas.openxmlformats.org/officeDocument/2006/relationships" id="291" r:id="R9d919f6a61a949fa"/>
    <p:sldId xmlns:r="http://schemas.openxmlformats.org/officeDocument/2006/relationships" id="292" r:id="R350815766b824a11"/>
    <p:sldId xmlns:r="http://schemas.openxmlformats.org/officeDocument/2006/relationships" id="293" r:id="R8572752309ff472b"/>
    <p:sldId xmlns:r="http://schemas.openxmlformats.org/officeDocument/2006/relationships" id="294" r:id="R417710cf07d84af5"/>
    <p:sldId xmlns:r="http://schemas.openxmlformats.org/officeDocument/2006/relationships" id="295" r:id="Re47a2479ef0f4587"/>
    <p:sldId xmlns:r="http://schemas.openxmlformats.org/officeDocument/2006/relationships" id="296" r:id="R872cee74e11f43d6"/>
    <p:sldId xmlns:r="http://schemas.openxmlformats.org/officeDocument/2006/relationships" id="297" r:id="Rdf3fce4e53d54988"/>
    <p:sldId xmlns:r="http://schemas.openxmlformats.org/officeDocument/2006/relationships" id="298" r:id="Rd565f95f09ba4cfb"/>
    <p:sldId xmlns:r="http://schemas.openxmlformats.org/officeDocument/2006/relationships" id="299" r:id="R8fbba1823d634045"/>
    <p:sldId xmlns:r="http://schemas.openxmlformats.org/officeDocument/2006/relationships" id="300" r:id="Rc46fbbb17bc6478d"/>
    <p:sldId xmlns:r="http://schemas.openxmlformats.org/officeDocument/2006/relationships" id="301" r:id="Rab26768cb6b54343"/>
    <p:sldId xmlns:r="http://schemas.openxmlformats.org/officeDocument/2006/relationships" id="302" r:id="Re8f1b62feacb4450"/>
    <p:sldId xmlns:r="http://schemas.openxmlformats.org/officeDocument/2006/relationships" id="303" r:id="R28750c67e90e4eda"/>
    <p:sldId xmlns:r="http://schemas.openxmlformats.org/officeDocument/2006/relationships" id="304" r:id="R8720fa32d9e94e81"/>
    <p:sldId xmlns:r="http://schemas.openxmlformats.org/officeDocument/2006/relationships" id="305" r:id="R8148beae01c14a13"/>
    <p:sldId xmlns:r="http://schemas.openxmlformats.org/officeDocument/2006/relationships" id="306" r:id="Ra0064a9e8b524f17"/>
    <p:sldId xmlns:r="http://schemas.openxmlformats.org/officeDocument/2006/relationships" id="307" r:id="Re644dea08d164733"/>
    <p:sldId xmlns:r="http://schemas.openxmlformats.org/officeDocument/2006/relationships" id="308" r:id="R5ea9eb8138464353"/>
    <p:sldId xmlns:r="http://schemas.openxmlformats.org/officeDocument/2006/relationships" id="309" r:id="R52b5abb8147a4591"/>
    <p:sldId xmlns:r="http://schemas.openxmlformats.org/officeDocument/2006/relationships" id="310" r:id="R7b035cd2485c4b4c"/>
    <p:sldId xmlns:r="http://schemas.openxmlformats.org/officeDocument/2006/relationships" id="311" r:id="R854e9e28c6624f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a3a5241ba949c0" /><Relationship Type="http://schemas.openxmlformats.org/officeDocument/2006/relationships/slideMaster" Target="/ppt/slideMasters/slideMaster1.xml" Id="R905c5f40fc854fa2" /><Relationship Type="http://schemas.openxmlformats.org/officeDocument/2006/relationships/notesMaster" Target="/ppt/notesMasters/notesMaster1.xml" Id="R6e7b37d04785460d" /><Relationship Type="http://schemas.openxmlformats.org/officeDocument/2006/relationships/presProps" Target="/ppt/presProps.xml" Id="R18cd3d67243a4dba" /><Relationship Type="http://schemas.openxmlformats.org/officeDocument/2006/relationships/tableStyles" Target="/ppt/tableStyles.xml" Id="R0732f4ab550b4942" /><Relationship Type="http://schemas.openxmlformats.org/officeDocument/2006/relationships/slide" Target="/ppt/slides/slide1.xml" Id="R63e3a56438194079" /><Relationship Type="http://schemas.openxmlformats.org/officeDocument/2006/relationships/slide" Target="/ppt/slides/slide2.xml" Id="Rfb33b752c05d4bad" /><Relationship Type="http://schemas.openxmlformats.org/officeDocument/2006/relationships/slide" Target="/ppt/slides/slide3.xml" Id="R68596ae1b2154cef" /><Relationship Type="http://schemas.openxmlformats.org/officeDocument/2006/relationships/slide" Target="/ppt/slides/slide4.xml" Id="Rc57b4b2d458f4a8f" /><Relationship Type="http://schemas.openxmlformats.org/officeDocument/2006/relationships/slide" Target="/ppt/slides/slide5.xml" Id="R584fa1cc37954901" /><Relationship Type="http://schemas.openxmlformats.org/officeDocument/2006/relationships/slide" Target="/ppt/slides/slide6.xml" Id="R7af9f74d40784a86" /><Relationship Type="http://schemas.openxmlformats.org/officeDocument/2006/relationships/slide" Target="/ppt/slides/slide7.xml" Id="Rde398341659a486c" /><Relationship Type="http://schemas.openxmlformats.org/officeDocument/2006/relationships/slide" Target="/ppt/slides/slide8.xml" Id="R875c69feb07d4e69" /><Relationship Type="http://schemas.openxmlformats.org/officeDocument/2006/relationships/slide" Target="/ppt/slides/slide9.xml" Id="R2caf6805b6184434" /><Relationship Type="http://schemas.openxmlformats.org/officeDocument/2006/relationships/slide" Target="/ppt/slides/slide10.xml" Id="R6a6066e98d964de0" /><Relationship Type="http://schemas.openxmlformats.org/officeDocument/2006/relationships/slide" Target="/ppt/slides/slide11.xml" Id="R2a54e35ee7624628" /><Relationship Type="http://schemas.openxmlformats.org/officeDocument/2006/relationships/slide" Target="/ppt/slides/slide12.xml" Id="Rade8b839f528427e" /><Relationship Type="http://schemas.openxmlformats.org/officeDocument/2006/relationships/slide" Target="/ppt/slides/slide13.xml" Id="R7c4cfc2e2aea46e3" /><Relationship Type="http://schemas.openxmlformats.org/officeDocument/2006/relationships/slide" Target="/ppt/slides/slide14.xml" Id="R4b3d805ec7834a33" /><Relationship Type="http://schemas.openxmlformats.org/officeDocument/2006/relationships/slide" Target="/ppt/slides/slide15.xml" Id="R30147e261b3c436f" /><Relationship Type="http://schemas.openxmlformats.org/officeDocument/2006/relationships/slide" Target="/ppt/slides/slide16.xml" Id="R7233cd768bb14f4e" /><Relationship Type="http://schemas.openxmlformats.org/officeDocument/2006/relationships/slide" Target="/ppt/slides/slide17.xml" Id="R2b7153244c364e1c" /><Relationship Type="http://schemas.openxmlformats.org/officeDocument/2006/relationships/slide" Target="/ppt/slides/slide18.xml" Id="Rf1d18f1c59304210" /><Relationship Type="http://schemas.openxmlformats.org/officeDocument/2006/relationships/slide" Target="/ppt/slides/slide19.xml" Id="R77717467eade41f0" /><Relationship Type="http://schemas.openxmlformats.org/officeDocument/2006/relationships/slide" Target="/ppt/slides/slide20.xml" Id="Rc1994f3e743143d6" /><Relationship Type="http://schemas.openxmlformats.org/officeDocument/2006/relationships/slide" Target="/ppt/slides/slide21.xml" Id="Rc0bdb0c40886404d" /><Relationship Type="http://schemas.openxmlformats.org/officeDocument/2006/relationships/slide" Target="/ppt/slides/slide22.xml" Id="R15b2c110231f4a5c" /><Relationship Type="http://schemas.openxmlformats.org/officeDocument/2006/relationships/slide" Target="/ppt/slides/slide23.xml" Id="R28e7ca91d7d84c35" /><Relationship Type="http://schemas.openxmlformats.org/officeDocument/2006/relationships/slide" Target="/ppt/slides/slide24.xml" Id="R72383f9bc6d74e37" /><Relationship Type="http://schemas.openxmlformats.org/officeDocument/2006/relationships/slide" Target="/ppt/slides/slide25.xml" Id="R726e6ab04cbd4519" /><Relationship Type="http://schemas.openxmlformats.org/officeDocument/2006/relationships/slide" Target="/ppt/slides/slide26.xml" Id="R9ffcad19c9274561" /><Relationship Type="http://schemas.openxmlformats.org/officeDocument/2006/relationships/slide" Target="/ppt/slides/slide27.xml" Id="R4bad33957d2e4a09" /><Relationship Type="http://schemas.openxmlformats.org/officeDocument/2006/relationships/slide" Target="/ppt/slides/slide28.xml" Id="Rf1fa24a7acd94cc0" /><Relationship Type="http://schemas.openxmlformats.org/officeDocument/2006/relationships/slide" Target="/ppt/slides/slide29.xml" Id="R4cf249c62ca943e2" /><Relationship Type="http://schemas.openxmlformats.org/officeDocument/2006/relationships/slide" Target="/ppt/slides/slide30.xml" Id="Re1ea2749cd004cb7" /><Relationship Type="http://schemas.openxmlformats.org/officeDocument/2006/relationships/slide" Target="/ppt/slides/slide31.xml" Id="Rcbfddf3d284942b4" /><Relationship Type="http://schemas.openxmlformats.org/officeDocument/2006/relationships/slide" Target="/ppt/slides/slide32.xml" Id="R94afdee02478418f" /><Relationship Type="http://schemas.openxmlformats.org/officeDocument/2006/relationships/slide" Target="/ppt/slides/slide33.xml" Id="Re3f93f3334f54f22" /><Relationship Type="http://schemas.openxmlformats.org/officeDocument/2006/relationships/slide" Target="/ppt/slides/slide34.xml" Id="R1decba59182445ed" /><Relationship Type="http://schemas.openxmlformats.org/officeDocument/2006/relationships/slide" Target="/ppt/slides/slide35.xml" Id="R36ee1a585bfb4ed5" /><Relationship Type="http://schemas.openxmlformats.org/officeDocument/2006/relationships/slide" Target="/ppt/slides/slide36.xml" Id="R9d919f6a61a949fa" /><Relationship Type="http://schemas.openxmlformats.org/officeDocument/2006/relationships/slide" Target="/ppt/slides/slide37.xml" Id="R350815766b824a11" /><Relationship Type="http://schemas.openxmlformats.org/officeDocument/2006/relationships/slide" Target="/ppt/slides/slide38.xml" Id="R8572752309ff472b" /><Relationship Type="http://schemas.openxmlformats.org/officeDocument/2006/relationships/slide" Target="/ppt/slides/slide39.xml" Id="R417710cf07d84af5" /><Relationship Type="http://schemas.openxmlformats.org/officeDocument/2006/relationships/slide" Target="/ppt/slides/slide40.xml" Id="Re47a2479ef0f4587" /><Relationship Type="http://schemas.openxmlformats.org/officeDocument/2006/relationships/slide" Target="/ppt/slides/slide41.xml" Id="R872cee74e11f43d6" /><Relationship Type="http://schemas.openxmlformats.org/officeDocument/2006/relationships/slide" Target="/ppt/slides/slide42.xml" Id="Rdf3fce4e53d54988" /><Relationship Type="http://schemas.openxmlformats.org/officeDocument/2006/relationships/slide" Target="/ppt/slides/slide43.xml" Id="Rd565f95f09ba4cfb" /><Relationship Type="http://schemas.openxmlformats.org/officeDocument/2006/relationships/slide" Target="/ppt/slides/slide44.xml" Id="R8fbba1823d634045" /><Relationship Type="http://schemas.openxmlformats.org/officeDocument/2006/relationships/slide" Target="/ppt/slides/slide45.xml" Id="Rc46fbbb17bc6478d" /><Relationship Type="http://schemas.openxmlformats.org/officeDocument/2006/relationships/slide" Target="/ppt/slides/slide46.xml" Id="Rab26768cb6b54343" /><Relationship Type="http://schemas.openxmlformats.org/officeDocument/2006/relationships/slide" Target="/ppt/slides/slide47.xml" Id="Re8f1b62feacb4450" /><Relationship Type="http://schemas.openxmlformats.org/officeDocument/2006/relationships/slide" Target="/ppt/slides/slide48.xml" Id="R28750c67e90e4eda" /><Relationship Type="http://schemas.openxmlformats.org/officeDocument/2006/relationships/slide" Target="/ppt/slides/slide49.xml" Id="R8720fa32d9e94e81" /><Relationship Type="http://schemas.openxmlformats.org/officeDocument/2006/relationships/slide" Target="/ppt/slides/slide50.xml" Id="R8148beae01c14a13" /><Relationship Type="http://schemas.openxmlformats.org/officeDocument/2006/relationships/slide" Target="/ppt/slides/slide51.xml" Id="Ra0064a9e8b524f17" /><Relationship Type="http://schemas.openxmlformats.org/officeDocument/2006/relationships/slide" Target="/ppt/slides/slide52.xml" Id="Re644dea08d164733" /><Relationship Type="http://schemas.openxmlformats.org/officeDocument/2006/relationships/slide" Target="/ppt/slides/slide53.xml" Id="R5ea9eb8138464353" /><Relationship Type="http://schemas.openxmlformats.org/officeDocument/2006/relationships/slide" Target="/ppt/slides/slide54.xml" Id="R52b5abb8147a4591" /><Relationship Type="http://schemas.openxmlformats.org/officeDocument/2006/relationships/slide" Target="/ppt/slides/slide55.xml" Id="R7b035cd2485c4b4c" /><Relationship Type="http://schemas.openxmlformats.org/officeDocument/2006/relationships/slide" Target="/ppt/slides/slide56.xml" Id="R854e9e28c6624f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63b7ca03e445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b41763bfcd40c9" /><Relationship Type="http://schemas.openxmlformats.org/officeDocument/2006/relationships/notesMaster" Target="/ppt/notesMasters/notesMaster1.xml" Id="Rdda625581410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a4e75e58cc44de" /><Relationship Type="http://schemas.openxmlformats.org/officeDocument/2006/relationships/notesMaster" Target="/ppt/notesMasters/notesMaster1.xml" Id="R4694ef98231e46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62e6d5b6a4437" /><Relationship Type="http://schemas.openxmlformats.org/officeDocument/2006/relationships/notesMaster" Target="/ppt/notesMasters/notesMaster1.xml" Id="Rcbb4f9f83d5745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d5a3afd9dc4589" /><Relationship Type="http://schemas.openxmlformats.org/officeDocument/2006/relationships/notesMaster" Target="/ppt/notesMasters/notesMaster1.xml" Id="R00ea5a0532d64d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cc4d0b0f5843c3" /><Relationship Type="http://schemas.openxmlformats.org/officeDocument/2006/relationships/notesMaster" Target="/ppt/notesMasters/notesMaster1.xml" Id="Re3f858fc9b0c43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bb38deb3ee4837" /><Relationship Type="http://schemas.openxmlformats.org/officeDocument/2006/relationships/notesMaster" Target="/ppt/notesMasters/notesMaster1.xml" Id="R000b9a05b1d54d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64ae4860444ab5" /><Relationship Type="http://schemas.openxmlformats.org/officeDocument/2006/relationships/notesMaster" Target="/ppt/notesMasters/notesMaster1.xml" Id="Rb46b408e58564b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b2bf4ff2014ea7" /><Relationship Type="http://schemas.openxmlformats.org/officeDocument/2006/relationships/notesMaster" Target="/ppt/notesMasters/notesMaster1.xml" Id="R7a18affb723a4a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85ccf784874a3e" /><Relationship Type="http://schemas.openxmlformats.org/officeDocument/2006/relationships/notesMaster" Target="/ppt/notesMasters/notesMaster1.xml" Id="R88874c097c4c44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bbbef7b06749fa" /><Relationship Type="http://schemas.openxmlformats.org/officeDocument/2006/relationships/notesMaster" Target="/ppt/notesMasters/notesMaster1.xml" Id="R5e28114e71a442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766bd18048440f" /><Relationship Type="http://schemas.openxmlformats.org/officeDocument/2006/relationships/notesMaster" Target="/ppt/notesMasters/notesMaster1.xml" Id="R2dd98c0de5774d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3f3246e4434445" /><Relationship Type="http://schemas.openxmlformats.org/officeDocument/2006/relationships/notesMaster" Target="/ppt/notesMasters/notesMaster1.xml" Id="R83ebef443ebc48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f4ff28af024e4e" /><Relationship Type="http://schemas.openxmlformats.org/officeDocument/2006/relationships/notesMaster" Target="/ppt/notesMasters/notesMaster1.xml" Id="R0ec1cfa0e91c40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bd82c48cc34282" /><Relationship Type="http://schemas.openxmlformats.org/officeDocument/2006/relationships/notesMaster" Target="/ppt/notesMasters/notesMaster1.xml" Id="R55505b84e54f4f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948b3d0d4c4e50" /><Relationship Type="http://schemas.openxmlformats.org/officeDocument/2006/relationships/notesMaster" Target="/ppt/notesMasters/notesMaster1.xml" Id="Re995982b43be48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9213fae18e4951" /><Relationship Type="http://schemas.openxmlformats.org/officeDocument/2006/relationships/notesMaster" Target="/ppt/notesMasters/notesMaster1.xml" Id="R8418b035abda44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1b835ae1b54e1f" /><Relationship Type="http://schemas.openxmlformats.org/officeDocument/2006/relationships/notesMaster" Target="/ppt/notesMasters/notesMaster1.xml" Id="Raaba3a6578ed4c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436b2d349d41cd" /><Relationship Type="http://schemas.openxmlformats.org/officeDocument/2006/relationships/notesMaster" Target="/ppt/notesMasters/notesMaster1.xml" Id="R9d94860d707740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9687f8502d4ab5" /><Relationship Type="http://schemas.openxmlformats.org/officeDocument/2006/relationships/notesMaster" Target="/ppt/notesMasters/notesMaster1.xml" Id="R0b822e55dfd54c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34bb02fd434da0" /><Relationship Type="http://schemas.openxmlformats.org/officeDocument/2006/relationships/notesMaster" Target="/ppt/notesMasters/notesMaster1.xml" Id="R469aee6f98d847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48778a8680459a" /><Relationship Type="http://schemas.openxmlformats.org/officeDocument/2006/relationships/notesMaster" Target="/ppt/notesMasters/notesMaster1.xml" Id="R20a90c0420b84d1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219022ec284496" /><Relationship Type="http://schemas.openxmlformats.org/officeDocument/2006/relationships/notesMaster" Target="/ppt/notesMasters/notesMaster1.xml" Id="Rb6239f38570f446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a22683d5004bdf" /><Relationship Type="http://schemas.openxmlformats.org/officeDocument/2006/relationships/notesMaster" Target="/ppt/notesMasters/notesMaster1.xml" Id="Rd5ce79941231427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8f0ae4caf9d45f5" /><Relationship Type="http://schemas.openxmlformats.org/officeDocument/2006/relationships/notesMaster" Target="/ppt/notesMasters/notesMaster1.xml" Id="R8a706cb5e7634ce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93184520a3f4b75" /><Relationship Type="http://schemas.openxmlformats.org/officeDocument/2006/relationships/notesMaster" Target="/ppt/notesMasters/notesMaster1.xml" Id="R4dadb0a7522a4b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354948c2db04957" /><Relationship Type="http://schemas.openxmlformats.org/officeDocument/2006/relationships/notesMaster" Target="/ppt/notesMasters/notesMaster1.xml" Id="Rb736aad420924d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e2cd44238ec4be9" /><Relationship Type="http://schemas.openxmlformats.org/officeDocument/2006/relationships/notesMaster" Target="/ppt/notesMasters/notesMaster1.xml" Id="R3f7c9232abed4e7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1762d1e63044c3b" /><Relationship Type="http://schemas.openxmlformats.org/officeDocument/2006/relationships/notesMaster" Target="/ppt/notesMasters/notesMaster1.xml" Id="Rdf9773d9d8384a1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70b8442bd2e431f" /><Relationship Type="http://schemas.openxmlformats.org/officeDocument/2006/relationships/notesMaster" Target="/ppt/notesMasters/notesMaster1.xml" Id="R303842ca53f14a4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09f699eb9a475a" /><Relationship Type="http://schemas.openxmlformats.org/officeDocument/2006/relationships/notesMaster" Target="/ppt/notesMasters/notesMaster1.xml" Id="R9b191d01acba49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4326896c21647c8" /><Relationship Type="http://schemas.openxmlformats.org/officeDocument/2006/relationships/notesMaster" Target="/ppt/notesMasters/notesMaster1.xml" Id="Rb14ccb1ffe4c472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8da66acd6ac40b4" /><Relationship Type="http://schemas.openxmlformats.org/officeDocument/2006/relationships/notesMaster" Target="/ppt/notesMasters/notesMaster1.xml" Id="Rdd23646d646d4b5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2d3a564388b49cb" /><Relationship Type="http://schemas.openxmlformats.org/officeDocument/2006/relationships/notesMaster" Target="/ppt/notesMasters/notesMaster1.xml" Id="R5084d31c9711478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9664d3802f344fc" /><Relationship Type="http://schemas.openxmlformats.org/officeDocument/2006/relationships/notesMaster" Target="/ppt/notesMasters/notesMaster1.xml" Id="R077a426fede5495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9126301084944ee" /><Relationship Type="http://schemas.openxmlformats.org/officeDocument/2006/relationships/notesMaster" Target="/ppt/notesMasters/notesMaster1.xml" Id="R2fdd63c74141411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2b9deaaa4f641ef" /><Relationship Type="http://schemas.openxmlformats.org/officeDocument/2006/relationships/notesMaster" Target="/ppt/notesMasters/notesMaster1.xml" Id="Ra3077c77b5b1462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1924a7cca6f41c1" /><Relationship Type="http://schemas.openxmlformats.org/officeDocument/2006/relationships/notesMaster" Target="/ppt/notesMasters/notesMaster1.xml" Id="R9c151869d16349b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fc274ab85564964" /><Relationship Type="http://schemas.openxmlformats.org/officeDocument/2006/relationships/notesMaster" Target="/ppt/notesMasters/notesMaster1.xml" Id="R9a42b37a5fe6401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83a54f85d54847" /><Relationship Type="http://schemas.openxmlformats.org/officeDocument/2006/relationships/notesMaster" Target="/ppt/notesMasters/notesMaster1.xml" Id="Rd20a34b0043149c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775d1ffba9b48ad" /><Relationship Type="http://schemas.openxmlformats.org/officeDocument/2006/relationships/notesMaster" Target="/ppt/notesMasters/notesMaster1.xml" Id="R34e88c0d4d144fd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64b47c9649545c3" /><Relationship Type="http://schemas.openxmlformats.org/officeDocument/2006/relationships/notesMaster" Target="/ppt/notesMasters/notesMaster1.xml" Id="Rb7c6d5eb6aee48f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b6adfcf187642ed" /><Relationship Type="http://schemas.openxmlformats.org/officeDocument/2006/relationships/notesMaster" Target="/ppt/notesMasters/notesMaster1.xml" Id="Ra21a8ca0e9a248f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5d6ec3e82ee4a04" /><Relationship Type="http://schemas.openxmlformats.org/officeDocument/2006/relationships/notesMaster" Target="/ppt/notesMasters/notesMaster1.xml" Id="Re7ff38f0891e4f9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645c50bee3341f1" /><Relationship Type="http://schemas.openxmlformats.org/officeDocument/2006/relationships/notesMaster" Target="/ppt/notesMasters/notesMaster1.xml" Id="Rfc99cc95a50b42f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97ce3cac5c847f7" /><Relationship Type="http://schemas.openxmlformats.org/officeDocument/2006/relationships/notesMaster" Target="/ppt/notesMasters/notesMaster1.xml" Id="R5451c2045cb348f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ec0118ee47e4454" /><Relationship Type="http://schemas.openxmlformats.org/officeDocument/2006/relationships/notesMaster" Target="/ppt/notesMasters/notesMaster1.xml" Id="Rb35df86d971b48a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93857b90cda4a45" /><Relationship Type="http://schemas.openxmlformats.org/officeDocument/2006/relationships/notesMaster" Target="/ppt/notesMasters/notesMaster1.xml" Id="R1a5c839d50e945f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af3201b46544eca" /><Relationship Type="http://schemas.openxmlformats.org/officeDocument/2006/relationships/notesMaster" Target="/ppt/notesMasters/notesMaster1.xml" Id="Rf41d1c6a14f6438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8b56bddf5a14488" /><Relationship Type="http://schemas.openxmlformats.org/officeDocument/2006/relationships/notesMaster" Target="/ppt/notesMasters/notesMaster1.xml" Id="R0eb76a456eff477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fa3921c4a034299" /><Relationship Type="http://schemas.openxmlformats.org/officeDocument/2006/relationships/notesMaster" Target="/ppt/notesMasters/notesMaster1.xml" Id="Rf6504f5184e045b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887d0a7e0844a9f" /><Relationship Type="http://schemas.openxmlformats.org/officeDocument/2006/relationships/notesMaster" Target="/ppt/notesMasters/notesMaster1.xml" Id="R20f300f07221422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3ec5e4afeb643f7" /><Relationship Type="http://schemas.openxmlformats.org/officeDocument/2006/relationships/notesMaster" Target="/ppt/notesMasters/notesMaster1.xml" Id="Rb245c3acd3d040d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daac666758c4117" /><Relationship Type="http://schemas.openxmlformats.org/officeDocument/2006/relationships/notesMaster" Target="/ppt/notesMasters/notesMaster1.xml" Id="Rac30595e348145f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3ee0ecc85f0481c" /><Relationship Type="http://schemas.openxmlformats.org/officeDocument/2006/relationships/notesMaster" Target="/ppt/notesMasters/notesMaster1.xml" Id="Recc52d867b5b4d8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9f6e2acf325444c" /><Relationship Type="http://schemas.openxmlformats.org/officeDocument/2006/relationships/notesMaster" Target="/ppt/notesMasters/notesMaster1.xml" Id="R47fa618dacff486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2876c238cc246a5" /><Relationship Type="http://schemas.openxmlformats.org/officeDocument/2006/relationships/notesMaster" Target="/ppt/notesMasters/notesMaster1.xml" Id="Rc22a226c9a30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96cf2f6c845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8f60045034c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11e7e7a6949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86f626bd147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f0d4cdbf545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bf70d700f45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D10300-817B-486D-BE8D-DC993237B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2301B4-4F41-46D7-BF1D-A08B193B38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687F70-AF44-428E-9202-882836E8D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38EE7B-07C3-4F3E-86B9-6505CDDE0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1712F4-4103-4AFF-B822-8C6A99C19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82E0E0-198E-435B-97B1-C874D1D017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A057B3-5F18-488C-8B0D-4F4D47026F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98B639-E78E-414E-B74D-06EB80AC0A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C8CABF-5F11-4A12-8A0C-40BD91EDC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10DDA5-5B00-4352-8F1A-66226EDDA1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688d47db6c4a99" /><Relationship Type="http://schemas.openxmlformats.org/officeDocument/2006/relationships/slideLayout" Target="/ppt/slideLayouts/slideLayout1.xml" Id="Ra25898e4f09148ac" /><Relationship Type="http://schemas.openxmlformats.org/officeDocument/2006/relationships/slideLayout" Target="/ppt/slideLayouts/slideLayout2.xml" Id="R12a06fa1af1d46a3" /><Relationship Type="http://schemas.openxmlformats.org/officeDocument/2006/relationships/slideLayout" Target="/ppt/slideLayouts/slideLayout3.xml" Id="Rab932e8432944475" /><Relationship Type="http://schemas.openxmlformats.org/officeDocument/2006/relationships/slideLayout" Target="/ppt/slideLayouts/slideLayout4.xml" Id="R2c1598ed0376401d" /><Relationship Type="http://schemas.openxmlformats.org/officeDocument/2006/relationships/slideLayout" Target="/ppt/slideLayouts/slideLayout5.xml" Id="R74c68810c90a4a86" /><Relationship Type="http://schemas.openxmlformats.org/officeDocument/2006/relationships/slideLayout" Target="/ppt/slideLayouts/slideLayout6.xml" Id="R5e8c5c5b2530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5898e4f09148ac"/>
    <p:sldLayoutId xmlns:r="http://schemas.openxmlformats.org/officeDocument/2006/relationships" id="2147483650" r:id="R12a06fa1af1d46a3"/>
    <p:sldLayoutId xmlns:r="http://schemas.openxmlformats.org/officeDocument/2006/relationships" id="2147483651" r:id="Rab932e8432944475"/>
    <p:sldLayoutId xmlns:r="http://schemas.openxmlformats.org/officeDocument/2006/relationships" id="2147483652" r:id="R2c1598ed0376401d"/>
    <p:sldLayoutId xmlns:r="http://schemas.openxmlformats.org/officeDocument/2006/relationships" id="2147483653" r:id="R74c68810c90a4a86"/>
    <p:sldLayoutId xmlns:r="http://schemas.openxmlformats.org/officeDocument/2006/relationships" id="2147483654" r:id="R5e8c5c5b2530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3dbbc529e4084" /><Relationship Type="http://schemas.openxmlformats.org/officeDocument/2006/relationships/notesSlide" Target="/ppt/notesSlides/notesSlide1.xml" Id="Rfd4286c40d0c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258e92cb4413c" /><Relationship Type="http://schemas.openxmlformats.org/officeDocument/2006/relationships/notesSlide" Target="/ppt/notesSlides/notesSlide2.xml" Id="R5184f9ebb47c47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e56553bc249f3" /><Relationship Type="http://schemas.openxmlformats.org/officeDocument/2006/relationships/notesSlide" Target="/ppt/notesSlides/notesSlide3.xml" Id="Rbe3695a3c45c45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1e810c48544cf9" /><Relationship Type="http://schemas.openxmlformats.org/officeDocument/2006/relationships/notesSlide" Target="/ppt/notesSlides/notesSlide4.xml" Id="R590d28f6425146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5c6ea69ed46e9" /><Relationship Type="http://schemas.openxmlformats.org/officeDocument/2006/relationships/notesSlide" Target="/ppt/notesSlides/notesSlide5.xml" Id="R6af02a49b7054a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a7552deb0402f" /><Relationship Type="http://schemas.openxmlformats.org/officeDocument/2006/relationships/notesSlide" Target="/ppt/notesSlides/notesSlide6.xml" Id="R5927b9ca20af4f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f488ab2bf4499" /><Relationship Type="http://schemas.openxmlformats.org/officeDocument/2006/relationships/notesSlide" Target="/ppt/notesSlides/notesSlide7.xml" Id="R54b6319b96be40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17fa3f7a440c1" /><Relationship Type="http://schemas.openxmlformats.org/officeDocument/2006/relationships/notesSlide" Target="/ppt/notesSlides/notesSlide8.xml" Id="R58ca7f7e8a8c4e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637b54b8c4500" /><Relationship Type="http://schemas.openxmlformats.org/officeDocument/2006/relationships/chart" Target="/ppt/slides/charts/chart1.xml" Id="Rcaba15c6a1144892" /><Relationship Type="http://schemas.openxmlformats.org/officeDocument/2006/relationships/chart" Target="/ppt/slides/charts/chart2.xml" Id="R12740e6e9a844946" /><Relationship Type="http://schemas.openxmlformats.org/officeDocument/2006/relationships/notesSlide" Target="/ppt/notesSlides/notesSlide9.xml" Id="R69d3421818cd46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4122aa26d43ba" /><Relationship Type="http://schemas.openxmlformats.org/officeDocument/2006/relationships/notesSlide" Target="/ppt/notesSlides/notesSlide10.xml" Id="R997adcc0cf7649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fda1ce0f241db" /><Relationship Type="http://schemas.openxmlformats.org/officeDocument/2006/relationships/notesSlide" Target="/ppt/notesSlides/notesSlide11.xml" Id="R3b856b3f1cc64d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c699252724b8c" /><Relationship Type="http://schemas.openxmlformats.org/officeDocument/2006/relationships/notesSlide" Target="/ppt/notesSlides/notesSlide12.xml" Id="R6d85d817691147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1efa726fe4c1b" /><Relationship Type="http://schemas.openxmlformats.org/officeDocument/2006/relationships/notesSlide" Target="/ppt/notesSlides/notesSlide13.xml" Id="R5daa40f3f51047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4da1acf414879" /><Relationship Type="http://schemas.openxmlformats.org/officeDocument/2006/relationships/notesSlide" Target="/ppt/notesSlides/notesSlide14.xml" Id="Rb7701fa44c2644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ec2179cf74a3f" /><Relationship Type="http://schemas.openxmlformats.org/officeDocument/2006/relationships/notesSlide" Target="/ppt/notesSlides/notesSlide15.xml" Id="R54e023c9577949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93639daf3f4f6e" /><Relationship Type="http://schemas.openxmlformats.org/officeDocument/2006/relationships/notesSlide" Target="/ppt/notesSlides/notesSlide16.xml" Id="Ra11fda9bf4c94f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2435c3f6a417b" /><Relationship Type="http://schemas.openxmlformats.org/officeDocument/2006/relationships/notesSlide" Target="/ppt/notesSlides/notesSlide17.xml" Id="Ra284689f50df46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b200e8e9340ed" /><Relationship Type="http://schemas.openxmlformats.org/officeDocument/2006/relationships/notesSlide" Target="/ppt/notesSlides/notesSlide18.xml" Id="Rf4996d76518940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33ec04dac4670" /><Relationship Type="http://schemas.openxmlformats.org/officeDocument/2006/relationships/notesSlide" Target="/ppt/notesSlides/notesSlide19.xml" Id="Rf85493e189f041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4c009087a456e" /><Relationship Type="http://schemas.openxmlformats.org/officeDocument/2006/relationships/notesSlide" Target="/ppt/notesSlides/notesSlide20.xml" Id="Ra174653008604f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4b649bf8f4124" /><Relationship Type="http://schemas.openxmlformats.org/officeDocument/2006/relationships/notesSlide" Target="/ppt/notesSlides/notesSlide21.xml" Id="Rbb4684dec2d34c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51626b6e743db" /><Relationship Type="http://schemas.openxmlformats.org/officeDocument/2006/relationships/notesSlide" Target="/ppt/notesSlides/notesSlide22.xml" Id="Rc840a573778147f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98d599ad448be" /><Relationship Type="http://schemas.openxmlformats.org/officeDocument/2006/relationships/notesSlide" Target="/ppt/notesSlides/notesSlide23.xml" Id="Rd3ec56281d2a41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747dfd01f46b5" /><Relationship Type="http://schemas.openxmlformats.org/officeDocument/2006/relationships/notesSlide" Target="/ppt/notesSlides/notesSlide24.xml" Id="Rba9eadd47ab0491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a720f81df4ef5" /><Relationship Type="http://schemas.openxmlformats.org/officeDocument/2006/relationships/notesSlide" Target="/ppt/notesSlides/notesSlide25.xml" Id="Rba2f02de9fdf48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b18a5055e4947" /><Relationship Type="http://schemas.openxmlformats.org/officeDocument/2006/relationships/notesSlide" Target="/ppt/notesSlides/notesSlide26.xml" Id="R562a4f71708046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62ed95de042f9" /><Relationship Type="http://schemas.openxmlformats.org/officeDocument/2006/relationships/notesSlide" Target="/ppt/notesSlides/notesSlide27.xml" Id="Rf69abacb45c14de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7ca795bdf487d" /><Relationship Type="http://schemas.openxmlformats.org/officeDocument/2006/relationships/notesSlide" Target="/ppt/notesSlides/notesSlide28.xml" Id="R3ddead3479504f6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d856607da4a03" /><Relationship Type="http://schemas.openxmlformats.org/officeDocument/2006/relationships/notesSlide" Target="/ppt/notesSlides/notesSlide29.xml" Id="Rea888c4b6cc74dd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60c7e66e764218" /><Relationship Type="http://schemas.openxmlformats.org/officeDocument/2006/relationships/notesSlide" Target="/ppt/notesSlides/notesSlide30.xml" Id="R1a3220f68c5e424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2805879124302" /><Relationship Type="http://schemas.openxmlformats.org/officeDocument/2006/relationships/notesSlide" Target="/ppt/notesSlides/notesSlide31.xml" Id="Rbf7f8bf4d39a4ee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16f60fb514cf3" /><Relationship Type="http://schemas.openxmlformats.org/officeDocument/2006/relationships/notesSlide" Target="/ppt/notesSlides/notesSlide32.xml" Id="Rb20fa73bce1945e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39b3edb1946fd" /><Relationship Type="http://schemas.openxmlformats.org/officeDocument/2006/relationships/notesSlide" Target="/ppt/notesSlides/notesSlide33.xml" Id="Rb50fd13a22b941a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3dd205970435e" /><Relationship Type="http://schemas.openxmlformats.org/officeDocument/2006/relationships/notesSlide" Target="/ppt/notesSlides/notesSlide34.xml" Id="R8ff671ab9cf649f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00d45a5f2417e" /><Relationship Type="http://schemas.openxmlformats.org/officeDocument/2006/relationships/hyperlink" Target="https://docs.nvidia.com/cuda/cuda-programming-guide/01-introduction/programming-model.html" TargetMode="External" Id="Rd98e30dcdfd44ebc" /><Relationship Type="http://schemas.openxmlformats.org/officeDocument/2006/relationships/notesSlide" Target="/ppt/notesSlides/notesSlide35.xml" Id="Rc6418e842ffe468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0d999a45c4667" /><Relationship Type="http://schemas.openxmlformats.org/officeDocument/2006/relationships/hyperlink" Target="https://docs.nvidia.com/cuda/cuda-c-best-practices-guide/index.html" TargetMode="External" Id="R30461ddd57134f97" /><Relationship Type="http://schemas.openxmlformats.org/officeDocument/2006/relationships/hyperlink" Target="https://docs.nvidia.com/gpudirect-storage/overview-guide/index.html" TargetMode="External" Id="Re1a0c65e1bf34916" /><Relationship Type="http://schemas.openxmlformats.org/officeDocument/2006/relationships/hyperlink" Target="https://docs.nvidia.com/gpudirect-storage/design-guide/index.html" TargetMode="External" Id="Rb0d322cec4184460" /><Relationship Type="http://schemas.openxmlformats.org/officeDocument/2006/relationships/hyperlink" Target="https://docs.nvidia.com/megatron-core/developer-guide/latest/user-guide/parallelism-guide.html" TargetMode="External" Id="Rfb596e5d9d0b4036" /><Relationship Type="http://schemas.openxmlformats.org/officeDocument/2006/relationships/notesSlide" Target="/ppt/notesSlides/notesSlide36.xml" Id="R64c9534cbbc040e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40e1d174f4773" /><Relationship Type="http://schemas.openxmlformats.org/officeDocument/2006/relationships/hyperlink" Target="https://www.iea.org/reports/key-questions-on-energy-and-ai/executive-summary" TargetMode="External" Id="R4531e515aacd488b" /><Relationship Type="http://schemas.openxmlformats.org/officeDocument/2006/relationships/hyperlink" Target="https://www.nsf.gov/cise/updates/nairr-2-years-advancing-american-artificial-intelligence" TargetMode="External" Id="R0d89ecbaff854245" /><Relationship Type="http://schemas.openxmlformats.org/officeDocument/2006/relationships/hyperlink" Target="https://aclanthology.org/P19-1355/" TargetMode="External" Id="R1de7baa6aa18461f" /><Relationship Type="http://schemas.openxmlformats.org/officeDocument/2006/relationships/hyperlink" Target="https://arxiv.org/abs/2304.03271v5" TargetMode="External" Id="R28c360049f60476e" /><Relationship Type="http://schemas.openxmlformats.org/officeDocument/2006/relationships/notesSlide" Target="/ppt/notesSlides/notesSlide37.xml" Id="Rff1e864ef246472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7ea49ace34f28" /><Relationship Type="http://schemas.openxmlformats.org/officeDocument/2006/relationships/hyperlink" Target="https://arxiv.org/abs/1907.10597" TargetMode="External" Id="R60b9ace18ccd47fe" /><Relationship Type="http://schemas.openxmlformats.org/officeDocument/2006/relationships/hyperlink" Target="https://arxiv.org/abs/1906.08935v2" TargetMode="External" Id="R1923e37ce08a4559" /><Relationship Type="http://schemas.openxmlformats.org/officeDocument/2006/relationships/hyperlink" Target="https://aclanthology.org/2024.cl-3.8/" TargetMode="External" Id="R491430da8cb344d2" /><Relationship Type="http://schemas.openxmlformats.org/officeDocument/2006/relationships/hyperlink" Target="https://arxiv.org/abs/2010.15581v1" TargetMode="External" Id="Rf4c0142b18c442e0" /><Relationship Type="http://schemas.openxmlformats.org/officeDocument/2006/relationships/notesSlide" Target="/ppt/notesSlides/notesSlide38.xml" Id="R25d9f13582f74d3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dc72132a5424b" /><Relationship Type="http://schemas.openxmlformats.org/officeDocument/2006/relationships/hyperlink" Target="https://arxiv.org/abs/2106.11750v1" TargetMode="External" Id="R188cd45da9e84e0a" /><Relationship Type="http://schemas.openxmlformats.org/officeDocument/2006/relationships/hyperlink" Target="https://www.oecd.org/en/topics/ai-principles.html" TargetMode="External" Id="Rc516b9908dbd4260" /><Relationship Type="http://schemas.openxmlformats.org/officeDocument/2006/relationships/hyperlink" Target="https://airc.nist.gov/airmf-resources/playbook/" TargetMode="External" Id="Ra56f02ef401f43fa" /><Relationship Type="http://schemas.openxmlformats.org/officeDocument/2006/relationships/hyperlink" Target="https://docs.nvidia.com/cuda/archive/13.0.3/npp/image_geometry_transforms.html#rotate" TargetMode="External" Id="Rfaf434826ce04751" /><Relationship Type="http://schemas.openxmlformats.org/officeDocument/2006/relationships/notesSlide" Target="/ppt/notesSlides/notesSlide39.xml" Id="R6a829ed7983349e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859f563ad4519" /><Relationship Type="http://schemas.openxmlformats.org/officeDocument/2006/relationships/notesSlide" Target="/ppt/notesSlides/notesSlide40.xml" Id="Rf2562bdd786740e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bfaf2c7de4117" /><Relationship Type="http://schemas.openxmlformats.org/officeDocument/2006/relationships/notesSlide" Target="/ppt/notesSlides/notesSlide41.xml" Id="R82e9866ce67545d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d4b5ad3164be4" /><Relationship Type="http://schemas.openxmlformats.org/officeDocument/2006/relationships/notesSlide" Target="/ppt/notesSlides/notesSlide42.xml" Id="R2955598a25bb428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82ee62a8f45df" /><Relationship Type="http://schemas.openxmlformats.org/officeDocument/2006/relationships/notesSlide" Target="/ppt/notesSlides/notesSlide43.xml" Id="Rc01302012b4543f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925143a7641be" /><Relationship Type="http://schemas.openxmlformats.org/officeDocument/2006/relationships/notesSlide" Target="/ppt/notesSlides/notesSlide44.xml" Id="R81dca15986cf4a5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7f8cfb6e0494d" /><Relationship Type="http://schemas.openxmlformats.org/officeDocument/2006/relationships/notesSlide" Target="/ppt/notesSlides/notesSlide45.xml" Id="R297ea7d6e6a541c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199cf0a644412" /><Relationship Type="http://schemas.openxmlformats.org/officeDocument/2006/relationships/notesSlide" Target="/ppt/notesSlides/notesSlide46.xml" Id="Rc2ee3ba008dd4fe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1ec1e2d1f405b" /><Relationship Type="http://schemas.openxmlformats.org/officeDocument/2006/relationships/notesSlide" Target="/ppt/notesSlides/notesSlide47.xml" Id="R3a74959c4b654c2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0538c78014ad3" /><Relationship Type="http://schemas.openxmlformats.org/officeDocument/2006/relationships/notesSlide" Target="/ppt/notesSlides/notesSlide48.xml" Id="Raa34b6625b704ba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2b9ad6fc7441e" /><Relationship Type="http://schemas.openxmlformats.org/officeDocument/2006/relationships/notesSlide" Target="/ppt/notesSlides/notesSlide49.xml" Id="Re42fc4ce78b64e8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eab0cdfde4504" /><Relationship Type="http://schemas.openxmlformats.org/officeDocument/2006/relationships/notesSlide" Target="/ppt/notesSlides/notesSlide50.xml" Id="R62cfeb187a2f4ab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c26b162ff40f3" /><Relationship Type="http://schemas.openxmlformats.org/officeDocument/2006/relationships/notesSlide" Target="/ppt/notesSlides/notesSlide51.xml" Id="R13f1a2e722f84f2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30e91ead7459e" /><Relationship Type="http://schemas.openxmlformats.org/officeDocument/2006/relationships/notesSlide" Target="/ppt/notesSlides/notesSlide52.xml" Id="Rb3c92e04d3a9481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8263c4cc34590" /><Relationship Type="http://schemas.openxmlformats.org/officeDocument/2006/relationships/notesSlide" Target="/ppt/notesSlides/notesSlide53.xml" Id="R3e305fa914a04fa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23d687deb4441" /><Relationship Type="http://schemas.openxmlformats.org/officeDocument/2006/relationships/notesSlide" Target="/ppt/notesSlides/notesSlide54.xml" Id="R01f688498938428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268dd794b4ed9" /><Relationship Type="http://schemas.openxmlformats.org/officeDocument/2006/relationships/notesSlide" Target="/ppt/notesSlides/notesSlide55.xml" Id="R17eee7c4ad3c4c2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06febee4b459a" /><Relationship Type="http://schemas.openxmlformats.org/officeDocument/2006/relationships/notesSlide" Target="/ppt/notesSlides/notesSlide56.xml" Id="Rac9cc53df4e8413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1DDCDBAB-407B-4510-BAEE-8F457590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946EE066-8579-4264-8771-22586B9D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FDA58362-1CCD-41C6-B957-3280D60D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5FD20-70F8-43EB-8712-6A8CCB39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76D4C6D0-0E15-4092-9A0C-733EA6C4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2E5A7966-B9BA-4E10-AC65-E0469B2B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023E90C7-DE35-4F5B-BADD-03D610FE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EE4D778D-6760-4124-8EB2-E449F90B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45A6DA38-ED43-4FBA-941F-8ECB1DD2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1531265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D5AEB-1A8D-4A74-8D36-6CD2D8A3F41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F654D-138C-4650-903E-965BF26003F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9A3F0-EA5F-442E-9762-D6899FA82D2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FA36F-B71E-4A79-9D21-F548115B2E4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8D1A7B1B-0666-49B2-A78F-34871A7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8261A1B4-B234-4C0A-8B64-E4247BAE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1BF51270-FDA5-4F2F-B8BC-35C3EDF1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66080C6F-BD49-472B-84B7-5E862CF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F11EB-83D5-4396-8D4A-73391BF7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67D60-1B32-43AF-9A78-39BC563E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10272-3114-487D-A394-C0745F6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5FD51-1BB9-4DD3-9A85-D3B64E97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0D1A2-39B5-4FC3-9DA3-8D5B3844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CAE4FB72-9D3F-43BE-9EDD-8979CE3A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DF9DB6A3-2FF6-4073-90D4-0ACF2C02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0AED349A-F9AA-4441-9FA5-5B2E359A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93959370-D8AF-49E8-8DC6-418348D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Separate host/device buffers; transfer engines perform ">
            <a:extLst xmlns:a="http://schemas.openxmlformats.org/drawingml/2006/main">
              <a:ext uri="{FF2B5EF4-FFF2-40B4-BE49-F238E27FC236}">
                <a16:creationId xmlns:a16="http://schemas.microsoft.com/office/drawing/2014/main" id="{3ABC26B8-5A54-412B-A8A9-FE1D689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host/device buffers; transfer engines perform DMA. PCIe link bandwidth differs from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inside GPU memory.</a:t>
            </a:r>
          </a:p>
        </p:txBody>
      </p:sp>
      <p:sp>
        <p:nvSpPr>
          <p:cNvPr id="19" name="Pinned RAM supports efficient transfers; pageable RAM m">
            <a:extLst xmlns:a="http://schemas.openxmlformats.org/drawingml/2006/main">
              <a:ext uri="{FF2B5EF4-FFF2-40B4-BE49-F238E27FC236}">
                <a16:creationId xmlns:a16="http://schemas.microsoft.com/office/drawing/2014/main" id="{A3DC7376-BB1F-4578-AFF8-66DCE752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RAM supports efficient transfers; pageable RAM may need staging. Wait for completed output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host saving or buffer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81433-3BAE-49CF-A81B-09C9FD9C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2B51E942-BDEC-4454-B72B-F0AE6DC0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F6E40-E1D6-46DB-9478-E4461FFA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158B6D3A-E363-43AA-B3A5-3EA37616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24" name="2 / 56">
            <a:extLst xmlns:a="http://schemas.openxmlformats.org/drawingml/2006/main">
              <a:ext uri="{FF2B5EF4-FFF2-40B4-BE49-F238E27FC236}">
                <a16:creationId xmlns:a16="http://schemas.microsoft.com/office/drawing/2014/main" id="{F2116E1C-847F-45E6-8051-7C04C274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56</a:t>
            </a:r>
          </a:p>
        </p:txBody>
      </p:sp>
    </p:spTree>
    <p:extLst>
      <p:ext uri="{BB962C8B-B14F-4D97-AF65-F5344CB8AC3E}">
        <p14:creationId xmlns:p14="http://schemas.microsoft.com/office/powerpoint/2010/main" val="1624227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8E176-B250-4610-A7A6-44819B7F9CE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527862AC-9B37-451C-AF72-ADE8CA20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621C2F21-0C56-4BAA-BF80-31772EF9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8EF7D5E4-307F-4E36-89B4-5296F061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6BCBF-0BA0-42EB-A095-EAA42BDA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38273EB1-C8C4-4701-A6B3-9EA8F42E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3B1ABCAB-FA4B-47B6-8B9F-2B538D47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7B2D-45EF-4230-B270-DC8205D6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56F4D-4F07-4328-A3B3-2AB72457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gather">
            <a:extLst xmlns:a="http://schemas.openxmlformats.org/drawingml/2006/main">
              <a:ext uri="{FF2B5EF4-FFF2-40B4-BE49-F238E27FC236}">
                <a16:creationId xmlns:a16="http://schemas.microsoft.com/office/drawing/2014/main" id="{99F813A8-2F78-47CA-A362-5866EB8B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16192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gather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D63D95C9-7821-4C72-A619-6423D358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361700B0-54B0-46F1-B431-D62ED73E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F0DEC-260C-4E1E-8B0F-380535B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253BC53C-A773-46D7-8B53-6A0DFCCA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D2335-EF3B-481C-ACED-12D012F4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AD9B72AF-AC7F-4EA3-B3CA-0A943E4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7" name="3 / 56">
            <a:extLst xmlns:a="http://schemas.openxmlformats.org/drawingml/2006/main">
              <a:ext uri="{FF2B5EF4-FFF2-40B4-BE49-F238E27FC236}">
                <a16:creationId xmlns:a16="http://schemas.microsoft.com/office/drawing/2014/main" id="{F1B3E728-03E3-4344-BD78-9317255F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56</a:t>
            </a:r>
          </a:p>
        </p:txBody>
      </p:sp>
    </p:spTree>
    <p:extLst>
      <p:ext uri="{BB962C8B-B14F-4D97-AF65-F5344CB8AC3E}">
        <p14:creationId xmlns:p14="http://schemas.microsoft.com/office/powerpoint/2010/main" val="991323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4AE66F46-8D9B-4104-9A27-1DCCD3F3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5CAF8FDD-2890-490C-88C6-87DEF4A2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6ADCE-0D4E-4F91-BCF4-0F827EEE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C862F363-6DA6-4D83-B4CE-DF3A08F0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BED7D-269F-452B-AAE6-0438E0D3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74D81DFE-94BF-4B6C-85EA-89A5EAE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1A1C5A78-05B8-451A-BEAD-C32EEA68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ED6816C5-F477-43E7-ADDD-5D8C39AA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5433F9B6-4675-4376-989A-6698101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9CCB44FB-7BF7-43D0-8B28-186146CA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121D89D0-1578-430F-9290-3305F12D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8EBD5F0F-F5D8-445C-A567-94EA8F96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E3A4D-44BC-4B81-B88B-7946913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2B9DB-B94F-457D-8481-10F1546A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1436A-817D-4672-BF68-417D47EA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DAFA4-AF37-455C-B28C-62E57CC1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68A66-EF26-4839-8C89-59ECA7A2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78BEC-9499-4253-935A-0AA53C21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A9CEC-20F6-44A2-8530-0A534FBC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0E377-0B86-4D9B-8E5B-409A7F83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C50CA-8462-41C0-96D6-F42D07F6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1F03F-F2CA-41EE-BC80-8D88D44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CC5EE-D14E-49C0-8FFF-B5AD6D02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AB27A-0EDD-41C2-9388-7C1F868B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0A79E-1293-4057-B7B7-BE400FCA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32593-0EF4-4309-9E00-071A84FA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74CED-DB73-4E91-B739-19B215A1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3F0B0-0EC0-4D32-88E9-89A5E78D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6BA4FA-E8A6-4256-88F1-59A7D595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18E37-5C01-454A-A75E-D2CB40F5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D6DA85-AB77-46E5-A40D-76CA87AA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64D65-A72B-441D-B007-FF117E9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19478C-4F7D-4544-8CFF-7D13A4A2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77DB94-02B6-479F-B0E1-F0655765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4AF6BE-2CC9-45E9-A52E-4D51357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69C8DB-033E-4F7A-B6E4-E9C7260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E0F0BF-C2A1-4D42-B83F-BBDCF67B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4EAA43-B5CE-4C54-BF48-7B929BC9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492359-2B23-48FD-B6CD-4910ECDB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4295C7-F33D-4903-8538-AE09638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EA6738-E3C5-4521-AF44-F20C708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39F53D-6A88-4D4E-B31E-03D656C4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1CCEE-A6C2-4D53-908D-5028E052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3D3F68-C758-4785-825A-FAEFED1D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8B856739-1D09-48F0-9A99-1C4DA79E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A71D4E-2C0E-47E7-A41F-6696F448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999B64B1-06C8-4ABD-AFA6-6CA46CC7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D57382-D5A3-419C-8784-637CC0E3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285FE8C4-1614-473F-8219-1C11191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50" name="4 / 56">
            <a:extLst xmlns:a="http://schemas.openxmlformats.org/drawingml/2006/main">
              <a:ext uri="{FF2B5EF4-FFF2-40B4-BE49-F238E27FC236}">
                <a16:creationId xmlns:a16="http://schemas.microsoft.com/office/drawing/2014/main" id="{B138955B-B4A5-403C-AAAA-0A3CA1D3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56</a:t>
            </a:r>
          </a:p>
        </p:txBody>
      </p:sp>
    </p:spTree>
    <p:extLst>
      <p:ext uri="{BB962C8B-B14F-4D97-AF65-F5344CB8AC3E}">
        <p14:creationId xmlns:p14="http://schemas.microsoft.com/office/powerpoint/2010/main" val="1547559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2CAE2-44DF-42A4-AC4B-5733707B87B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AD8002A1-8E1A-40D6-91CD-A2777F1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95B3CA49-D151-44EF-976D-FEBEDF97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F41FF2AF-FDA9-41A5-A792-A03AF4DD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3DE38-C926-4407-9C30-54B4A4B5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int p = 3*(y*W + x);&#10;for (int ch=0; ch&lt;3; ++ch) {&#10;  int">
            <a:extLst xmlns:a="http://schemas.openxmlformats.org/drawingml/2006/main">
              <a:ext uri="{FF2B5EF4-FFF2-40B4-BE49-F238E27FC236}">
                <a16:creationId xmlns:a16="http://schemas.microsoft.com/office/drawing/2014/main" id="{84A8DCBE-1E8E-4029-9FF9-2082B955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int p = 3*(y*W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wider offsets u">
            <a:extLst xmlns:a="http://schemas.openxmlformats.org/drawingml/2006/main">
              <a:ext uri="{FF2B5EF4-FFF2-40B4-BE49-F238E27FC236}">
                <a16:creationId xmlns:a16="http://schemas.microsoft.com/office/drawing/2014/main" id="{FFC7DC38-11B9-4FB1-A519-53CDD0F3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wider offsets used in full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7C233-EB3C-47D4-A6D6-0AADAB94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A9BE8-A077-4329-9DB2-B7F8579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: a warp issues common instructions. Divergent path">
            <a:extLst xmlns:a="http://schemas.openxmlformats.org/drawingml/2006/main">
              <a:ext uri="{FF2B5EF4-FFF2-40B4-BE49-F238E27FC236}">
                <a16:creationId xmlns:a16="http://schemas.microsoft.com/office/drawing/2014/main" id="{0D443213-B9E5-41D4-A9C5-8C3978B6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52925"/>
            <a:ext cx="386715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SIMT: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instructions.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35552FA3-5F23-4CFA-94E5-BE813F89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41817-E0CD-4806-9D19-9743884F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5A3D1CDE-862A-49B5-8237-FC5FBCA3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2D31D-B775-4B49-A546-1EB6434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6AC8AFB4-8802-4FB2-A5A5-602A640A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16" name="5 / 56">
            <a:extLst xmlns:a="http://schemas.openxmlformats.org/drawingml/2006/main">
              <a:ext uri="{FF2B5EF4-FFF2-40B4-BE49-F238E27FC236}">
                <a16:creationId xmlns:a16="http://schemas.microsoft.com/office/drawing/2014/main" id="{131678BF-F074-4483-83B2-6C790482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56</a:t>
            </a:r>
          </a:p>
        </p:txBody>
      </p:sp>
    </p:spTree>
    <p:extLst>
      <p:ext uri="{BB962C8B-B14F-4D97-AF65-F5344CB8AC3E}">
        <p14:creationId xmlns:p14="http://schemas.microsoft.com/office/powerpoint/2010/main" val="1139555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174B5A2D-AE90-4C61-A105-427D36E8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9853CD8E-B454-4568-9B91-99E8EDAA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16F01614-0680-4F23-9736-A1F24EB2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9A9D61AB-1812-4C9B-A8F0-8B48CDCE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364EAD96-105D-40ED-90F4-0F34559D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4A727AB9-CB19-4A7D-A583-9031E6C5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897A61AF-DF4F-4BFC-901D-DF9652A3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A5328F48-EA77-4818-BD28-73B6E0BF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428EF-D8F4-463A-99C9-724D59AA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7F9A92E4-0CD1-46D7-B1B3-D963CF78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5E22-3A3F-4783-B3E0-37735273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513A3F49-F6B4-44E8-B0D9-02503F20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3" name="6 / 56">
            <a:extLst xmlns:a="http://schemas.openxmlformats.org/drawingml/2006/main">
              <a:ext uri="{FF2B5EF4-FFF2-40B4-BE49-F238E27FC236}">
                <a16:creationId xmlns:a16="http://schemas.microsoft.com/office/drawing/2014/main" id="{1540D0D3-902E-489F-A14B-D15EC924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56</a:t>
            </a:r>
          </a:p>
        </p:txBody>
      </p:sp>
    </p:spTree>
    <p:extLst>
      <p:ext uri="{BB962C8B-B14F-4D97-AF65-F5344CB8AC3E}">
        <p14:creationId xmlns:p14="http://schemas.microsoft.com/office/powerpoint/2010/main" val="1416823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E5F18-B596-450B-A6C2-BDE2998EC3C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66F5B-A854-478A-BDA1-00D32B53AF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16BA4-F766-45F8-A66F-2E019A29767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123B7257-C454-4D81-BE7A-184FC939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41E3869A-1709-4306-BE99-A554DF53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FB2C3EDB-C4A4-444A-925E-A0CAE4C9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80129-ED0C-44D7-9F59-17D46272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639BD-DFFF-403C-BF4B-539C56FA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61B18-2AC1-4397-A671-553EF8F1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6F2B22C2-9C39-496F-9270-05486B06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8B4D607C-2712-4970-B9FD-7E68B2D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723C4FE3-6789-4425-8434-36ED7E99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99821-EA04-44F9-AD0B-A7442523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89BE8-B104-4C13-B30B-94DBE4FA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71D18E19-B2F4-49C6-B445-34D357D8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0471CF17-09CF-4220-9FD6-9A3A6B25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722A23BD-7275-4028-BD7E-0C1158E2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03AA0-9768-4B35-8C1C-CF53CDF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F8A49BED-2CEF-4040-ADCB-DC6745BB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8F24D-515D-4219-8AF7-663D4CEF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6623FBB5-9F72-4BAD-97CE-BF75F391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22" name="7 / 56">
            <a:extLst xmlns:a="http://schemas.openxmlformats.org/drawingml/2006/main">
              <a:ext uri="{FF2B5EF4-FFF2-40B4-BE49-F238E27FC236}">
                <a16:creationId xmlns:a16="http://schemas.microsoft.com/office/drawing/2014/main" id="{463DE28F-C396-4B7C-B129-3DA88A1E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56</a:t>
            </a:r>
          </a:p>
        </p:txBody>
      </p:sp>
    </p:spTree>
    <p:extLst>
      <p:ext uri="{BB962C8B-B14F-4D97-AF65-F5344CB8AC3E}">
        <p14:creationId xmlns:p14="http://schemas.microsoft.com/office/powerpoint/2010/main" val="589212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952C5-893F-467E-8465-19A82ABC9D1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6096000" y="2857500"/>
            <a:ext cx="40005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B4501-057C-404E-80B6-0CBA9EA9961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B924A-12FB-4780-A869-61EA949312BF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095500" y="2857500"/>
            <a:ext cx="40005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8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69FC6163-9F20-4FF3-A461-A2782F9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D9B5F018-5E58-44A7-A755-0CC2226E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E8A4A-734D-4C26-A266-7158BECB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A10BF-32AC-450C-8BE2-383CDE23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2A3B9-6A8C-47AF-B0E1-67776AE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F0412-EB5C-4515-B238-551332B3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 / averaging → consistent model update</a:t>
            </a:r>
          </a:p>
        </p:txBody>
      </p:sp>
      <p:sp>
        <p:nvSpPr>
          <p:cNvPr id="10" name="Interconnect: synchronization, latency and bandwidth co">
            <a:extLst xmlns:a="http://schemas.openxmlformats.org/drawingml/2006/main">
              <a:ext uri="{FF2B5EF4-FFF2-40B4-BE49-F238E27FC236}">
                <a16:creationId xmlns:a16="http://schemas.microsoft.com/office/drawing/2014/main" id="{290486EF-BFF5-4643-9B51-59265BF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 synchronization, latency and bandwidth costs</a:t>
            </a:r>
          </a:p>
        </p:txBody>
      </p:sp>
      <p:sp>
        <p:nvSpPr>
          <p:cNvPr id="11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A91110A7-D562-47B8-AC1F-43CCCBAB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2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A96DA920-D3E8-4129-9DAA-5D070562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59399-EBE0-478A-BC26-0C39D29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D2E4F244-829D-4B94-8D84-441ABDF4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7E60F-BFB0-4BFF-AFCE-D540D6E9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BDF3EB38-13B7-4FB2-BE28-9782BBFA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7" name="8 / 56">
            <a:extLst xmlns:a="http://schemas.openxmlformats.org/drawingml/2006/main">
              <a:ext uri="{FF2B5EF4-FFF2-40B4-BE49-F238E27FC236}">
                <a16:creationId xmlns:a16="http://schemas.microsoft.com/office/drawing/2014/main" id="{97CECD12-E381-46E6-8559-76610B2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56</a:t>
            </a:r>
          </a:p>
        </p:txBody>
      </p:sp>
    </p:spTree>
    <p:extLst>
      <p:ext uri="{BB962C8B-B14F-4D97-AF65-F5344CB8AC3E}">
        <p14:creationId xmlns:p14="http://schemas.microsoft.com/office/powerpoint/2010/main" val="15186650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1F828C69-99F1-43A4-AB25-6367685F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D3B6B3DF-1626-4EE9-A464-EAF93BE8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A664AAE3-F023-4C34-8E72-C830FD90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98761DC1-DF64-4B78-A36B-87277DCF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F0F4B63-9D23-4A75-A477-D65D662222B9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ba15c6a1144892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F3878B8-67CD-4CFD-833A-99B127D166FE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740e6e9a844946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6002EEF4-D3AC-4BE7-9828-13D4F2A0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4443D467-C389-4A63-A00E-183234AC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F7D41-2C50-4730-837C-52F83CF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F8393F12-8538-476D-AE7F-7BCB5C91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9 / 56">
            <a:extLst xmlns:a="http://schemas.openxmlformats.org/drawingml/2006/main">
              <a:ext uri="{FF2B5EF4-FFF2-40B4-BE49-F238E27FC236}">
                <a16:creationId xmlns:a16="http://schemas.microsoft.com/office/drawing/2014/main" id="{759CEB24-1799-45E0-9E65-91E7E15E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56</a:t>
            </a:r>
          </a:p>
        </p:txBody>
      </p:sp>
    </p:spTree>
    <p:extLst>
      <p:ext uri="{BB962C8B-B14F-4D97-AF65-F5344CB8AC3E}">
        <p14:creationId xmlns:p14="http://schemas.microsoft.com/office/powerpoint/2010/main" val="1263155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BA9A3-959A-4701-A4A5-5744696B45D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EA146-F7FD-4A46-B67C-7A4051ABC8E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FB54B11C-AC77-4447-BD80-1C072C5E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170EDB2A-B38A-4760-9F67-E288231C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A0F459FC-39E1-4853-8FEE-49A8703C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209D0807-9E65-4A53-9118-EF581323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E6687-AA1E-4706-9DB4-E88C2D52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8AD83-DA3F-4B48-BD8C-1433D99B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1CCFF-CBA8-4D54-BD0F-49CF132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6314B-0080-42FC-9402-FD5B1A0D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2ED23658-5035-4767-9C03-08C603D5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F0EA4F9B-4DF5-42B9-B09C-1879376F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62475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HPC does not itself establish or cause model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bias.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19020CE0-E562-4E30-9B36-ACF1F7C0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2A388-7D2D-423E-B045-BE46FF15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F46378AA-10D9-47B2-B15A-0FA51B08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1074A-19BB-43D4-965C-7E72BE62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04412294-7EBF-4825-AF4B-0E65DB65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56">
            <a:extLst xmlns:a="http://schemas.openxmlformats.org/drawingml/2006/main">
              <a:ext uri="{FF2B5EF4-FFF2-40B4-BE49-F238E27FC236}">
                <a16:creationId xmlns:a16="http://schemas.microsoft.com/office/drawing/2014/main" id="{D63C9470-576F-4D44-B39B-DA95A312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56</a:t>
            </a:r>
          </a:p>
        </p:txBody>
      </p:sp>
    </p:spTree>
    <p:extLst>
      <p:ext uri="{BB962C8B-B14F-4D97-AF65-F5344CB8AC3E}">
        <p14:creationId xmlns:p14="http://schemas.microsoft.com/office/powerpoint/2010/main" val="1091183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BCA0DC52-D862-4BF3-AA29-F18A8399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066AACC4-620D-4645-BC28-3CEEEF85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37D0B-3AF9-4BCF-8A85-721AE5D63A56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4218AA99-BEB1-4003-BFA0-987C3D5E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EC46EE45-3BC8-45B4-9A71-BCC55B47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C67F14AC-157B-43FC-9DF1-ABFA353D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276AB-5219-4C65-8B69-C7801B6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53E8BF37-A4C3-45C9-AAC1-274A297E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6E210-AD73-4EA6-A3ED-E4F146F8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1A32BBA7-3761-4690-9CC8-D1FA3ACC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11 / 56">
            <a:extLst xmlns:a="http://schemas.openxmlformats.org/drawingml/2006/main">
              <a:ext uri="{FF2B5EF4-FFF2-40B4-BE49-F238E27FC236}">
                <a16:creationId xmlns:a16="http://schemas.microsoft.com/office/drawing/2014/main" id="{A4D50DF8-AAD5-4AE1-A985-B352B8C3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56</a:t>
            </a:r>
          </a:p>
        </p:txBody>
      </p:sp>
    </p:spTree>
    <p:extLst>
      <p:ext uri="{BB962C8B-B14F-4D97-AF65-F5344CB8AC3E}">
        <p14:creationId xmlns:p14="http://schemas.microsoft.com/office/powerpoint/2010/main" val="900651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EE8E4-CC07-4252-9464-6BF02A5383C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4E816-E0F9-4CF2-AD91-0217F15A153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01765239-C960-4FCA-8B96-D711D1F1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C6617263-1278-4C5A-BED9-6A03208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C3B9D-0396-4A2B-B8C8-F6DEE1E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8D819-737D-4AC7-8748-378C64C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4473D-42E7-4F6A-9A99-C57927B9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9303A245-F6C9-4C17-9FD2-49ED7D8F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 → Map → M">
            <a:extLst xmlns:a="http://schemas.openxmlformats.org/drawingml/2006/main">
              <a:ext uri="{FF2B5EF4-FFF2-40B4-BE49-F238E27FC236}">
                <a16:creationId xmlns:a16="http://schemas.microsoft.com/office/drawing/2014/main" id="{298494C3-4BE8-42C9-B177-63BF7E49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 → Map → Measure →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BC3FA763-3DF7-442D-80BD-4771CB53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A1A7D3B5-0FEE-42F3-AB06-96D8F24A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7B470-1A24-47D8-A857-7034AF95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C73E1FF9-71EB-4F90-82DE-C74AD8C3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A0A94-EA6E-42F1-A87C-1AE8EBE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EB2ED988-42B2-41A4-ABD6-1C65B964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56">
            <a:extLst xmlns:a="http://schemas.openxmlformats.org/drawingml/2006/main">
              <a:ext uri="{FF2B5EF4-FFF2-40B4-BE49-F238E27FC236}">
                <a16:creationId xmlns:a16="http://schemas.microsoft.com/office/drawing/2014/main" id="{200A1790-5C3B-4ED2-BC9F-B36A77F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56</a:t>
            </a:r>
          </a:p>
        </p:txBody>
      </p:sp>
    </p:spTree>
    <p:extLst>
      <p:ext uri="{BB962C8B-B14F-4D97-AF65-F5344CB8AC3E}">
        <p14:creationId xmlns:p14="http://schemas.microsoft.com/office/powerpoint/2010/main" val="12211370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5020210C-0F26-4BBE-B3CB-F40CC18D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0189D8F7-ABAB-40FB-9D65-6B756CF9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2781C3E3-D4BC-4337-92D2-9389BF9F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9376ACCD-8FB0-48A6-A8F9-33325257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C2925971-F889-47A4-A10D-CAB4BB1C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E21B068A-6D87-4AE9-9FBE-9C6776B8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850F69B8-4643-435F-A22B-5DE2135B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51FA2A8F-15D7-48B2-9016-4C847D0A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747408C8-60FF-4B80-A974-3029710A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64FCC4F8-D211-4390-9F40-65EF2A27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18EE9-BC30-44F7-84C4-907895F6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4142D-5F60-4BBD-A773-55528086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367F9FF-3E61-42ED-9661-1A31E00A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56">
            <a:extLst xmlns:a="http://schemas.openxmlformats.org/drawingml/2006/main">
              <a:ext uri="{FF2B5EF4-FFF2-40B4-BE49-F238E27FC236}">
                <a16:creationId xmlns:a16="http://schemas.microsoft.com/office/drawing/2014/main" id="{49052531-7BB4-4E61-9CB5-3328FA45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56</a:t>
            </a:r>
          </a:p>
        </p:txBody>
      </p:sp>
    </p:spTree>
    <p:extLst>
      <p:ext uri="{BB962C8B-B14F-4D97-AF65-F5344CB8AC3E}">
        <p14:creationId xmlns:p14="http://schemas.microsoft.com/office/powerpoint/2010/main" val="17692201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6C62773A-3A25-4C2A-9B51-24FE7052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6D5742F2-2FCB-47F2-B2EA-3EF1C97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34354C85-F761-45DB-949B-E242AFDA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7F92B882-EF74-4ADD-8710-322D8608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5E65A0B3-FB61-4CA4-83CA-58711738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785090B2-EE17-4FAB-BCB8-F8608946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5444FBA6-D728-472D-9DC2-49FEC6B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3035F284-A5F5-4B67-A3CC-4D504CFA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26ADFBDF-F078-406D-97CA-6842DA5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1044AF4E-E500-4D99-A458-5D469C30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99D38-12A8-4F79-B630-2F87211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733A7-359C-4F7B-B135-23808B49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] Topic 8: GPU architecture and CUDA; [20] N">
            <a:extLst xmlns:a="http://schemas.openxmlformats.org/drawingml/2006/main">
              <a:ext uri="{FF2B5EF4-FFF2-40B4-BE49-F238E27FC236}">
                <a16:creationId xmlns:a16="http://schemas.microsoft.com/office/drawing/2014/main" id="{37625427-F166-4DE6-81AB-4E564427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[20] NVIDIA NPP: library alternative</a:t>
            </a:r>
          </a:p>
        </p:txBody>
      </p:sp>
      <p:sp>
        <p:nvSpPr>
          <p:cNvPr id="14" name="14 / 56">
            <a:extLst xmlns:a="http://schemas.openxmlformats.org/drawingml/2006/main">
              <a:ext uri="{FF2B5EF4-FFF2-40B4-BE49-F238E27FC236}">
                <a16:creationId xmlns:a16="http://schemas.microsoft.com/office/drawing/2014/main" id="{D3707DC2-D749-48CC-B3BB-9AC5FC61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56</a:t>
            </a:r>
          </a:p>
        </p:txBody>
      </p:sp>
    </p:spTree>
    <p:extLst>
      <p:ext uri="{BB962C8B-B14F-4D97-AF65-F5344CB8AC3E}">
        <p14:creationId xmlns:p14="http://schemas.microsoft.com/office/powerpoint/2010/main" val="14108687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2702749A-CD53-4D34-9C78-8F2A8ECB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66E5A2C6-64CF-401F-BF8C-FE277355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D620D9D8-BB20-41B5-BDEA-1F653341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E8A84-0DB0-4B0C-B637-8991DEB4DBA0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33AE7F67-4F7A-433E-B709-ACF6D762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1CC4F-D253-4D14-A6A2-4F9EBF441868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FF2068AB-5B17-4AFD-832C-F6226939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07B2AF32-EE67-45CE-A663-20D57CD9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F126B5D7-89B3-4790-96A7-DCFBDDCB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86192-6B66-4126-BE61-CEC7482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0185A08-95A6-410A-9D58-BE565249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56">
            <a:extLst xmlns:a="http://schemas.openxmlformats.org/drawingml/2006/main">
              <a:ext uri="{FF2B5EF4-FFF2-40B4-BE49-F238E27FC236}">
                <a16:creationId xmlns:a16="http://schemas.microsoft.com/office/drawing/2014/main" id="{7A3C6DCC-353F-438F-B1EC-CA0A3F4C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56</a:t>
            </a:r>
          </a:p>
        </p:txBody>
      </p:sp>
    </p:spTree>
    <p:extLst>
      <p:ext uri="{BB962C8B-B14F-4D97-AF65-F5344CB8AC3E}">
        <p14:creationId xmlns:p14="http://schemas.microsoft.com/office/powerpoint/2010/main" val="6607089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9F7C603F-A0C2-41D1-96C6-19264D6E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A77FC2FA-F505-4BCA-86E9-0A3CFC3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4C0DC-10F9-404F-8552-BB156F05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920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0DCD951C-C53A-4A99-B5B2-3219EB8D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787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3B2949C9-C56D-4F0A-BD50-D68BB0A3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Integer arithmetic avoids unsigned wrap; clamp each cha">
            <a:extLst xmlns:a="http://schemas.openxmlformats.org/drawingml/2006/main">
              <a:ext uri="{FF2B5EF4-FFF2-40B4-BE49-F238E27FC236}">
                <a16:creationId xmlns:a16="http://schemas.microsoft.com/office/drawing/2014/main" id="{D20E46D7-B96A-4C00-98F5-C37B32C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Integer arithmetic avoids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unsigned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4E1BB90A-A271-4BB7-A2D3-5AE7A131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D8BEFC96-0DA1-4AD8-A587-60D7808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4DC0C-ED64-44DC-81C2-EA59DF80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A1AF98C1-4B88-461D-95ED-02D6269B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6 / 56">
            <a:extLst xmlns:a="http://schemas.openxmlformats.org/drawingml/2006/main">
              <a:ext uri="{FF2B5EF4-FFF2-40B4-BE49-F238E27FC236}">
                <a16:creationId xmlns:a16="http://schemas.microsoft.com/office/drawing/2014/main" id="{64F2DA53-9B3C-4E21-A2E1-422EB362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56</a:t>
            </a:r>
          </a:p>
        </p:txBody>
      </p:sp>
    </p:spTree>
    <p:extLst>
      <p:ext uri="{BB962C8B-B14F-4D97-AF65-F5344CB8AC3E}">
        <p14:creationId xmlns:p14="http://schemas.microsoft.com/office/powerpoint/2010/main" val="15683478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393E9981-AEA3-48A2-925C-9A4BF377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F3040D7C-3DE0-4D5B-BCE9-D720B56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0F5B0-7075-4B18-A1EF-97FC6FCD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61C69B1D-C1A3-4217-8589-D16D2082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9543D096-BC1D-459E-8079-8B8C277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7C3A29B3-9619-4948-A8E6-D79E0FCA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6FDB714E-7B14-4343-A04B-122FA5F9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0FEAA415-9C96-4622-8E5C-F7E7D61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F48B7-ED2D-47D3-A79C-01760FA9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18297201-4269-4B41-8524-0F9FD3C3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7 / 56">
            <a:extLst xmlns:a="http://schemas.openxmlformats.org/drawingml/2006/main">
              <a:ext uri="{FF2B5EF4-FFF2-40B4-BE49-F238E27FC236}">
                <a16:creationId xmlns:a16="http://schemas.microsoft.com/office/drawing/2014/main" id="{9C626A22-363D-4D5D-B3F0-61C5C9D0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56</a:t>
            </a:r>
          </a:p>
        </p:txBody>
      </p:sp>
    </p:spTree>
    <p:extLst>
      <p:ext uri="{BB962C8B-B14F-4D97-AF65-F5344CB8AC3E}">
        <p14:creationId xmlns:p14="http://schemas.microsoft.com/office/powerpoint/2010/main" val="18754194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AA7F24B9-2401-4DE3-9633-3F718056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3DDC8032-A62B-4874-B7FE-BD681B41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0D73B-90CC-4936-A18F-9577D194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051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 (size_t(y) * size_t(widt">
            <a:extLst xmlns:a="http://schemas.openxmlformats.org/drawingml/2006/main">
              <a:ext uri="{FF2B5EF4-FFF2-40B4-BE49-F238E27FC236}">
                <a16:creationId xmlns:a16="http://schemas.microsoft.com/office/drawing/2014/main" id="{6DFCD129-1888-4DD8-B6AE-E3CD6FDC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291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E2B25633-EC9D-4223-8149-635059DC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1D63DC2C-0E62-44F7-AE53-DCB3A9AF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81378167-960A-4916-B701-412FC455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53E38386-61A1-495E-A09E-0385127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3D7D2-A1F0-4113-9CCA-8489F1E1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8F7F4DDB-ACA5-43EC-B5C3-4BE8A62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[22] Topic 9B: mutual exclusion and allocation</a:t>
            </a:r>
          </a:p>
        </p:txBody>
      </p:sp>
      <p:sp>
        <p:nvSpPr>
          <p:cNvPr id="11" name="18 / 56">
            <a:extLst xmlns:a="http://schemas.openxmlformats.org/drawingml/2006/main">
              <a:ext uri="{FF2B5EF4-FFF2-40B4-BE49-F238E27FC236}">
                <a16:creationId xmlns:a16="http://schemas.microsoft.com/office/drawing/2014/main" id="{902B2139-F2A8-41FE-A15C-24CDA346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56</a:t>
            </a:r>
          </a:p>
        </p:txBody>
      </p:sp>
    </p:spTree>
    <p:extLst>
      <p:ext uri="{BB962C8B-B14F-4D97-AF65-F5344CB8AC3E}">
        <p14:creationId xmlns:p14="http://schemas.microsoft.com/office/powerpoint/2010/main" val="9618301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CDC3836B-F27E-4464-8FED-985CF381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53A94A9F-AC42-4228-9651-2916060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B669C-3DBF-4418-BC16-5FEC86DB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E40698D9-7873-42A8-81DC-7D4CDAC0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EBC0477A-7850-43E0-B2B5-4FDB18C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1337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program: W/H &gt; 0;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= 3 × W × H checked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size_t; valid separate buffers;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grid/device limits 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E54E9C2C-4B07-48B8-A92E-677F4B4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8960"/>
            <a:ext cx="2933700" cy="1337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host/device buffers, checks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resources 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BF45B5C5-6E4B-49D6-9A5D-4BEE21B7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36770"/>
            <a:ext cx="2933700" cy="185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checks alone do not establish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C063F9D8-9081-493B-822E-6946109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684264"/>
            <a:ext cx="2933700" cy="1597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page-locked and supports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efficient DMA. Pageable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may need runtime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499A9-1A86-4E73-92F6-4C93DEE7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3] To">
            <a:extLst xmlns:a="http://schemas.openxmlformats.org/drawingml/2006/main">
              <a:ext uri="{FF2B5EF4-FFF2-40B4-BE49-F238E27FC236}">
                <a16:creationId xmlns:a16="http://schemas.microsoft.com/office/drawing/2014/main" id="{C96AE48F-D2F3-4717-A514-0AA301CB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[3] Topic 9A: synchronization; [4] NVIDIA CUDA programming model; [5] NVIDIA CUDA Best Practices</a:t>
            </a:r>
          </a:p>
        </p:txBody>
      </p:sp>
      <p:sp>
        <p:nvSpPr>
          <p:cNvPr id="11" name="19 / 56">
            <a:extLst xmlns:a="http://schemas.openxmlformats.org/drawingml/2006/main">
              <a:ext uri="{FF2B5EF4-FFF2-40B4-BE49-F238E27FC236}">
                <a16:creationId xmlns:a16="http://schemas.microsoft.com/office/drawing/2014/main" id="{7BAA7C5A-75B1-4430-A044-665D7EA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56</a:t>
            </a:r>
          </a:p>
        </p:txBody>
      </p:sp>
    </p:spTree>
    <p:extLst>
      <p:ext uri="{BB962C8B-B14F-4D97-AF65-F5344CB8AC3E}">
        <p14:creationId xmlns:p14="http://schemas.microsoft.com/office/powerpoint/2010/main" val="15258388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E1899865-8F8C-4C98-84E5-8853ADBC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9527A1A3-9F8C-4C60-A3D3-808B4F12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50679-2F45-4455-AD44-991E0A88BF30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1809A151-10B2-4572-9A01-E469C11E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81BAC-BE30-4B6C-A081-F7E769C8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0B4D5C3E-5C35-46B4-8E0C-8161A387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7" name="20 / 56">
            <a:extLst xmlns:a="http://schemas.openxmlformats.org/drawingml/2006/main">
              <a:ext uri="{FF2B5EF4-FFF2-40B4-BE49-F238E27FC236}">
                <a16:creationId xmlns:a16="http://schemas.microsoft.com/office/drawing/2014/main" id="{26558516-30EA-467E-9E86-96CBBDC2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56</a:t>
            </a:r>
          </a:p>
        </p:txBody>
      </p:sp>
    </p:spTree>
    <p:extLst>
      <p:ext uri="{BB962C8B-B14F-4D97-AF65-F5344CB8AC3E}">
        <p14:creationId xmlns:p14="http://schemas.microsoft.com/office/powerpoint/2010/main" val="11901389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1A48B9B2-D6AE-4A7B-9B97-C27E9840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BACF1924-0982-4777-A131-D1CFFA80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1C8E4-E8ED-487A-B07A-234C1C2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97A7F208-E044-4CCB-84AC-69D579B2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Compare against dim3(16, 16) when profiling.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 from the supplied performance exa">
            <a:extLst xmlns:a="http://schemas.openxmlformats.org/drawingml/2006/main">
              <a:ext uri="{FF2B5EF4-FFF2-40B4-BE49-F238E27FC236}">
                <a16:creationId xmlns:a16="http://schemas.microsoft.com/office/drawing/2014/main" id="{71B0A0CB-1AD4-4C8C-9B68-722C5F81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 from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supplied performance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E47DC895-7C74-47E2-8EA0-9FC0BC7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332E683D-5C34-4DC6-B9EC-E1DA02B0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2C855BBB-BA6F-4ACE-BA5E-7DED38C2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1CC78-F8D5-4F95-A348-174D1AD9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4811F554-BC50-497E-8597-4DA4BBD9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11" name="21 / 56">
            <a:extLst xmlns:a="http://schemas.openxmlformats.org/drawingml/2006/main">
              <a:ext uri="{FF2B5EF4-FFF2-40B4-BE49-F238E27FC236}">
                <a16:creationId xmlns:a16="http://schemas.microsoft.com/office/drawing/2014/main" id="{01ACCABC-8A5B-4520-A7E3-A6D38FE2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56</a:t>
            </a:r>
          </a:p>
        </p:txBody>
      </p:sp>
    </p:spTree>
    <p:extLst>
      <p:ext uri="{BB962C8B-B14F-4D97-AF65-F5344CB8AC3E}">
        <p14:creationId xmlns:p14="http://schemas.microsoft.com/office/powerpoint/2010/main" val="19185550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4FE33-31E0-4266-A0DF-34F426A9727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B5BD-4742-4E38-AE4D-CD57700D690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F5231-C911-4FF1-9763-DF2637D664B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8B13B-1A3C-4A06-9AF0-EFE19C77EB8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BD5355EB-54AF-4D41-985F-289D90F0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434E2BB5-0FB1-4001-A137-230C1E9E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EA05C4D1-8F72-4445-94BF-4904297A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3AF58A51-485A-498E-B186-C94C4621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06B8F-BE24-41AB-BC64-8B5D9210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969D6-F956-4F47-9FA8-2F6DA42D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BB445-94C5-4963-9E43-102B7BE5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45345960-59FE-4225-BD8B-282870FB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3AD7A-F388-4A02-BB3E-137314A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416A2-A916-4322-819F-E6484609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F5157-2A24-4BE8-9E56-27C19D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D2CCC55E-4AE7-4A6E-911A-76EF483C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A36EF4A6-C155-4799-8FB2-E5AE9B0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E1D3A-BA1E-4E38-B324-88CDBA25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3D43D76E-F08A-4896-8B1A-2AD956EC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9059F-237E-4336-863D-EC833248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78AB7761-70B1-48F0-8B22-D51C519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22" name="22 / 56">
            <a:extLst xmlns:a="http://schemas.openxmlformats.org/drawingml/2006/main">
              <a:ext uri="{FF2B5EF4-FFF2-40B4-BE49-F238E27FC236}">
                <a16:creationId xmlns:a16="http://schemas.microsoft.com/office/drawing/2014/main" id="{25ADFDDF-5F28-4E5F-B332-C66B203B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56</a:t>
            </a:r>
          </a:p>
        </p:txBody>
      </p:sp>
    </p:spTree>
    <p:extLst>
      <p:ext uri="{BB962C8B-B14F-4D97-AF65-F5344CB8AC3E}">
        <p14:creationId xmlns:p14="http://schemas.microsoft.com/office/powerpoint/2010/main" val="3538128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77A22CB9-4275-4EF1-BBB2-CD5D5B9A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32C7E65B-A248-4103-895F-5B55BE6E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43767614-7B3A-4B8F-A6CF-6843F883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7F7D5748-BEBC-4262-835F-CD9CF805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EA1680D3-16FD-4178-A191-A475332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B39E7CDF-C218-4FF8-93DD-E4EEA3B3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81867C8B-B46D-40E2-8FB8-67567727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7F7E3131-9819-4F63-8524-3233B5DD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BCDC7D42-B701-4682-B887-AC2B653C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C084A355-72CC-498B-B1F0-30083674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75B2B-34AB-4EA7-81D9-88CBB90A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81196-FE6F-4256-BE19-9F810B49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E800A7C5-0E5D-4388-AE01-B0D2CC8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4" name="23 / 56">
            <a:extLst xmlns:a="http://schemas.openxmlformats.org/drawingml/2006/main">
              <a:ext uri="{FF2B5EF4-FFF2-40B4-BE49-F238E27FC236}">
                <a16:creationId xmlns:a16="http://schemas.microsoft.com/office/drawing/2014/main" id="{23CAD80E-41B2-437B-AF59-4E9A86D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56</a:t>
            </a:r>
          </a:p>
        </p:txBody>
      </p:sp>
    </p:spTree>
    <p:extLst>
      <p:ext uri="{BB962C8B-B14F-4D97-AF65-F5344CB8AC3E}">
        <p14:creationId xmlns:p14="http://schemas.microsoft.com/office/powerpoint/2010/main" val="21445404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8EA5C5A7-164F-422F-A273-F8FD790C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FD07C65F-B061-4334-BFD0-E50EFEC0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7FB10F07-64CA-4965-9974-25553BD8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4682B73E-CF0D-44AC-ACA0-F4254799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A354DBEA-832D-4B70-A1DF-AA831020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0A9BD29F-0F13-4DDF-8B86-20CD0446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F5038A48-7914-47E6-8DD2-8D925979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06C157C5-952F-4281-AF3F-7C2D6302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43CE053E-FAD8-4732-8EB2-61B4F6AA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52B0B6AA-7CF5-4079-91A9-9C261D8D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68DC3-191F-4516-971B-523570E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590D1-00F7-408E-A91D-43F75813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7492910A-0420-4EA2-8BB1-49DBBEA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14" name="24 / 56">
            <a:extLst xmlns:a="http://schemas.openxmlformats.org/drawingml/2006/main">
              <a:ext uri="{FF2B5EF4-FFF2-40B4-BE49-F238E27FC236}">
                <a16:creationId xmlns:a16="http://schemas.microsoft.com/office/drawing/2014/main" id="{496E6FD6-90BA-4E48-B2BD-20223E76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56</a:t>
            </a:r>
          </a:p>
        </p:txBody>
      </p:sp>
    </p:spTree>
    <p:extLst>
      <p:ext uri="{BB962C8B-B14F-4D97-AF65-F5344CB8AC3E}">
        <p14:creationId xmlns:p14="http://schemas.microsoft.com/office/powerpoint/2010/main" val="10492909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083A5603-3BF0-4877-A5B7-F3E22959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ECE70A1E-656E-4C2C-B393-6111528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605A1-9853-4748-8147-11B440C2E21B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A4AE4CE9-05A9-4F1A-8947-1733E649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A1375-9F4F-4488-AD25-0F0B1271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B25F2603-6167-4CCC-89AF-4B7576F2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25 / 56">
            <a:extLst xmlns:a="http://schemas.openxmlformats.org/drawingml/2006/main">
              <a:ext uri="{FF2B5EF4-FFF2-40B4-BE49-F238E27FC236}">
                <a16:creationId xmlns:a16="http://schemas.microsoft.com/office/drawing/2014/main" id="{3F542CDB-2444-4DD5-AF63-18F6B01F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56</a:t>
            </a:r>
          </a:p>
        </p:txBody>
      </p:sp>
    </p:spTree>
    <p:extLst>
      <p:ext uri="{BB962C8B-B14F-4D97-AF65-F5344CB8AC3E}">
        <p14:creationId xmlns:p14="http://schemas.microsoft.com/office/powerpoint/2010/main" val="15803722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82777CC1-A89B-411B-BCCD-D9B34B92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27F1B8DD-ADE2-4556-B83D-03FC37A1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8FBA3-B052-4E5D-BCE8-F99224245F5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666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666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F043098A-32DB-462C-8869-FB01AF10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more 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57BBB807-D3E5-4005-9262-B5F1A333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8F04A-9AE4-41D9-9107-12C0AD80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847CBA39-EDCA-4A1E-9DE5-055EC369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26 / 56">
            <a:extLst xmlns:a="http://schemas.openxmlformats.org/drawingml/2006/main">
              <a:ext uri="{FF2B5EF4-FFF2-40B4-BE49-F238E27FC236}">
                <a16:creationId xmlns:a16="http://schemas.microsoft.com/office/drawing/2014/main" id="{C9E2A097-C66D-49C2-8EB6-5CFCC33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56</a:t>
            </a:r>
          </a:p>
        </p:txBody>
      </p:sp>
    </p:spTree>
    <p:extLst>
      <p:ext uri="{BB962C8B-B14F-4D97-AF65-F5344CB8AC3E}">
        <p14:creationId xmlns:p14="http://schemas.microsoft.com/office/powerpoint/2010/main" val="18841623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25CB0377-1127-4268-BE78-0A8C3A6C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B4AE4CB2-B921-4614-A00B-267FD6DA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701E5433-053F-4D0F-B0B5-5AAE6487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7687527C-31A3-47A8-95FF-15AD0C35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E9CC98DE-DF88-4296-A67B-725A32D0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8E14EA64-070B-4DDC-8D78-2BD295F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FFA760F8-0557-47D5-B005-CC3DFFE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4D6B2907-DC37-40EE-8B0D-A93C0BC0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6041F477-3E27-4B02-86AC-32150ABC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4AFCA55A-5C47-4E3A-92A2-5966D516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966C4-296D-4CEA-B4C5-F121D484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066A5-9E5D-462C-AEF8-04E8E26D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CA840297-F931-4ABA-93A5-D264C764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56">
            <a:extLst xmlns:a="http://schemas.openxmlformats.org/drawingml/2006/main">
              <a:ext uri="{FF2B5EF4-FFF2-40B4-BE49-F238E27FC236}">
                <a16:creationId xmlns:a16="http://schemas.microsoft.com/office/drawing/2014/main" id="{3BCF437B-55EA-4599-B6B7-D83FF96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56</a:t>
            </a:r>
          </a:p>
        </p:txBody>
      </p:sp>
    </p:spTree>
    <p:extLst>
      <p:ext uri="{BB962C8B-B14F-4D97-AF65-F5344CB8AC3E}">
        <p14:creationId xmlns:p14="http://schemas.microsoft.com/office/powerpoint/2010/main" val="19303423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1FF442C2-C667-467B-AC09-4B0D363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4A47C881-2DDE-4A3B-8231-9C3C9DA4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95A74-D9D8-48A3-A009-3E835766327A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9C0CEBC9-91A4-4ECA-ADFF-97FF2942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32D92-9B7A-4506-8943-F0D89B66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2B4EBB98-2280-483E-AFF7-D9A2AD0C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28 / 56">
            <a:extLst xmlns:a="http://schemas.openxmlformats.org/drawingml/2006/main">
              <a:ext uri="{FF2B5EF4-FFF2-40B4-BE49-F238E27FC236}">
                <a16:creationId xmlns:a16="http://schemas.microsoft.com/office/drawing/2014/main" id="{2AFCD4A7-B2F9-46C9-B64C-EA8DADE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56</a:t>
            </a:r>
          </a:p>
        </p:txBody>
      </p:sp>
    </p:spTree>
    <p:extLst>
      <p:ext uri="{BB962C8B-B14F-4D97-AF65-F5344CB8AC3E}">
        <p14:creationId xmlns:p14="http://schemas.microsoft.com/office/powerpoint/2010/main" val="6374428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248164EF-8D72-4C58-8217-9762EB3D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3A77A1A6-4987-412F-8B42-6A2CE52C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07F8440D-4758-414C-8F9A-26833B3B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AI service may have unequa">
            <a:extLst xmlns:a="http://schemas.openxmlformats.org/drawingml/2006/main">
              <a:ext uri="{FF2B5EF4-FFF2-40B4-BE49-F238E27FC236}">
                <a16:creationId xmlns:a16="http://schemas.microsoft.com/office/drawing/2014/main" id="{A15559E6-1A3E-4529-891E-685426AF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AI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653D36B3-F2BF-40F8-BB15-841739F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5320BD74-E61F-4452-9835-68CCC798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52A386E3-20E3-40E1-B586-1394CCBE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4673DBEE-E3F9-423C-AEC7-3C193261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D82EE79A-2EB6-472E-9203-422E5A1A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FB9A33DD-1EF9-45BB-975F-DD9AD5DE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65D5B-3853-42C0-8514-AB1057FD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B808E-F12E-4970-989D-FB227A3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B8254854-0DFD-4228-9B0D-41C0F1B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29 / 56">
            <a:extLst xmlns:a="http://schemas.openxmlformats.org/drawingml/2006/main">
              <a:ext uri="{FF2B5EF4-FFF2-40B4-BE49-F238E27FC236}">
                <a16:creationId xmlns:a16="http://schemas.microsoft.com/office/drawing/2014/main" id="{154B6981-033A-43DE-835F-65436FA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56</a:t>
            </a:r>
          </a:p>
        </p:txBody>
      </p:sp>
    </p:spTree>
    <p:extLst>
      <p:ext uri="{BB962C8B-B14F-4D97-AF65-F5344CB8AC3E}">
        <p14:creationId xmlns:p14="http://schemas.microsoft.com/office/powerpoint/2010/main" val="1834398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DB9A940F-1DAE-4CFD-A6C5-56C492AD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6F594E15-98B1-42E9-B325-194D78CE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155CFA9D-F731-4E3B-9E7B-1F6A08BB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0847C62C-5C7B-48AA-97ED-E451A47E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56443703-F000-4C43-8A34-595D0B63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D5F67181-F961-4AA4-9B10-80D3D9CC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ADC72D18-D6B0-4FE6-B641-CA123B4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1BB423D5-796C-473B-9956-6B6BCC40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2429F0E0-92DB-4396-ACD1-4452B27F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254C9745-FDFD-4380-B7FD-107C5ED3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FCDBC-3430-45C4-9ADC-149F374C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84966-47AC-4951-8FA3-ACE651F9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6392C37B-E0B2-4B66-8C7A-4883C2F4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30 / 56">
            <a:extLst xmlns:a="http://schemas.openxmlformats.org/drawingml/2006/main">
              <a:ext uri="{FF2B5EF4-FFF2-40B4-BE49-F238E27FC236}">
                <a16:creationId xmlns:a16="http://schemas.microsoft.com/office/drawing/2014/main" id="{01E728F2-34F0-4529-B2FD-E823F62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56</a:t>
            </a:r>
          </a:p>
        </p:txBody>
      </p:sp>
    </p:spTree>
    <p:extLst>
      <p:ext uri="{BB962C8B-B14F-4D97-AF65-F5344CB8AC3E}">
        <p14:creationId xmlns:p14="http://schemas.microsoft.com/office/powerpoint/2010/main" val="12071369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2F5BC0EB-5C3C-4957-8CAE-516F6C3D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81A4B36C-A36A-403E-94DA-31B036C1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8CC42-EC09-4EF5-9026-F49B83556BE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Green AI motivates measurement; scheduling research sup">
            <a:extLst xmlns:a="http://schemas.openxmlformats.org/drawingml/2006/main">
              <a:ext uri="{FF2B5EF4-FFF2-40B4-BE49-F238E27FC236}">
                <a16:creationId xmlns:a16="http://schemas.microsoft.com/office/drawing/2014/main" id="{AD95E9B9-6390-45F9-82B1-36BA1565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Green AI motivates measurement; scheduling research supplies a mechanism; OECD/NIST guide values and risk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management. The combination is our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DA602-1064-45A6-9E13-DE0BD17C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1C0877E9-8DF2-41B5-BA3E-9039DAC2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56">
            <a:extLst xmlns:a="http://schemas.openxmlformats.org/drawingml/2006/main">
              <a:ext uri="{FF2B5EF4-FFF2-40B4-BE49-F238E27FC236}">
                <a16:creationId xmlns:a16="http://schemas.microsoft.com/office/drawing/2014/main" id="{8E8AD732-704D-4397-8F58-E84224E8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56</a:t>
            </a:r>
          </a:p>
        </p:txBody>
      </p:sp>
    </p:spTree>
    <p:extLst>
      <p:ext uri="{BB962C8B-B14F-4D97-AF65-F5344CB8AC3E}">
        <p14:creationId xmlns:p14="http://schemas.microsoft.com/office/powerpoint/2010/main" val="3982109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9BD87-F678-441B-84E9-D4B4076B7DF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14ECE-8F86-4941-8F6F-71F86FE147C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C7D9F1CE-5437-4779-89E7-39649FC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8E0CED32-C7E2-4A92-925C-AEE241DD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8C77C-3D70-49E8-BE00-B8908335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AC614-4343-4D45-A4B0-EC5736D1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06BE6-0A58-4FD8-91B8-6C12D6D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89D20FE2-A704-46FF-86D7-8744A161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9E986D8F-83FB-4A57-977A-A7C393D4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14928549-32E4-4265-9A28-99EBCBB7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DAAAD-B06F-441F-9597-3B6E73C1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94CAF3D6-ECC0-4B6F-85FE-29F25405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FE594-431D-4E11-946A-2EA9058B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5119530D-1B76-4761-8F5B-3251A9B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32 / 56">
            <a:extLst xmlns:a="http://schemas.openxmlformats.org/drawingml/2006/main">
              <a:ext uri="{FF2B5EF4-FFF2-40B4-BE49-F238E27FC236}">
                <a16:creationId xmlns:a16="http://schemas.microsoft.com/office/drawing/2014/main" id="{4C8543ED-6895-43C6-8254-EE90A90B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56</a:t>
            </a:r>
          </a:p>
        </p:txBody>
      </p:sp>
    </p:spTree>
    <p:extLst>
      <p:ext uri="{BB962C8B-B14F-4D97-AF65-F5344CB8AC3E}">
        <p14:creationId xmlns:p14="http://schemas.microsoft.com/office/powerpoint/2010/main" val="6236671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95511B1A-A424-4DEF-B0B9-EF527CE5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9BB25AB4-8579-470A-9B7D-47DEE70C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984A2-04C8-44BB-8DD1-8EE87DDEB1A0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E87D8A9D-6DF5-4F2B-BB50-B823A5FA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F97D6-462C-4486-A8D4-11FCAF54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4557BBD8-EC50-4846-9346-6E3093A1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33 / 56">
            <a:extLst xmlns:a="http://schemas.openxmlformats.org/drawingml/2006/main">
              <a:ext uri="{FF2B5EF4-FFF2-40B4-BE49-F238E27FC236}">
                <a16:creationId xmlns:a16="http://schemas.microsoft.com/office/drawing/2014/main" id="{E8A4335D-B2C1-40EE-99FB-F7D5B0AE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56</a:t>
            </a:r>
          </a:p>
        </p:txBody>
      </p:sp>
    </p:spTree>
    <p:extLst>
      <p:ext uri="{BB962C8B-B14F-4D97-AF65-F5344CB8AC3E}">
        <p14:creationId xmlns:p14="http://schemas.microsoft.com/office/powerpoint/2010/main" val="17760078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FC3BF4B1-3815-42E6-845A-5178CAED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52895D17-AB7C-4F37-8F00-2FC6CF5E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4505494E-C082-42F2-8860-178A7F8D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80E3F51B-F938-4529-B716-EE4DEF99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79BE7ECC-7A8F-4A21-8984-A20BF380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2C74CAD5-0C5B-4B2A-B1C2-2BBA802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001AED4F-C97C-4A58-BA69-476B3F2E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7989BF27-45D4-4470-9F6E-89AE2B5B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BDF7365F-8EFE-488D-9B2A-CEE09B9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9C615B0D-9E9B-4E86-944F-C1E26C00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729DF-48F7-4257-8C7D-F5E7FC9B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5A9CE-7C49-4826-A451-A2E3C596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077FAEE1-F6A9-4FCE-B59F-CBA88C41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34 / 56">
            <a:extLst xmlns:a="http://schemas.openxmlformats.org/drawingml/2006/main">
              <a:ext uri="{FF2B5EF4-FFF2-40B4-BE49-F238E27FC236}">
                <a16:creationId xmlns:a16="http://schemas.microsoft.com/office/drawing/2014/main" id="{0B27FA41-91EB-4312-91F6-E1B04B91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56</a:t>
            </a:r>
          </a:p>
        </p:txBody>
      </p:sp>
    </p:spTree>
    <p:extLst>
      <p:ext uri="{BB962C8B-B14F-4D97-AF65-F5344CB8AC3E}">
        <p14:creationId xmlns:p14="http://schemas.microsoft.com/office/powerpoint/2010/main" val="107489538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6">
            <a:extLst xmlns:a="http://schemas.openxmlformats.org/drawingml/2006/main">
              <a:ext uri="{FF2B5EF4-FFF2-40B4-BE49-F238E27FC236}">
                <a16:creationId xmlns:a16="http://schemas.microsoft.com/office/drawing/2014/main" id="{063E6FD8-8EA8-4D7D-B0FB-F7860A9D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C4AE19F4-1D25-4E0A-89F2-BA78F2D8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Monash University, FIT3143 Topic 8: Vector processi">
            <a:extLst xmlns:a="http://schemas.openxmlformats.org/drawingml/2006/main">
              <a:ext uri="{FF2B5EF4-FFF2-40B4-BE49-F238E27FC236}">
                <a16:creationId xmlns:a16="http://schemas.microsoft.com/office/drawing/2014/main" id="{D32B24F5-C3D5-478B-B5AD-4D41F82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Monash University, FIT3143 Topic 8: Vector processing, GPUs and NPUs, course slides, 2024, pp. 18–23, 32–35,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41–46.</a:t>
            </a:r>
          </a:p>
        </p:txBody>
      </p:sp>
      <p:sp>
        <p:nvSpPr>
          <p:cNvPr id="4" name="../context/FIT3143-Topic-8-2024.pdf">
            <a:extLst xmlns:a="http://schemas.openxmlformats.org/drawingml/2006/main">
              <a:ext uri="{FF2B5EF4-FFF2-40B4-BE49-F238E27FC236}">
                <a16:creationId xmlns:a16="http://schemas.microsoft.com/office/drawing/2014/main" id="{D8CC6FB3-986A-4947-BE4C-37958C4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../context/FIT3143-Topic-8-2024.pdf</a:t>
            </a:r>
          </a:p>
        </p:txBody>
      </p:sp>
      <p:sp>
        <p:nvSpPr>
          <p:cNvPr id="5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26EA928E-795C-49CB-B8CD-8ABCC318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6" name="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C1E88E86-807C-4A30-B298-413B4E7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../context/FIT3143-Topic-7A-2024.pdf</a:t>
            </a:r>
          </a:p>
        </p:txBody>
      </p:sp>
      <p:sp>
        <p:nvSpPr>
          <p:cNvPr id="7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B0209E35-6DC7-451C-AD7A-CF1CD7F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8" name="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8AECB097-FC48-4816-BC68-A9E6AC16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../context/FIT3143-Topic-9A-2024.pdf</a:t>
            </a:r>
          </a:p>
        </p:txBody>
      </p:sp>
      <p:sp>
        <p:nvSpPr>
          <p:cNvPr id="9" name="[4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C792FEB7-8824-4EAE-B17E-4CD4251F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“Programming model,” CUDA Programming Guide, online documentation, accessed Oct. 8, 2026.</a:t>
            </a:r>
          </a:p>
        </p:txBody>
      </p:sp>
      <p:sp>
        <p:nvSpPr>
          <p:cNvPr id="10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4ABBB6DB-F579-4196-ADF8-283B2D9D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98e30dcdfd44ebc"/>
              </a:rPr>
              <a:t>https://docs.nvidia.com/cuda/cuda-programming-guide/01-introduction/programming-model.html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50EB7-C1B2-4BE7-A658-BC1050E1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7C9CB64-F1D9-4165-BFD0-CB061BC1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56">
            <a:extLst xmlns:a="http://schemas.openxmlformats.org/drawingml/2006/main">
              <a:ext uri="{FF2B5EF4-FFF2-40B4-BE49-F238E27FC236}">
                <a16:creationId xmlns:a16="http://schemas.microsoft.com/office/drawing/2014/main" id="{9E5A4B06-B4AA-4379-A675-A7668A6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56</a:t>
            </a:r>
          </a:p>
        </p:txBody>
      </p:sp>
    </p:spTree>
    <p:extLst>
      <p:ext uri="{BB962C8B-B14F-4D97-AF65-F5344CB8AC3E}">
        <p14:creationId xmlns:p14="http://schemas.microsoft.com/office/powerpoint/2010/main" val="7370104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6">
            <a:extLst xmlns:a="http://schemas.openxmlformats.org/drawingml/2006/main">
              <a:ext uri="{FF2B5EF4-FFF2-40B4-BE49-F238E27FC236}">
                <a16:creationId xmlns:a16="http://schemas.microsoft.com/office/drawing/2014/main" id="{141F30E3-DDD5-4993-9074-09EAADE1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AC447ABC-6FDF-4D76-ABA1-2295A4F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C7B42300-5D8A-41AC-BD4B-0073EACD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5961AD7A-5ADD-4F5C-BB62-E165367C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0461ddd57134f97"/>
              </a:rPr>
              <a:t>https://docs.nvidia.com/cuda/cuda-c-best-practices-guide/index.html</a:t>
            </a:r>
          </a:p>
        </p:txBody>
      </p:sp>
      <p:sp>
        <p:nvSpPr>
          <p:cNvPr id="5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D214DDEC-CC40-4172-8128-195C060A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38CF1F95-7C74-4D2E-A005-2153F11E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1a0c65e1bf34916"/>
              </a:rPr>
              <a:t>https://docs.nvidia.com/gpudirect-storage/overview-guide/index.html</a:t>
            </a:r>
          </a:p>
        </p:txBody>
      </p:sp>
      <p:sp>
        <p:nvSpPr>
          <p:cNvPr id="7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2DFCBB61-B8BA-405B-8DCF-7B6A7A1D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FB264C2A-83AD-426A-8F07-86216280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0d322cec4184460"/>
              </a:rPr>
              <a:t>https://docs.nvidia.com/gpudirect-storage/design-guide/index.html</a:t>
            </a:r>
          </a:p>
        </p:txBody>
      </p:sp>
      <p:sp>
        <p:nvSpPr>
          <p:cNvPr id="9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1226C680-1342-4369-9390-9B41FE8D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40BF511E-AF9D-43CE-BACD-9F6119D5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b596e5d9d0b4036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21715-4938-49E1-8F73-C414BCC1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ED996FF-A8E7-4314-927B-C1EFEE13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56">
            <a:extLst xmlns:a="http://schemas.openxmlformats.org/drawingml/2006/main">
              <a:ext uri="{FF2B5EF4-FFF2-40B4-BE49-F238E27FC236}">
                <a16:creationId xmlns:a16="http://schemas.microsoft.com/office/drawing/2014/main" id="{98841372-31C0-4ECD-A459-3A7A1630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56</a:t>
            </a:r>
          </a:p>
        </p:txBody>
      </p:sp>
    </p:spTree>
    <p:extLst>
      <p:ext uri="{BB962C8B-B14F-4D97-AF65-F5344CB8AC3E}">
        <p14:creationId xmlns:p14="http://schemas.microsoft.com/office/powerpoint/2010/main" val="9703169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6">
            <a:extLst xmlns:a="http://schemas.openxmlformats.org/drawingml/2006/main">
              <a:ext uri="{FF2B5EF4-FFF2-40B4-BE49-F238E27FC236}">
                <a16:creationId xmlns:a16="http://schemas.microsoft.com/office/drawing/2014/main" id="{8222C6CD-BB9C-4ADB-926D-30E19B17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390F4F27-D81D-4D66-B7A6-58F89EE6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F42E0C6F-D537-4231-A876-E0B48054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BC0D092B-38D8-465B-8409-F533C47F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531e515aacd488b"/>
              </a:rPr>
              <a:t>https://www.iea.org/reports/key-questions-on-energy-and-ai/executive-summary</a:t>
            </a:r>
          </a:p>
        </p:txBody>
      </p:sp>
      <p:sp>
        <p:nvSpPr>
          <p:cNvPr id="5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CC083499-A6F3-41A5-82B9-EBF9FF6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2134D587-252D-4FA3-99B3-A0EB2B0E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d89ecbaff854245"/>
              </a:rPr>
              <a:t>https://www.nsf.gov/cise/updates/nairr-2-years-advancing-american-artificial-intelligence</a:t>
            </a:r>
          </a:p>
        </p:txBody>
      </p:sp>
      <p:sp>
        <p:nvSpPr>
          <p:cNvPr id="7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68C9B7D5-088F-434D-93FA-F3D483F5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AB5CD942-7DDD-481C-84A4-686B0499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de7baa6aa18461f"/>
              </a:rPr>
              <a:t>https://aclanthology.org/P19-1355/</a:t>
            </a:r>
          </a:p>
        </p:txBody>
      </p:sp>
      <p:sp>
        <p:nvSpPr>
          <p:cNvPr id="9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575B2D5B-4B4C-4ED5-A3F8-58C550C3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23AE7AAF-0634-4A7F-9875-060AE854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8c360049f60476e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3AA1D-9E63-417E-86F4-97505C6F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72686A9-13D0-4253-A344-983DD38A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56">
            <a:extLst xmlns:a="http://schemas.openxmlformats.org/drawingml/2006/main">
              <a:ext uri="{FF2B5EF4-FFF2-40B4-BE49-F238E27FC236}">
                <a16:creationId xmlns:a16="http://schemas.microsoft.com/office/drawing/2014/main" id="{341DBF8F-04AD-4950-9817-93824C97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56</a:t>
            </a:r>
          </a:p>
        </p:txBody>
      </p:sp>
    </p:spTree>
    <p:extLst>
      <p:ext uri="{BB962C8B-B14F-4D97-AF65-F5344CB8AC3E}">
        <p14:creationId xmlns:p14="http://schemas.microsoft.com/office/powerpoint/2010/main" val="11840733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6">
            <a:extLst xmlns:a="http://schemas.openxmlformats.org/drawingml/2006/main">
              <a:ext uri="{FF2B5EF4-FFF2-40B4-BE49-F238E27FC236}">
                <a16:creationId xmlns:a16="http://schemas.microsoft.com/office/drawing/2014/main" id="{AD55EB83-AB07-4ED9-9304-8C3E5DFA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5313BA4A-595B-48AB-9AF3-A5A940CD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AB3F8AAB-6DA5-4975-A935-94C89C0B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04D267D1-3650-466E-AB17-A121518C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0b9ace18ccd47fe"/>
              </a:rPr>
              <a:t>https://arxiv.org/abs/1907.10597</a:t>
            </a:r>
          </a:p>
        </p:txBody>
      </p:sp>
      <p:sp>
        <p:nvSpPr>
          <p:cNvPr id="5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399A5CB7-A66C-45A9-AFE3-8F931603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A7189B83-D6BB-4B45-82B6-3C8BE9D6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923e37ce08a4559"/>
              </a:rPr>
              <a:t>https://arxiv.org/abs/1906.08935v2</a:t>
            </a:r>
          </a:p>
        </p:txBody>
      </p:sp>
      <p:sp>
        <p:nvSpPr>
          <p:cNvPr id="7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41EA6C53-06A3-4DB2-A71A-B2A8AAC2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502E23BF-4235-439B-89F7-AEB50611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91430da8cb344d2"/>
              </a:rPr>
              <a:t>https://aclanthology.org/2024.cl-3.8/</a:t>
            </a:r>
          </a:p>
        </p:txBody>
      </p:sp>
      <p:sp>
        <p:nvSpPr>
          <p:cNvPr id="9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21ABAB2B-844B-4212-A083-2D6C111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5712CF2A-76E2-49AE-928D-E82F4F5C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4c0142b18c442e0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D8374-2D9E-48C6-905A-172A568B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2E71B26-BA1F-4265-A123-7A21CEFF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56">
            <a:extLst xmlns:a="http://schemas.openxmlformats.org/drawingml/2006/main">
              <a:ext uri="{FF2B5EF4-FFF2-40B4-BE49-F238E27FC236}">
                <a16:creationId xmlns:a16="http://schemas.microsoft.com/office/drawing/2014/main" id="{34DF84A8-3CFF-4873-A454-614524E9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56</a:t>
            </a:r>
          </a:p>
        </p:txBody>
      </p:sp>
    </p:spTree>
    <p:extLst>
      <p:ext uri="{BB962C8B-B14F-4D97-AF65-F5344CB8AC3E}">
        <p14:creationId xmlns:p14="http://schemas.microsoft.com/office/powerpoint/2010/main" val="32307477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5/6">
            <a:extLst xmlns:a="http://schemas.openxmlformats.org/drawingml/2006/main">
              <a:ext uri="{FF2B5EF4-FFF2-40B4-BE49-F238E27FC236}">
                <a16:creationId xmlns:a16="http://schemas.microsoft.com/office/drawing/2014/main" id="{50C15FCF-CDB7-4CE9-B5D9-82CFE0FC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889B746-0E02-43A8-94FB-F757C49F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C86AEB91-84FA-4C9A-8F10-691331D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60E92AA3-6817-4EB5-93AD-CE455B67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88cd45da9e84e0a"/>
              </a:rPr>
              <a:t>https://arxiv.org/abs/2106.11750v1</a:t>
            </a:r>
          </a:p>
        </p:txBody>
      </p:sp>
      <p:sp>
        <p:nvSpPr>
          <p:cNvPr id="5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B6CA2EEF-9C72-43E1-BB65-30B14F4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4FF3F379-0132-44DF-AE9F-5DBC17C7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516b9908dbd4260"/>
              </a:rPr>
              <a:t>https://www.oecd.org/en/topics/ai-principles.html</a:t>
            </a:r>
          </a:p>
        </p:txBody>
      </p:sp>
      <p:sp>
        <p:nvSpPr>
          <p:cNvPr id="7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52D054E8-321B-415F-94F1-BAA687DD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DFC16487-912B-4CAC-A10B-ECF71D12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56f02ef401f43fa"/>
              </a:rPr>
              <a:t>https://airc.nist.gov/airmf-resources/playbook/</a:t>
            </a:r>
          </a:p>
        </p:txBody>
      </p:sp>
      <p:sp>
        <p:nvSpPr>
          <p:cNvPr id="9" name="[20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FCC8D1A7-3E2B-47EE-B7BA-7B5C57C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[20] NVIDIA, “Rotate,” NPP Image Geometry Transforms, CUDA 13.0.3 archive documentation, accessed Oct. 8, 2026.</a:t>
            </a:r>
          </a:p>
        </p:txBody>
      </p:sp>
      <p:sp>
        <p:nvSpPr>
          <p:cNvPr id="10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7EFEE044-4FE2-415E-8AEF-D6875245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af434826ce04751"/>
              </a:rPr>
              <a:t>https://docs.nvidia.com/cuda/archive/13.0.3/npp/image_geometry_transforms.html#rotate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5B6D1-80B3-475D-BCD3-62BB4EB1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4F1900B-F851-4260-B8A9-48D111D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56">
            <a:extLst xmlns:a="http://schemas.openxmlformats.org/drawingml/2006/main">
              <a:ext uri="{FF2B5EF4-FFF2-40B4-BE49-F238E27FC236}">
                <a16:creationId xmlns:a16="http://schemas.microsoft.com/office/drawing/2014/main" id="{6903C4F7-DBF1-4C6A-B0AD-149E4E6B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56</a:t>
            </a:r>
          </a:p>
        </p:txBody>
      </p:sp>
    </p:spTree>
    <p:extLst>
      <p:ext uri="{BB962C8B-B14F-4D97-AF65-F5344CB8AC3E}">
        <p14:creationId xmlns:p14="http://schemas.microsoft.com/office/powerpoint/2010/main" val="40585052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pendix • References 6/6">
            <a:extLst xmlns:a="http://schemas.openxmlformats.org/drawingml/2006/main">
              <a:ext uri="{FF2B5EF4-FFF2-40B4-BE49-F238E27FC236}">
                <a16:creationId xmlns:a16="http://schemas.microsoft.com/office/drawing/2014/main" id="{29F7B525-6C84-4D62-A633-241FB95B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6/6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A089ABEC-A51A-4329-9639-9CAE09DA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67D3F763-C47A-47E0-BC58-83478DB3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4" name="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43052567-250E-40F6-A535-D0FCD2F2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../context/FIT3143_Week_5_Combined.pdf</a:t>
            </a:r>
          </a:p>
        </p:txBody>
      </p:sp>
      <p:sp>
        <p:nvSpPr>
          <p:cNvPr id="5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2E025E89-4B46-4200-A80D-F4261E90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6" name="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6221A529-FB6F-4BA9-A4A6-1A616F35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../context/FIT3143-Topic-9B-2024.pdf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D5E95-E2B4-4AE7-8F3A-751043A7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3B60860-B475-4089-A95B-37BD9C5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9" name="40 / 56">
            <a:extLst xmlns:a="http://schemas.openxmlformats.org/drawingml/2006/main">
              <a:ext uri="{FF2B5EF4-FFF2-40B4-BE49-F238E27FC236}">
                <a16:creationId xmlns:a16="http://schemas.microsoft.com/office/drawing/2014/main" id="{F7C7B2DE-0654-466B-B934-1E174F1A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56</a:t>
            </a:r>
          </a:p>
        </p:txBody>
      </p:sp>
    </p:spTree>
    <p:extLst>
      <p:ext uri="{BB962C8B-B14F-4D97-AF65-F5344CB8AC3E}">
        <p14:creationId xmlns:p14="http://schemas.microsoft.com/office/powerpoint/2010/main" val="19414264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8E3DBC25-1F6D-453C-AD0C-C3635A1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CF52CDBF-E063-4495-A73F-48F4D29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9F65C8A6-0EF1-47F9-B5C3-5419C0B0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49D5AE16-481B-4E00-909F-3E73A8BC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688AC89E-855E-4047-AB31-62CDB40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735E394F-91F5-4076-96A7-DAB9D2FB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0DF23B91-F97E-4102-8C56-DB1D4003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462BC197-4FA1-41E2-B1AC-1F042DEE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C6FCAB5A-025B-4D86-98F2-0493AA51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40B6B793-5E61-41FD-B306-0F42F8AC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0BB1D-2688-4F83-9FDA-FAEF2A9B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E7E28-B520-444E-A668-294816D6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B2F7299-AAD7-46EC-B23A-9748F0B5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41 / 56">
            <a:extLst xmlns:a="http://schemas.openxmlformats.org/drawingml/2006/main">
              <a:ext uri="{FF2B5EF4-FFF2-40B4-BE49-F238E27FC236}">
                <a16:creationId xmlns:a16="http://schemas.microsoft.com/office/drawing/2014/main" id="{B1D266FE-9138-41D2-9EE2-B0EA58EB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56</a:t>
            </a:r>
          </a:p>
        </p:txBody>
      </p:sp>
    </p:spTree>
    <p:extLst>
      <p:ext uri="{BB962C8B-B14F-4D97-AF65-F5344CB8AC3E}">
        <p14:creationId xmlns:p14="http://schemas.microsoft.com/office/powerpoint/2010/main" val="49852490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726186A4-7ED3-4BBD-8437-4298B7DB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C8B48313-DC47-407D-B7DD-E6100AA9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F2E34424-F6E0-4673-AD6F-FDF31944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6EE37-1B3D-41B4-8A0E-EE1E85C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E6ED34C-80D6-4D44-A223-14CD3C27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2 / 56">
            <a:extLst xmlns:a="http://schemas.openxmlformats.org/drawingml/2006/main">
              <a:ext uri="{FF2B5EF4-FFF2-40B4-BE49-F238E27FC236}">
                <a16:creationId xmlns:a16="http://schemas.microsoft.com/office/drawing/2014/main" id="{0C916095-81F3-4C5D-B6C7-07F4F0DD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42 / 56</a:t>
            </a:r>
          </a:p>
        </p:txBody>
      </p:sp>
    </p:spTree>
    <p:extLst>
      <p:ext uri="{BB962C8B-B14F-4D97-AF65-F5344CB8AC3E}">
        <p14:creationId xmlns:p14="http://schemas.microsoft.com/office/powerpoint/2010/main" val="65713550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0468F917-3A57-4106-8BE6-32B5A438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72D981BA-51F9-4919-A7FD-7A190DD8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82558C24-54BF-474E-8DE0-378F9912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4FD8E-2D2E-445F-9E24-3ED9184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37BDA95-91C8-4D49-996A-8BCEABB1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3 / 56">
            <a:extLst xmlns:a="http://schemas.openxmlformats.org/drawingml/2006/main">
              <a:ext uri="{FF2B5EF4-FFF2-40B4-BE49-F238E27FC236}">
                <a16:creationId xmlns:a16="http://schemas.microsoft.com/office/drawing/2014/main" id="{94C71FBC-65A7-4092-8001-07CDBD2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43 / 56</a:t>
            </a:r>
          </a:p>
        </p:txBody>
      </p:sp>
    </p:spTree>
    <p:extLst>
      <p:ext uri="{BB962C8B-B14F-4D97-AF65-F5344CB8AC3E}">
        <p14:creationId xmlns:p14="http://schemas.microsoft.com/office/powerpoint/2010/main" val="37870600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BDBBBDF0-FFF7-4C1D-A48A-31F9F496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A5BC3252-3388-4014-B3A1-8AD878CC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3431CC04-C5C1-4E99-976F-B91E1BE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FFB08-0107-4931-AFED-19D6D034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9E2523F-B125-4802-8702-BA07EE8D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4 / 56">
            <a:extLst xmlns:a="http://schemas.openxmlformats.org/drawingml/2006/main">
              <a:ext uri="{FF2B5EF4-FFF2-40B4-BE49-F238E27FC236}">
                <a16:creationId xmlns:a16="http://schemas.microsoft.com/office/drawing/2014/main" id="{2A61FE98-BD07-46AF-A2D6-698A522C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44 / 56</a:t>
            </a:r>
          </a:p>
        </p:txBody>
      </p:sp>
    </p:spTree>
    <p:extLst>
      <p:ext uri="{BB962C8B-B14F-4D97-AF65-F5344CB8AC3E}">
        <p14:creationId xmlns:p14="http://schemas.microsoft.com/office/powerpoint/2010/main" val="76696018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AEA973BA-56E5-45F0-9F84-92CBB5D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AEE042C6-84B4-4ED0-99D1-3F60855D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B7EC6A1D-10D7-4695-89D7-0807C025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5FB7B-E6CD-4066-B091-22B922AD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816EEFA-23D1-48CA-B4B3-4E1F5ADD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5 / 56">
            <a:extLst xmlns:a="http://schemas.openxmlformats.org/drawingml/2006/main">
              <a:ext uri="{FF2B5EF4-FFF2-40B4-BE49-F238E27FC236}">
                <a16:creationId xmlns:a16="http://schemas.microsoft.com/office/drawing/2014/main" id="{DD6E227E-6863-4546-898B-9EAADE03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45 / 56</a:t>
            </a:r>
          </a:p>
        </p:txBody>
      </p:sp>
    </p:spTree>
    <p:extLst>
      <p:ext uri="{BB962C8B-B14F-4D97-AF65-F5344CB8AC3E}">
        <p14:creationId xmlns:p14="http://schemas.microsoft.com/office/powerpoint/2010/main" val="179235241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C273D74F-5450-44ED-8DB5-8D8EF13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D9DB639A-5DAC-41B7-B7F9-F8D0D0EF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ED783F9A-9CE1-46BE-A26D-C68AA8D7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728ED-DCC7-4137-8A4B-E7F8B522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14CB17D-911E-42D0-99BB-AE2F26FD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6 / 56">
            <a:extLst xmlns:a="http://schemas.openxmlformats.org/drawingml/2006/main">
              <a:ext uri="{FF2B5EF4-FFF2-40B4-BE49-F238E27FC236}">
                <a16:creationId xmlns:a16="http://schemas.microsoft.com/office/drawing/2014/main" id="{081A366E-B27A-4954-835D-3FF52E8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46 / 56</a:t>
            </a:r>
          </a:p>
        </p:txBody>
      </p:sp>
    </p:spTree>
    <p:extLst>
      <p:ext uri="{BB962C8B-B14F-4D97-AF65-F5344CB8AC3E}">
        <p14:creationId xmlns:p14="http://schemas.microsoft.com/office/powerpoint/2010/main" val="206284274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95FFE0BE-A928-4011-BEE3-0C8040CA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E2217412-5719-449B-8F45-EB83BF5F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3243FFC5-E09F-42D4-ADE8-2F927AA6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D577D-DC3F-4A5A-9FD9-C312DD8C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08027C9-67D5-450F-BA6A-3045B57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7 / 56">
            <a:extLst xmlns:a="http://schemas.openxmlformats.org/drawingml/2006/main">
              <a:ext uri="{FF2B5EF4-FFF2-40B4-BE49-F238E27FC236}">
                <a16:creationId xmlns:a16="http://schemas.microsoft.com/office/drawing/2014/main" id="{946A5EBB-EE02-4F2A-BA71-E2CD7AD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47 / 56</a:t>
            </a:r>
          </a:p>
        </p:txBody>
      </p:sp>
    </p:spTree>
    <p:extLst>
      <p:ext uri="{BB962C8B-B14F-4D97-AF65-F5344CB8AC3E}">
        <p14:creationId xmlns:p14="http://schemas.microsoft.com/office/powerpoint/2010/main" val="52453891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CBFCA42C-DA2B-4F9C-B386-A60ED5D1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6A1EBD78-76F4-409C-9390-ED514355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FA8A9C36-838C-4E9A-AAE3-D189340C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D7D2D-B008-4F0C-A8F2-5DBF5B48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2709332-53AA-4A65-B177-AF6BEA5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8 / 56">
            <a:extLst xmlns:a="http://schemas.openxmlformats.org/drawingml/2006/main">
              <a:ext uri="{FF2B5EF4-FFF2-40B4-BE49-F238E27FC236}">
                <a16:creationId xmlns:a16="http://schemas.microsoft.com/office/drawing/2014/main" id="{A3A65F3D-B44B-49B8-A08F-2BE067A2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48 / 56</a:t>
            </a:r>
          </a:p>
        </p:txBody>
      </p:sp>
    </p:spTree>
    <p:extLst>
      <p:ext uri="{BB962C8B-B14F-4D97-AF65-F5344CB8AC3E}">
        <p14:creationId xmlns:p14="http://schemas.microsoft.com/office/powerpoint/2010/main" val="13257645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81907938-6958-4B48-938C-E98AAB17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E3847E0A-FF85-4CD8-9804-89CBBEA3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3DC44FF6-BD68-45ED-ADB4-81C8DF7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160A4-7564-4E6A-AEE1-3724BFF8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40EBD07-92B3-4546-89E8-F7262A89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9 / 56">
            <a:extLst xmlns:a="http://schemas.openxmlformats.org/drawingml/2006/main">
              <a:ext uri="{FF2B5EF4-FFF2-40B4-BE49-F238E27FC236}">
                <a16:creationId xmlns:a16="http://schemas.microsoft.com/office/drawing/2014/main" id="{6693A8BB-5DA5-4F90-81EE-87E560F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49 / 56</a:t>
            </a:r>
          </a:p>
        </p:txBody>
      </p:sp>
    </p:spTree>
    <p:extLst>
      <p:ext uri="{BB962C8B-B14F-4D97-AF65-F5344CB8AC3E}">
        <p14:creationId xmlns:p14="http://schemas.microsoft.com/office/powerpoint/2010/main" val="180845744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825872B6-267C-466B-A381-90E75261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16C45DD1-2256-4BEC-A435-F29ACD98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91DBAA31-ED3A-49F3-93A3-C1B604EF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0DE10-D3B2-43FF-885B-355002E1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45BB320-B124-4F15-BCFA-5F0F281C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0 / 56">
            <a:extLst xmlns:a="http://schemas.openxmlformats.org/drawingml/2006/main">
              <a:ext uri="{FF2B5EF4-FFF2-40B4-BE49-F238E27FC236}">
                <a16:creationId xmlns:a16="http://schemas.microsoft.com/office/drawing/2014/main" id="{7DFD764F-B4A9-41B5-96BF-2CFC163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50 / 56</a:t>
            </a:r>
          </a:p>
        </p:txBody>
      </p:sp>
    </p:spTree>
    <p:extLst>
      <p:ext uri="{BB962C8B-B14F-4D97-AF65-F5344CB8AC3E}">
        <p14:creationId xmlns:p14="http://schemas.microsoft.com/office/powerpoint/2010/main" val="128263558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09525798-B101-4706-AA64-2852A3A5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287CB6ED-A798-4274-9189-18A7F9E5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8E8D736F-AC26-47B8-9ED7-9007A8C6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C4179-234B-4B0A-9E0A-44DE9B92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8C27A40-D98E-4C75-BDEE-A02C3BEC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1 / 56">
            <a:extLst xmlns:a="http://schemas.openxmlformats.org/drawingml/2006/main">
              <a:ext uri="{FF2B5EF4-FFF2-40B4-BE49-F238E27FC236}">
                <a16:creationId xmlns:a16="http://schemas.microsoft.com/office/drawing/2014/main" id="{A491C77A-A560-406E-B1E0-79FBCD4E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51 / 56</a:t>
            </a:r>
          </a:p>
        </p:txBody>
      </p:sp>
    </p:spTree>
    <p:extLst>
      <p:ext uri="{BB962C8B-B14F-4D97-AF65-F5344CB8AC3E}">
        <p14:creationId xmlns:p14="http://schemas.microsoft.com/office/powerpoint/2010/main" val="140175562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C7EF7745-483F-4E38-AA3A-5406C75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AE4A6311-0FA3-469F-B85E-FA45BC21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FA6CC7EA-E44F-4070-BFD8-086950F1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6AD71-1C08-41A8-BDA9-FBF6CF4A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D34487D-AAAB-4214-B73B-B196164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2 / 56">
            <a:extLst xmlns:a="http://schemas.openxmlformats.org/drawingml/2006/main">
              <a:ext uri="{FF2B5EF4-FFF2-40B4-BE49-F238E27FC236}">
                <a16:creationId xmlns:a16="http://schemas.microsoft.com/office/drawing/2014/main" id="{B7D8D860-F816-4E06-877F-43812387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52 / 56</a:t>
            </a:r>
          </a:p>
        </p:txBody>
      </p:sp>
    </p:spTree>
    <p:extLst>
      <p:ext uri="{BB962C8B-B14F-4D97-AF65-F5344CB8AC3E}">
        <p14:creationId xmlns:p14="http://schemas.microsoft.com/office/powerpoint/2010/main" val="146689934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389860B7-33EE-4141-8DCA-B3FB9D8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72A82B67-AC0D-4DA7-B2CE-A07EF39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295F872F-2CFA-4419-BA08-59D16F21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48FD4-604F-43BC-8B48-438E85C1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CA1592B-A386-44E5-B302-DF52AE1E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3 / 56">
            <a:extLst xmlns:a="http://schemas.openxmlformats.org/drawingml/2006/main">
              <a:ext uri="{FF2B5EF4-FFF2-40B4-BE49-F238E27FC236}">
                <a16:creationId xmlns:a16="http://schemas.microsoft.com/office/drawing/2014/main" id="{46683DAE-82BA-4116-B5A1-F537D3E7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53 / 56</a:t>
            </a:r>
          </a:p>
        </p:txBody>
      </p:sp>
    </p:spTree>
    <p:extLst>
      <p:ext uri="{BB962C8B-B14F-4D97-AF65-F5344CB8AC3E}">
        <p14:creationId xmlns:p14="http://schemas.microsoft.com/office/powerpoint/2010/main" val="67323989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94ED7EFC-D3EE-42A1-B2C0-4CCB82C0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BDEB48FC-C60B-491D-BF85-0CC98D5D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5F1DA049-4D10-4A2B-9903-B9E6EF6C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17D23-5627-4E0E-9088-9745CF1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C44275B-4A6D-4E5E-8555-364B3854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4 / 56">
            <a:extLst xmlns:a="http://schemas.openxmlformats.org/drawingml/2006/main">
              <a:ext uri="{FF2B5EF4-FFF2-40B4-BE49-F238E27FC236}">
                <a16:creationId xmlns:a16="http://schemas.microsoft.com/office/drawing/2014/main" id="{9B57325A-8706-4266-B560-53EA270D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54 / 56</a:t>
            </a:r>
          </a:p>
        </p:txBody>
      </p:sp>
    </p:spTree>
    <p:extLst>
      <p:ext uri="{BB962C8B-B14F-4D97-AF65-F5344CB8AC3E}">
        <p14:creationId xmlns:p14="http://schemas.microsoft.com/office/powerpoint/2010/main" val="43613332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D169F793-3DCE-4385-8D3B-2338488B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9DDD9118-1134-4969-B212-F3487B36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F6C26548-F07C-4D1C-8799-E1E21F6F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3A61B-9A18-4B40-81F2-AB63AF54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84D314C-D8A2-4888-BC39-A95A5521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5 / 56">
            <a:extLst xmlns:a="http://schemas.openxmlformats.org/drawingml/2006/main">
              <a:ext uri="{FF2B5EF4-FFF2-40B4-BE49-F238E27FC236}">
                <a16:creationId xmlns:a16="http://schemas.microsoft.com/office/drawing/2014/main" id="{5DA6565A-96E5-451A-9D4A-64E23428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55 / 56</a:t>
            </a:r>
          </a:p>
        </p:txBody>
      </p:sp>
    </p:spTree>
    <p:extLst>
      <p:ext uri="{BB962C8B-B14F-4D97-AF65-F5344CB8AC3E}">
        <p14:creationId xmlns:p14="http://schemas.microsoft.com/office/powerpoint/2010/main" val="39841927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D8EE8E6F-C08B-4F17-A3F3-80AAAA30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A64A26A4-BCFE-482F-8B5A-1D6244A8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9139AE4A-44C6-43F7-91FF-2CDF40CC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5287D-A77C-492E-A936-BA05F3A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2A48B76-B9F6-4C36-A9C1-46CCD2B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6 / 56">
            <a:extLst xmlns:a="http://schemas.openxmlformats.org/drawingml/2006/main">
              <a:ext uri="{FF2B5EF4-FFF2-40B4-BE49-F238E27FC236}">
                <a16:creationId xmlns:a16="http://schemas.microsoft.com/office/drawing/2014/main" id="{15E93545-802F-4176-8FC4-1977F323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56 / 56</a:t>
            </a:r>
          </a:p>
        </p:txBody>
      </p:sp>
    </p:spTree>
    <p:extLst>
      <p:ext uri="{BB962C8B-B14F-4D97-AF65-F5344CB8AC3E}">
        <p14:creationId xmlns:p14="http://schemas.microsoft.com/office/powerpoint/2010/main" val="1449214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2026-10-08T10:58:09.1700000Z</dcterms:created>
  <dcterms:modified xsi:type="dcterms:W3CDTF">2026-10-08T10:58:09.1700000Z</dcterms:modified>
</coreProperties>
</file>