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171bcbf97f4cff" /><Relationship Type="http://schemas.openxmlformats.org/officeDocument/2006/relationships/extended-properties" Target="/docProps/app.xml" Id="R5008b769aaf24008" /><Relationship Type="http://schemas.openxmlformats.org/officeDocument/2006/relationships/officeDocument" Target="/ppt/presentation.xml" Id="R89221cd33cfa48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31f2d9a2604b4f"/>
  </p:sldMasterIdLst>
  <p:notesMasterIdLst>
    <p:notesMasterId xmlns:r="http://schemas.openxmlformats.org/officeDocument/2006/relationships" r:id="Rf91490d5aff54768"/>
  </p:notesMasterIdLst>
  <p:sldIdLst>
    <p:sldId xmlns:r="http://schemas.openxmlformats.org/officeDocument/2006/relationships" id="256" r:id="R5b6cca3dc6624834"/>
    <p:sldId xmlns:r="http://schemas.openxmlformats.org/officeDocument/2006/relationships" id="257" r:id="R710091a5b85b4018"/>
    <p:sldId xmlns:r="http://schemas.openxmlformats.org/officeDocument/2006/relationships" id="258" r:id="Rec67666ad823434e"/>
    <p:sldId xmlns:r="http://schemas.openxmlformats.org/officeDocument/2006/relationships" id="259" r:id="R753df7148511449f"/>
    <p:sldId xmlns:r="http://schemas.openxmlformats.org/officeDocument/2006/relationships" id="260" r:id="R50632c08cb774221"/>
    <p:sldId xmlns:r="http://schemas.openxmlformats.org/officeDocument/2006/relationships" id="261" r:id="Re06b497a4a244ac7"/>
    <p:sldId xmlns:r="http://schemas.openxmlformats.org/officeDocument/2006/relationships" id="262" r:id="R2761451676c94a2e"/>
    <p:sldId xmlns:r="http://schemas.openxmlformats.org/officeDocument/2006/relationships" id="263" r:id="Redb34f569bb440e9"/>
    <p:sldId xmlns:r="http://schemas.openxmlformats.org/officeDocument/2006/relationships" id="264" r:id="R0af78af3f3ea411d"/>
    <p:sldId xmlns:r="http://schemas.openxmlformats.org/officeDocument/2006/relationships" id="265" r:id="R7ecc889d858640dc"/>
    <p:sldId xmlns:r="http://schemas.openxmlformats.org/officeDocument/2006/relationships" id="266" r:id="R54c43fed42394151"/>
    <p:sldId xmlns:r="http://schemas.openxmlformats.org/officeDocument/2006/relationships" id="267" r:id="R1142c8f635214968"/>
    <p:sldId xmlns:r="http://schemas.openxmlformats.org/officeDocument/2006/relationships" id="268" r:id="Rff0d155b063046c4"/>
    <p:sldId xmlns:r="http://schemas.openxmlformats.org/officeDocument/2006/relationships" id="269" r:id="R5d200ddec4214a3c"/>
    <p:sldId xmlns:r="http://schemas.openxmlformats.org/officeDocument/2006/relationships" id="270" r:id="Ra00288d6ab084670"/>
    <p:sldId xmlns:r="http://schemas.openxmlformats.org/officeDocument/2006/relationships" id="271" r:id="R7c5c125ccf9c4384"/>
    <p:sldId xmlns:r="http://schemas.openxmlformats.org/officeDocument/2006/relationships" id="272" r:id="R6ce4dfbed03d41b1"/>
    <p:sldId xmlns:r="http://schemas.openxmlformats.org/officeDocument/2006/relationships" id="273" r:id="R6971ccf36ad54de4"/>
    <p:sldId xmlns:r="http://schemas.openxmlformats.org/officeDocument/2006/relationships" id="274" r:id="R2f5a490aea474368"/>
    <p:sldId xmlns:r="http://schemas.openxmlformats.org/officeDocument/2006/relationships" id="275" r:id="Ra5cbef10dff14e30"/>
    <p:sldId xmlns:r="http://schemas.openxmlformats.org/officeDocument/2006/relationships" id="276" r:id="R1550dc8b59e540ab"/>
    <p:sldId xmlns:r="http://schemas.openxmlformats.org/officeDocument/2006/relationships" id="277" r:id="R89f45275353845ae"/>
    <p:sldId xmlns:r="http://schemas.openxmlformats.org/officeDocument/2006/relationships" id="278" r:id="R01614c67f12e4789"/>
    <p:sldId xmlns:r="http://schemas.openxmlformats.org/officeDocument/2006/relationships" id="279" r:id="R2571291eb62948bf"/>
    <p:sldId xmlns:r="http://schemas.openxmlformats.org/officeDocument/2006/relationships" id="280" r:id="R83c2b332711f4c4b"/>
    <p:sldId xmlns:r="http://schemas.openxmlformats.org/officeDocument/2006/relationships" id="281" r:id="Re36f57bc6f7c47cb"/>
    <p:sldId xmlns:r="http://schemas.openxmlformats.org/officeDocument/2006/relationships" id="282" r:id="Re1f5cecd286a45f4"/>
    <p:sldId xmlns:r="http://schemas.openxmlformats.org/officeDocument/2006/relationships" id="283" r:id="R150c0d8989e24bc8"/>
    <p:sldId xmlns:r="http://schemas.openxmlformats.org/officeDocument/2006/relationships" id="284" r:id="R8de4cdd6f7c24901"/>
    <p:sldId xmlns:r="http://schemas.openxmlformats.org/officeDocument/2006/relationships" id="285" r:id="R35dd3535db464a11"/>
    <p:sldId xmlns:r="http://schemas.openxmlformats.org/officeDocument/2006/relationships" id="286" r:id="R3b0a9c68037e4438"/>
    <p:sldId xmlns:r="http://schemas.openxmlformats.org/officeDocument/2006/relationships" id="287" r:id="R877e8f61860a407e"/>
    <p:sldId xmlns:r="http://schemas.openxmlformats.org/officeDocument/2006/relationships" id="288" r:id="R94e984c3d6bf4500"/>
    <p:sldId xmlns:r="http://schemas.openxmlformats.org/officeDocument/2006/relationships" id="289" r:id="R6972a928016948c2"/>
    <p:sldId xmlns:r="http://schemas.openxmlformats.org/officeDocument/2006/relationships" id="290" r:id="Rb9fef6ec469245d8"/>
    <p:sldId xmlns:r="http://schemas.openxmlformats.org/officeDocument/2006/relationships" id="291" r:id="R3f53ef13660b4ee7"/>
    <p:sldId xmlns:r="http://schemas.openxmlformats.org/officeDocument/2006/relationships" id="292" r:id="R6deb55b8f670437c"/>
    <p:sldId xmlns:r="http://schemas.openxmlformats.org/officeDocument/2006/relationships" id="293" r:id="R91908cd7638649de"/>
    <p:sldId xmlns:r="http://schemas.openxmlformats.org/officeDocument/2006/relationships" id="294" r:id="R30a751124e054ef3"/>
    <p:sldId xmlns:r="http://schemas.openxmlformats.org/officeDocument/2006/relationships" id="295" r:id="R99051e46677c4a70"/>
    <p:sldId xmlns:r="http://schemas.openxmlformats.org/officeDocument/2006/relationships" id="296" r:id="R53d24c90ab9745cb"/>
    <p:sldId xmlns:r="http://schemas.openxmlformats.org/officeDocument/2006/relationships" id="297" r:id="Rfdc2b02410ab4af6"/>
    <p:sldId xmlns:r="http://schemas.openxmlformats.org/officeDocument/2006/relationships" id="298" r:id="R39bb1958071b4514"/>
    <p:sldId xmlns:r="http://schemas.openxmlformats.org/officeDocument/2006/relationships" id="299" r:id="Re1a0bd456ddd4bc6"/>
    <p:sldId xmlns:r="http://schemas.openxmlformats.org/officeDocument/2006/relationships" id="300" r:id="Reed29277b32d477d"/>
    <p:sldId xmlns:r="http://schemas.openxmlformats.org/officeDocument/2006/relationships" id="301" r:id="R407a41af0036402d"/>
    <p:sldId xmlns:r="http://schemas.openxmlformats.org/officeDocument/2006/relationships" id="302" r:id="R9a8ef79c89684d68"/>
    <p:sldId xmlns:r="http://schemas.openxmlformats.org/officeDocument/2006/relationships" id="303" r:id="Rc7d19ef78a314297"/>
    <p:sldId xmlns:r="http://schemas.openxmlformats.org/officeDocument/2006/relationships" id="304" r:id="Rf5c089c501ff4ed1"/>
    <p:sldId xmlns:r="http://schemas.openxmlformats.org/officeDocument/2006/relationships" id="305" r:id="Rfa511caca897438d"/>
    <p:sldId xmlns:r="http://schemas.openxmlformats.org/officeDocument/2006/relationships" id="306" r:id="Ra37d3a57c6a04b2e"/>
    <p:sldId xmlns:r="http://schemas.openxmlformats.org/officeDocument/2006/relationships" id="307" r:id="Rfe3daee7632c4645"/>
    <p:sldId xmlns:r="http://schemas.openxmlformats.org/officeDocument/2006/relationships" id="308" r:id="Rfa11b8f75dbb4833"/>
    <p:sldId xmlns:r="http://schemas.openxmlformats.org/officeDocument/2006/relationships" id="309" r:id="Rf2cdc7d541364be6"/>
    <p:sldId xmlns:r="http://schemas.openxmlformats.org/officeDocument/2006/relationships" id="310" r:id="R6c8957313038486a"/>
    <p:sldId xmlns:r="http://schemas.openxmlformats.org/officeDocument/2006/relationships" id="311" r:id="Ra8ca1be6916947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40e61ca96f4d92" /><Relationship Type="http://schemas.openxmlformats.org/officeDocument/2006/relationships/slideMaster" Target="/ppt/slideMasters/slideMaster1.xml" Id="Rae31f2d9a2604b4f" /><Relationship Type="http://schemas.openxmlformats.org/officeDocument/2006/relationships/notesMaster" Target="/ppt/notesMasters/notesMaster1.xml" Id="Rf91490d5aff54768" /><Relationship Type="http://schemas.openxmlformats.org/officeDocument/2006/relationships/presProps" Target="/ppt/presProps.xml" Id="R4be23de119ca44f2" /><Relationship Type="http://schemas.openxmlformats.org/officeDocument/2006/relationships/tableStyles" Target="/ppt/tableStyles.xml" Id="Rfeb22ab3b39c47c2" /><Relationship Type="http://schemas.openxmlformats.org/officeDocument/2006/relationships/slide" Target="/ppt/slides/slide1.xml" Id="R5b6cca3dc6624834" /><Relationship Type="http://schemas.openxmlformats.org/officeDocument/2006/relationships/slide" Target="/ppt/slides/slide2.xml" Id="R710091a5b85b4018" /><Relationship Type="http://schemas.openxmlformats.org/officeDocument/2006/relationships/slide" Target="/ppt/slides/slide3.xml" Id="Rec67666ad823434e" /><Relationship Type="http://schemas.openxmlformats.org/officeDocument/2006/relationships/slide" Target="/ppt/slides/slide4.xml" Id="R753df7148511449f" /><Relationship Type="http://schemas.openxmlformats.org/officeDocument/2006/relationships/slide" Target="/ppt/slides/slide5.xml" Id="R50632c08cb774221" /><Relationship Type="http://schemas.openxmlformats.org/officeDocument/2006/relationships/slide" Target="/ppt/slides/slide6.xml" Id="Re06b497a4a244ac7" /><Relationship Type="http://schemas.openxmlformats.org/officeDocument/2006/relationships/slide" Target="/ppt/slides/slide7.xml" Id="R2761451676c94a2e" /><Relationship Type="http://schemas.openxmlformats.org/officeDocument/2006/relationships/slide" Target="/ppt/slides/slide8.xml" Id="Redb34f569bb440e9" /><Relationship Type="http://schemas.openxmlformats.org/officeDocument/2006/relationships/slide" Target="/ppt/slides/slide9.xml" Id="R0af78af3f3ea411d" /><Relationship Type="http://schemas.openxmlformats.org/officeDocument/2006/relationships/slide" Target="/ppt/slides/slide10.xml" Id="R7ecc889d858640dc" /><Relationship Type="http://schemas.openxmlformats.org/officeDocument/2006/relationships/slide" Target="/ppt/slides/slide11.xml" Id="R54c43fed42394151" /><Relationship Type="http://schemas.openxmlformats.org/officeDocument/2006/relationships/slide" Target="/ppt/slides/slide12.xml" Id="R1142c8f635214968" /><Relationship Type="http://schemas.openxmlformats.org/officeDocument/2006/relationships/slide" Target="/ppt/slides/slide13.xml" Id="Rff0d155b063046c4" /><Relationship Type="http://schemas.openxmlformats.org/officeDocument/2006/relationships/slide" Target="/ppt/slides/slide14.xml" Id="R5d200ddec4214a3c" /><Relationship Type="http://schemas.openxmlformats.org/officeDocument/2006/relationships/slide" Target="/ppt/slides/slide15.xml" Id="Ra00288d6ab084670" /><Relationship Type="http://schemas.openxmlformats.org/officeDocument/2006/relationships/slide" Target="/ppt/slides/slide16.xml" Id="R7c5c125ccf9c4384" /><Relationship Type="http://schemas.openxmlformats.org/officeDocument/2006/relationships/slide" Target="/ppt/slides/slide17.xml" Id="R6ce4dfbed03d41b1" /><Relationship Type="http://schemas.openxmlformats.org/officeDocument/2006/relationships/slide" Target="/ppt/slides/slide18.xml" Id="R6971ccf36ad54de4" /><Relationship Type="http://schemas.openxmlformats.org/officeDocument/2006/relationships/slide" Target="/ppt/slides/slide19.xml" Id="R2f5a490aea474368" /><Relationship Type="http://schemas.openxmlformats.org/officeDocument/2006/relationships/slide" Target="/ppt/slides/slide20.xml" Id="Ra5cbef10dff14e30" /><Relationship Type="http://schemas.openxmlformats.org/officeDocument/2006/relationships/slide" Target="/ppt/slides/slide21.xml" Id="R1550dc8b59e540ab" /><Relationship Type="http://schemas.openxmlformats.org/officeDocument/2006/relationships/slide" Target="/ppt/slides/slide22.xml" Id="R89f45275353845ae" /><Relationship Type="http://schemas.openxmlformats.org/officeDocument/2006/relationships/slide" Target="/ppt/slides/slide23.xml" Id="R01614c67f12e4789" /><Relationship Type="http://schemas.openxmlformats.org/officeDocument/2006/relationships/slide" Target="/ppt/slides/slide24.xml" Id="R2571291eb62948bf" /><Relationship Type="http://schemas.openxmlformats.org/officeDocument/2006/relationships/slide" Target="/ppt/slides/slide25.xml" Id="R83c2b332711f4c4b" /><Relationship Type="http://schemas.openxmlformats.org/officeDocument/2006/relationships/slide" Target="/ppt/slides/slide26.xml" Id="Re36f57bc6f7c47cb" /><Relationship Type="http://schemas.openxmlformats.org/officeDocument/2006/relationships/slide" Target="/ppt/slides/slide27.xml" Id="Re1f5cecd286a45f4" /><Relationship Type="http://schemas.openxmlformats.org/officeDocument/2006/relationships/slide" Target="/ppt/slides/slide28.xml" Id="R150c0d8989e24bc8" /><Relationship Type="http://schemas.openxmlformats.org/officeDocument/2006/relationships/slide" Target="/ppt/slides/slide29.xml" Id="R8de4cdd6f7c24901" /><Relationship Type="http://schemas.openxmlformats.org/officeDocument/2006/relationships/slide" Target="/ppt/slides/slide30.xml" Id="R35dd3535db464a11" /><Relationship Type="http://schemas.openxmlformats.org/officeDocument/2006/relationships/slide" Target="/ppt/slides/slide31.xml" Id="R3b0a9c68037e4438" /><Relationship Type="http://schemas.openxmlformats.org/officeDocument/2006/relationships/slide" Target="/ppt/slides/slide32.xml" Id="R877e8f61860a407e" /><Relationship Type="http://schemas.openxmlformats.org/officeDocument/2006/relationships/slide" Target="/ppt/slides/slide33.xml" Id="R94e984c3d6bf4500" /><Relationship Type="http://schemas.openxmlformats.org/officeDocument/2006/relationships/slide" Target="/ppt/slides/slide34.xml" Id="R6972a928016948c2" /><Relationship Type="http://schemas.openxmlformats.org/officeDocument/2006/relationships/slide" Target="/ppt/slides/slide35.xml" Id="Rb9fef6ec469245d8" /><Relationship Type="http://schemas.openxmlformats.org/officeDocument/2006/relationships/slide" Target="/ppt/slides/slide36.xml" Id="R3f53ef13660b4ee7" /><Relationship Type="http://schemas.openxmlformats.org/officeDocument/2006/relationships/slide" Target="/ppt/slides/slide37.xml" Id="R6deb55b8f670437c" /><Relationship Type="http://schemas.openxmlformats.org/officeDocument/2006/relationships/slide" Target="/ppt/slides/slide38.xml" Id="R91908cd7638649de" /><Relationship Type="http://schemas.openxmlformats.org/officeDocument/2006/relationships/slide" Target="/ppt/slides/slide39.xml" Id="R30a751124e054ef3" /><Relationship Type="http://schemas.openxmlformats.org/officeDocument/2006/relationships/slide" Target="/ppt/slides/slide40.xml" Id="R99051e46677c4a70" /><Relationship Type="http://schemas.openxmlformats.org/officeDocument/2006/relationships/slide" Target="/ppt/slides/slide41.xml" Id="R53d24c90ab9745cb" /><Relationship Type="http://schemas.openxmlformats.org/officeDocument/2006/relationships/slide" Target="/ppt/slides/slide42.xml" Id="Rfdc2b02410ab4af6" /><Relationship Type="http://schemas.openxmlformats.org/officeDocument/2006/relationships/slide" Target="/ppt/slides/slide43.xml" Id="R39bb1958071b4514" /><Relationship Type="http://schemas.openxmlformats.org/officeDocument/2006/relationships/slide" Target="/ppt/slides/slide44.xml" Id="Re1a0bd456ddd4bc6" /><Relationship Type="http://schemas.openxmlformats.org/officeDocument/2006/relationships/slide" Target="/ppt/slides/slide45.xml" Id="Reed29277b32d477d" /><Relationship Type="http://schemas.openxmlformats.org/officeDocument/2006/relationships/slide" Target="/ppt/slides/slide46.xml" Id="R407a41af0036402d" /><Relationship Type="http://schemas.openxmlformats.org/officeDocument/2006/relationships/slide" Target="/ppt/slides/slide47.xml" Id="R9a8ef79c89684d68" /><Relationship Type="http://schemas.openxmlformats.org/officeDocument/2006/relationships/slide" Target="/ppt/slides/slide48.xml" Id="Rc7d19ef78a314297" /><Relationship Type="http://schemas.openxmlformats.org/officeDocument/2006/relationships/slide" Target="/ppt/slides/slide49.xml" Id="Rf5c089c501ff4ed1" /><Relationship Type="http://schemas.openxmlformats.org/officeDocument/2006/relationships/slide" Target="/ppt/slides/slide50.xml" Id="Rfa511caca897438d" /><Relationship Type="http://schemas.openxmlformats.org/officeDocument/2006/relationships/slide" Target="/ppt/slides/slide51.xml" Id="Ra37d3a57c6a04b2e" /><Relationship Type="http://schemas.openxmlformats.org/officeDocument/2006/relationships/slide" Target="/ppt/slides/slide52.xml" Id="Rfe3daee7632c4645" /><Relationship Type="http://schemas.openxmlformats.org/officeDocument/2006/relationships/slide" Target="/ppt/slides/slide53.xml" Id="Rfa11b8f75dbb4833" /><Relationship Type="http://schemas.openxmlformats.org/officeDocument/2006/relationships/slide" Target="/ppt/slides/slide54.xml" Id="Rf2cdc7d541364be6" /><Relationship Type="http://schemas.openxmlformats.org/officeDocument/2006/relationships/slide" Target="/ppt/slides/slide55.xml" Id="R6c8957313038486a" /><Relationship Type="http://schemas.openxmlformats.org/officeDocument/2006/relationships/slide" Target="/ppt/slides/slide56.xml" Id="Ra8ca1be69169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a7770c736845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3fdc0c3a164542" /><Relationship Type="http://schemas.openxmlformats.org/officeDocument/2006/relationships/notesMaster" Target="/ppt/notesMasters/notesMaster1.xml" Id="R9153bf2300d548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b73ab10d3a49a4" /><Relationship Type="http://schemas.openxmlformats.org/officeDocument/2006/relationships/notesMaster" Target="/ppt/notesMasters/notesMaster1.xml" Id="Rd75f4e06894c4d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5bde6d0f834796" /><Relationship Type="http://schemas.openxmlformats.org/officeDocument/2006/relationships/notesMaster" Target="/ppt/notesMasters/notesMaster1.xml" Id="R4e54d723dd764f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c8c2bcb3bb4019" /><Relationship Type="http://schemas.openxmlformats.org/officeDocument/2006/relationships/notesMaster" Target="/ppt/notesMasters/notesMaster1.xml" Id="R355b7e0aec5946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fadaba61374e65" /><Relationship Type="http://schemas.openxmlformats.org/officeDocument/2006/relationships/notesMaster" Target="/ppt/notesMasters/notesMaster1.xml" Id="R83547cca92974d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2c177c107e4583" /><Relationship Type="http://schemas.openxmlformats.org/officeDocument/2006/relationships/notesMaster" Target="/ppt/notesMasters/notesMaster1.xml" Id="R38dd4acfc9544d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07924fa62f4d0f" /><Relationship Type="http://schemas.openxmlformats.org/officeDocument/2006/relationships/notesMaster" Target="/ppt/notesMasters/notesMaster1.xml" Id="R9c19e1a2f1174e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8f1dd4559b4346" /><Relationship Type="http://schemas.openxmlformats.org/officeDocument/2006/relationships/notesMaster" Target="/ppt/notesMasters/notesMaster1.xml" Id="R60b0d296930049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69e76af9c6420f" /><Relationship Type="http://schemas.openxmlformats.org/officeDocument/2006/relationships/notesMaster" Target="/ppt/notesMasters/notesMaster1.xml" Id="R75556600862744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14e6babf044a0" /><Relationship Type="http://schemas.openxmlformats.org/officeDocument/2006/relationships/notesMaster" Target="/ppt/notesMasters/notesMaster1.xml" Id="Rbd83b664fdc84f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533dd546314ed8" /><Relationship Type="http://schemas.openxmlformats.org/officeDocument/2006/relationships/notesMaster" Target="/ppt/notesMasters/notesMaster1.xml" Id="Rcc56c2560d244c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ca2fcf15584cff" /><Relationship Type="http://schemas.openxmlformats.org/officeDocument/2006/relationships/notesMaster" Target="/ppt/notesMasters/notesMaster1.xml" Id="Re3b0159bc58f49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4779ab83364ac5" /><Relationship Type="http://schemas.openxmlformats.org/officeDocument/2006/relationships/notesMaster" Target="/ppt/notesMasters/notesMaster1.xml" Id="Rd588abe3c05e4e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9e5ba2b68a4c55" /><Relationship Type="http://schemas.openxmlformats.org/officeDocument/2006/relationships/notesMaster" Target="/ppt/notesMasters/notesMaster1.xml" Id="R2ad31fbe722247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c764aa525c460f" /><Relationship Type="http://schemas.openxmlformats.org/officeDocument/2006/relationships/notesMaster" Target="/ppt/notesMasters/notesMaster1.xml" Id="Rc92eed35b57c40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60b7f2d33345e1" /><Relationship Type="http://schemas.openxmlformats.org/officeDocument/2006/relationships/notesMaster" Target="/ppt/notesMasters/notesMaster1.xml" Id="R40665135b45a4b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d0ff1ecafc419a" /><Relationship Type="http://schemas.openxmlformats.org/officeDocument/2006/relationships/notesMaster" Target="/ppt/notesMasters/notesMaster1.xml" Id="R7601aa5bd2fc42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caa2cf145644e9" /><Relationship Type="http://schemas.openxmlformats.org/officeDocument/2006/relationships/notesMaster" Target="/ppt/notesMasters/notesMaster1.xml" Id="R60671fc13aed44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babe4e8ccd4f71" /><Relationship Type="http://schemas.openxmlformats.org/officeDocument/2006/relationships/notesMaster" Target="/ppt/notesMasters/notesMaster1.xml" Id="R4f0c1c78d2b546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53df133b974040" /><Relationship Type="http://schemas.openxmlformats.org/officeDocument/2006/relationships/notesMaster" Target="/ppt/notesMasters/notesMaster1.xml" Id="Rf2457ee9010d4a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305c2fd9b643d3" /><Relationship Type="http://schemas.openxmlformats.org/officeDocument/2006/relationships/notesMaster" Target="/ppt/notesMasters/notesMaster1.xml" Id="Rd14a2b2751b847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08297c8f1b4da4" /><Relationship Type="http://schemas.openxmlformats.org/officeDocument/2006/relationships/notesMaster" Target="/ppt/notesMasters/notesMaster1.xml" Id="R4b3f1bdbe12246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555237f4ef4f93" /><Relationship Type="http://schemas.openxmlformats.org/officeDocument/2006/relationships/notesMaster" Target="/ppt/notesMasters/notesMaster1.xml" Id="Rb7cf6aea425e471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271191045941f7" /><Relationship Type="http://schemas.openxmlformats.org/officeDocument/2006/relationships/notesMaster" Target="/ppt/notesMasters/notesMaster1.xml" Id="R4e238b58685c416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e971cedb1624467" /><Relationship Type="http://schemas.openxmlformats.org/officeDocument/2006/relationships/notesMaster" Target="/ppt/notesMasters/notesMaster1.xml" Id="R3dcfa2c02bb7400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5c8d52ef304496" /><Relationship Type="http://schemas.openxmlformats.org/officeDocument/2006/relationships/notesMaster" Target="/ppt/notesMasters/notesMaster1.xml" Id="R1cfe41ea99c143f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720f03e96f64b62" /><Relationship Type="http://schemas.openxmlformats.org/officeDocument/2006/relationships/notesMaster" Target="/ppt/notesMasters/notesMaster1.xml" Id="Rf68a05bbf8334ef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869aac0fc0b4fbe" /><Relationship Type="http://schemas.openxmlformats.org/officeDocument/2006/relationships/notesMaster" Target="/ppt/notesMasters/notesMaster1.xml" Id="Ra8758fc67936412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1bac1f2b2b143d2" /><Relationship Type="http://schemas.openxmlformats.org/officeDocument/2006/relationships/notesMaster" Target="/ppt/notesMasters/notesMaster1.xml" Id="R383711f919d04aa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e9fb6d5060842d0" /><Relationship Type="http://schemas.openxmlformats.org/officeDocument/2006/relationships/notesMaster" Target="/ppt/notesMasters/notesMaster1.xml" Id="Rf17115fe5a5243a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6b765c359fd4eea" /><Relationship Type="http://schemas.openxmlformats.org/officeDocument/2006/relationships/notesMaster" Target="/ppt/notesMasters/notesMaster1.xml" Id="Rb167bbb490c7447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2142ae0748645ad" /><Relationship Type="http://schemas.openxmlformats.org/officeDocument/2006/relationships/notesMaster" Target="/ppt/notesMasters/notesMaster1.xml" Id="R8e03611faa1844b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78c81e9123f42ba" /><Relationship Type="http://schemas.openxmlformats.org/officeDocument/2006/relationships/notesMaster" Target="/ppt/notesMasters/notesMaster1.xml" Id="R56618d8e2805479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91eb52e2ba143cb" /><Relationship Type="http://schemas.openxmlformats.org/officeDocument/2006/relationships/notesMaster" Target="/ppt/notesMasters/notesMaster1.xml" Id="R63828bd4a67c4d2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a8b027cd214300" /><Relationship Type="http://schemas.openxmlformats.org/officeDocument/2006/relationships/notesMaster" Target="/ppt/notesMasters/notesMaster1.xml" Id="R76562c991bc7450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1a5cd64ea96452e" /><Relationship Type="http://schemas.openxmlformats.org/officeDocument/2006/relationships/notesMaster" Target="/ppt/notesMasters/notesMaster1.xml" Id="R031171424d7547b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1c31be7ea2847a1" /><Relationship Type="http://schemas.openxmlformats.org/officeDocument/2006/relationships/notesMaster" Target="/ppt/notesMasters/notesMaster1.xml" Id="Rc38ac793bfca42e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29573614f3441af" /><Relationship Type="http://schemas.openxmlformats.org/officeDocument/2006/relationships/notesMaster" Target="/ppt/notesMasters/notesMaster1.xml" Id="Rb32f11f3939e48c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72b8edd5a4749e8" /><Relationship Type="http://schemas.openxmlformats.org/officeDocument/2006/relationships/notesMaster" Target="/ppt/notesMasters/notesMaster1.xml" Id="R4bcf2ea5f69f468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30c4c50d10b4e52" /><Relationship Type="http://schemas.openxmlformats.org/officeDocument/2006/relationships/notesMaster" Target="/ppt/notesMasters/notesMaster1.xml" Id="Rcc99140861a4423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36db709dac74754" /><Relationship Type="http://schemas.openxmlformats.org/officeDocument/2006/relationships/notesMaster" Target="/ppt/notesMasters/notesMaster1.xml" Id="R26bbb0af7242425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1f24497f2504436" /><Relationship Type="http://schemas.openxmlformats.org/officeDocument/2006/relationships/notesMaster" Target="/ppt/notesMasters/notesMaster1.xml" Id="R7e0eb6da374d4f1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fc4d804984c4365" /><Relationship Type="http://schemas.openxmlformats.org/officeDocument/2006/relationships/notesMaster" Target="/ppt/notesMasters/notesMaster1.xml" Id="Rbbc566fc5dd0436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42afa79d9e04c16" /><Relationship Type="http://schemas.openxmlformats.org/officeDocument/2006/relationships/notesMaster" Target="/ppt/notesMasters/notesMaster1.xml" Id="Rf734b0ab91414f1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6671b3625554a4c" /><Relationship Type="http://schemas.openxmlformats.org/officeDocument/2006/relationships/notesMaster" Target="/ppt/notesMasters/notesMaster1.xml" Id="R96cbd667d311478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48ad09e81eb4f28" /><Relationship Type="http://schemas.openxmlformats.org/officeDocument/2006/relationships/notesMaster" Target="/ppt/notesMasters/notesMaster1.xml" Id="R9674919032ac470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9bdc658c5c941f1" /><Relationship Type="http://schemas.openxmlformats.org/officeDocument/2006/relationships/notesMaster" Target="/ppt/notesMasters/notesMaster1.xml" Id="Rc6520775cb1441d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bf837c7fbfa4c9c" /><Relationship Type="http://schemas.openxmlformats.org/officeDocument/2006/relationships/notesMaster" Target="/ppt/notesMasters/notesMaster1.xml" Id="Rfc2205594be44ef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17a2b8491714dff" /><Relationship Type="http://schemas.openxmlformats.org/officeDocument/2006/relationships/notesMaster" Target="/ppt/notesMasters/notesMaster1.xml" Id="R97b86385d04d436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69b51ad395a4d6e" /><Relationship Type="http://schemas.openxmlformats.org/officeDocument/2006/relationships/notesMaster" Target="/ppt/notesMasters/notesMaster1.xml" Id="R436200693b56486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dc65d935c8a4c6e" /><Relationship Type="http://schemas.openxmlformats.org/officeDocument/2006/relationships/notesMaster" Target="/ppt/notesMasters/notesMaster1.xml" Id="Rd03cdd813d69407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2665336cc694c7e" /><Relationship Type="http://schemas.openxmlformats.org/officeDocument/2006/relationships/notesMaster" Target="/ppt/notesMasters/notesMaster1.xml" Id="R419fce46d6c34ed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0cab48bf4ac4421" /><Relationship Type="http://schemas.openxmlformats.org/officeDocument/2006/relationships/notesMaster" Target="/ppt/notesMasters/notesMaster1.xml" Id="R62bcdf38b11c436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0cdb324e73542ce" /><Relationship Type="http://schemas.openxmlformats.org/officeDocument/2006/relationships/notesMaster" Target="/ppt/notesMasters/notesMaster1.xml" Id="R5f43a75ee5d9426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f05c39094ef44ef" /><Relationship Type="http://schemas.openxmlformats.org/officeDocument/2006/relationships/notesMaster" Target="/ppt/notesMasters/notesMaster1.xml" Id="R53de1eef2bec4a8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e015439a2974719" /><Relationship Type="http://schemas.openxmlformats.org/officeDocument/2006/relationships/notesMaster" Target="/ppt/notesMasters/notesMaster1.xml" Id="R148a621feb65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c47b175eb42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2cfaec99b48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0277680f24e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864fade2444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bf1a60ae740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4927a642a4e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6C2514-EBA3-42C3-A090-A4FC93B511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147CEF-EF7C-40C1-9490-FFC3BDA4B4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F38CE8-534B-4472-B528-2F9FD96C4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95124D-5AC8-42AC-946F-3F50AEB85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C94B15-A68B-4F3E-AA42-2B4EB519D4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96DA33-C622-439C-9684-965A0C8A29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4A24CC-A0EC-4268-824F-FBDC7DD3A8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5E5C7B-0A47-44D6-927C-FB0758E1FB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9DAC2E-8A98-4299-8400-1E03C88B8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395B23-988E-416E-8D16-DEDD62962F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e2f8e77762419d" /><Relationship Type="http://schemas.openxmlformats.org/officeDocument/2006/relationships/slideLayout" Target="/ppt/slideLayouts/slideLayout1.xml" Id="Ra404e509adf74871" /><Relationship Type="http://schemas.openxmlformats.org/officeDocument/2006/relationships/slideLayout" Target="/ppt/slideLayouts/slideLayout2.xml" Id="R762bcce9f3954e66" /><Relationship Type="http://schemas.openxmlformats.org/officeDocument/2006/relationships/slideLayout" Target="/ppt/slideLayouts/slideLayout3.xml" Id="R68cb42fa72c142fd" /><Relationship Type="http://schemas.openxmlformats.org/officeDocument/2006/relationships/slideLayout" Target="/ppt/slideLayouts/slideLayout4.xml" Id="R8b9a782b52de499e" /><Relationship Type="http://schemas.openxmlformats.org/officeDocument/2006/relationships/slideLayout" Target="/ppt/slideLayouts/slideLayout5.xml" Id="Re66fca71ece146b5" /><Relationship Type="http://schemas.openxmlformats.org/officeDocument/2006/relationships/slideLayout" Target="/ppt/slideLayouts/slideLayout6.xml" Id="R8a2cdff8f1c941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04e509adf74871"/>
    <p:sldLayoutId xmlns:r="http://schemas.openxmlformats.org/officeDocument/2006/relationships" id="2147483650" r:id="R762bcce9f3954e66"/>
    <p:sldLayoutId xmlns:r="http://schemas.openxmlformats.org/officeDocument/2006/relationships" id="2147483651" r:id="R68cb42fa72c142fd"/>
    <p:sldLayoutId xmlns:r="http://schemas.openxmlformats.org/officeDocument/2006/relationships" id="2147483652" r:id="R8b9a782b52de499e"/>
    <p:sldLayoutId xmlns:r="http://schemas.openxmlformats.org/officeDocument/2006/relationships" id="2147483653" r:id="Re66fca71ece146b5"/>
    <p:sldLayoutId xmlns:r="http://schemas.openxmlformats.org/officeDocument/2006/relationships" id="2147483654" r:id="R8a2cdff8f1c941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f8d2abe0e45f9" /><Relationship Type="http://schemas.openxmlformats.org/officeDocument/2006/relationships/notesSlide" Target="/ppt/notesSlides/notesSlide1.xml" Id="Rf68601044b2b4f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b79b39f5f4bcd" /><Relationship Type="http://schemas.openxmlformats.org/officeDocument/2006/relationships/notesSlide" Target="/ppt/notesSlides/notesSlide2.xml" Id="R4ae2b13de79043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2ca5d5c34446d" /><Relationship Type="http://schemas.openxmlformats.org/officeDocument/2006/relationships/notesSlide" Target="/ppt/notesSlides/notesSlide3.xml" Id="R3e7905f782a744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b275df226440f" /><Relationship Type="http://schemas.openxmlformats.org/officeDocument/2006/relationships/notesSlide" Target="/ppt/notesSlides/notesSlide4.xml" Id="Rea343ed2e8394a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d49525e194307" /><Relationship Type="http://schemas.openxmlformats.org/officeDocument/2006/relationships/notesSlide" Target="/ppt/notesSlides/notesSlide5.xml" Id="R55e7cccaed3f4d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b7fff38ce4e98" /><Relationship Type="http://schemas.openxmlformats.org/officeDocument/2006/relationships/notesSlide" Target="/ppt/notesSlides/notesSlide6.xml" Id="R2fdc816e3c2840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653738f8c4bc4" /><Relationship Type="http://schemas.openxmlformats.org/officeDocument/2006/relationships/notesSlide" Target="/ppt/notesSlides/notesSlide7.xml" Id="R1e7f05514f5547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abb35c6784e02" /><Relationship Type="http://schemas.openxmlformats.org/officeDocument/2006/relationships/notesSlide" Target="/ppt/notesSlides/notesSlide8.xml" Id="R9fd72676fdc147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c038881bd42e8" /><Relationship Type="http://schemas.openxmlformats.org/officeDocument/2006/relationships/chart" Target="/ppt/slides/charts/chart1.xml" Id="R2a1469966f0b4720" /><Relationship Type="http://schemas.openxmlformats.org/officeDocument/2006/relationships/chart" Target="/ppt/slides/charts/chart2.xml" Id="Rf30652acd8024ee9" /><Relationship Type="http://schemas.openxmlformats.org/officeDocument/2006/relationships/notesSlide" Target="/ppt/notesSlides/notesSlide9.xml" Id="Radc4c42896ef4c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cdfbccff84aeb" /><Relationship Type="http://schemas.openxmlformats.org/officeDocument/2006/relationships/notesSlide" Target="/ppt/notesSlides/notesSlide10.xml" Id="Rd051a7a37f9944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fef32c14243bd" /><Relationship Type="http://schemas.openxmlformats.org/officeDocument/2006/relationships/notesSlide" Target="/ppt/notesSlides/notesSlide11.xml" Id="R4711b72660184f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fdc8bf6044ded" /><Relationship Type="http://schemas.openxmlformats.org/officeDocument/2006/relationships/notesSlide" Target="/ppt/notesSlides/notesSlide12.xml" Id="Rab116d2a891a4c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2f34598be44b5" /><Relationship Type="http://schemas.openxmlformats.org/officeDocument/2006/relationships/notesSlide" Target="/ppt/notesSlides/notesSlide13.xml" Id="R964dfbf22eea49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b14a20b9642bc" /><Relationship Type="http://schemas.openxmlformats.org/officeDocument/2006/relationships/notesSlide" Target="/ppt/notesSlides/notesSlide14.xml" Id="R87456a62310244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ad78d569b4f9b" /><Relationship Type="http://schemas.openxmlformats.org/officeDocument/2006/relationships/notesSlide" Target="/ppt/notesSlides/notesSlide15.xml" Id="Rae5af9cc2e1640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b2a49f83642c1" /><Relationship Type="http://schemas.openxmlformats.org/officeDocument/2006/relationships/notesSlide" Target="/ppt/notesSlides/notesSlide16.xml" Id="R03b05357aadc47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7653d620b6459f" /><Relationship Type="http://schemas.openxmlformats.org/officeDocument/2006/relationships/notesSlide" Target="/ppt/notesSlides/notesSlide17.xml" Id="R548c116bccf445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47fc7a5f143d4" /><Relationship Type="http://schemas.openxmlformats.org/officeDocument/2006/relationships/notesSlide" Target="/ppt/notesSlides/notesSlide18.xml" Id="Rbe2a3ac37ed847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891151741421c" /><Relationship Type="http://schemas.openxmlformats.org/officeDocument/2006/relationships/notesSlide" Target="/ppt/notesSlides/notesSlide19.xml" Id="Rb29c61b5284845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0141db1eec445a" /><Relationship Type="http://schemas.openxmlformats.org/officeDocument/2006/relationships/notesSlide" Target="/ppt/notesSlides/notesSlide20.xml" Id="R48e0b98eaec442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03dd0a1c745bd" /><Relationship Type="http://schemas.openxmlformats.org/officeDocument/2006/relationships/notesSlide" Target="/ppt/notesSlides/notesSlide21.xml" Id="R594c702b755649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c2d0cd56140c5" /><Relationship Type="http://schemas.openxmlformats.org/officeDocument/2006/relationships/notesSlide" Target="/ppt/notesSlides/notesSlide22.xml" Id="R8d9dcefda0b5493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76fefc3844c8c" /><Relationship Type="http://schemas.openxmlformats.org/officeDocument/2006/relationships/notesSlide" Target="/ppt/notesSlides/notesSlide23.xml" Id="R2d8af399150743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9838cf27c4dcc" /><Relationship Type="http://schemas.openxmlformats.org/officeDocument/2006/relationships/notesSlide" Target="/ppt/notesSlides/notesSlide24.xml" Id="Ra59cf0f17dba44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aea80e61d4808" /><Relationship Type="http://schemas.openxmlformats.org/officeDocument/2006/relationships/notesSlide" Target="/ppt/notesSlides/notesSlide25.xml" Id="Rac4588d0583b4e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ec3d8d242846eb" /><Relationship Type="http://schemas.openxmlformats.org/officeDocument/2006/relationships/notesSlide" Target="/ppt/notesSlides/notesSlide26.xml" Id="Raab3303d12f44bd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55a9b3b4d4bb1" /><Relationship Type="http://schemas.openxmlformats.org/officeDocument/2006/relationships/notesSlide" Target="/ppt/notesSlides/notesSlide27.xml" Id="Rac56192714bb4cc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8c3c9f4974db8" /><Relationship Type="http://schemas.openxmlformats.org/officeDocument/2006/relationships/notesSlide" Target="/ppt/notesSlides/notesSlide28.xml" Id="Rc9c7401d2acb417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994ff6ef24ccd" /><Relationship Type="http://schemas.openxmlformats.org/officeDocument/2006/relationships/notesSlide" Target="/ppt/notesSlides/notesSlide29.xml" Id="R360465effd24406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781c539bb46bd" /><Relationship Type="http://schemas.openxmlformats.org/officeDocument/2006/relationships/notesSlide" Target="/ppt/notesSlides/notesSlide30.xml" Id="Rdf137449f21e4d2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7365a181c4b78" /><Relationship Type="http://schemas.openxmlformats.org/officeDocument/2006/relationships/notesSlide" Target="/ppt/notesSlides/notesSlide31.xml" Id="R378a43079b354f8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98d14e58d463a" /><Relationship Type="http://schemas.openxmlformats.org/officeDocument/2006/relationships/notesSlide" Target="/ppt/notesSlides/notesSlide32.xml" Id="Rde8db4b345ed4a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c8e5e0538422b" /><Relationship Type="http://schemas.openxmlformats.org/officeDocument/2006/relationships/notesSlide" Target="/ppt/notesSlides/notesSlide33.xml" Id="Rb148357b67644ce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aeaa43a874ad0" /><Relationship Type="http://schemas.openxmlformats.org/officeDocument/2006/relationships/notesSlide" Target="/ppt/notesSlides/notesSlide34.xml" Id="R7de5b4e1b23247f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b17f812cb48a2" /><Relationship Type="http://schemas.openxmlformats.org/officeDocument/2006/relationships/hyperlink" Target="https://docs.nvidia.com/cuda/cuda-programming-guide/01-introduction/programming-model.html" TargetMode="External" Id="Rbdbfb78eabd74a37" /><Relationship Type="http://schemas.openxmlformats.org/officeDocument/2006/relationships/notesSlide" Target="/ppt/notesSlides/notesSlide35.xml" Id="Rad0870165db34aa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8cce849d34ea9" /><Relationship Type="http://schemas.openxmlformats.org/officeDocument/2006/relationships/hyperlink" Target="https://docs.nvidia.com/cuda/cuda-c-best-practices-guide/index.html" TargetMode="External" Id="Rb844934ba13b4745" /><Relationship Type="http://schemas.openxmlformats.org/officeDocument/2006/relationships/hyperlink" Target="https://docs.nvidia.com/gpudirect-storage/overview-guide/index.html" TargetMode="External" Id="Rc9e00aee8beb4877" /><Relationship Type="http://schemas.openxmlformats.org/officeDocument/2006/relationships/hyperlink" Target="https://docs.nvidia.com/gpudirect-storage/design-guide/index.html" TargetMode="External" Id="R1a6a0b3003484092" /><Relationship Type="http://schemas.openxmlformats.org/officeDocument/2006/relationships/hyperlink" Target="https://docs.nvidia.com/megatron-core/developer-guide/latest/user-guide/parallelism-guide.html" TargetMode="External" Id="R68540dc166e64e5b" /><Relationship Type="http://schemas.openxmlformats.org/officeDocument/2006/relationships/notesSlide" Target="/ppt/notesSlides/notesSlide36.xml" Id="Rfbfc845003f2479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5087a692d140b7" /><Relationship Type="http://schemas.openxmlformats.org/officeDocument/2006/relationships/hyperlink" Target="https://www.iea.org/reports/key-questions-on-energy-and-ai/executive-summary" TargetMode="External" Id="Rac85c6326aab4cbe" /><Relationship Type="http://schemas.openxmlformats.org/officeDocument/2006/relationships/hyperlink" Target="https://www.nsf.gov/cise/updates/nairr-2-years-advancing-american-artificial-intelligence" TargetMode="External" Id="R639d5941d7be47a8" /><Relationship Type="http://schemas.openxmlformats.org/officeDocument/2006/relationships/hyperlink" Target="https://aclanthology.org/P19-1355/" TargetMode="External" Id="R3df13431f76241b8" /><Relationship Type="http://schemas.openxmlformats.org/officeDocument/2006/relationships/hyperlink" Target="https://arxiv.org/abs/2304.03271v5" TargetMode="External" Id="Rbe88830a3f954cfe" /><Relationship Type="http://schemas.openxmlformats.org/officeDocument/2006/relationships/notesSlide" Target="/ppt/notesSlides/notesSlide37.xml" Id="R26722a7902984c8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d00ee6746467c" /><Relationship Type="http://schemas.openxmlformats.org/officeDocument/2006/relationships/hyperlink" Target="https://arxiv.org/abs/1907.10597" TargetMode="External" Id="R86787be5b4a4413e" /><Relationship Type="http://schemas.openxmlformats.org/officeDocument/2006/relationships/hyperlink" Target="https://arxiv.org/abs/1906.08935v2" TargetMode="External" Id="Rcba54d9a0c814d7c" /><Relationship Type="http://schemas.openxmlformats.org/officeDocument/2006/relationships/hyperlink" Target="https://aclanthology.org/2024.cl-3.8/" TargetMode="External" Id="Rca9e8f1030ea453f" /><Relationship Type="http://schemas.openxmlformats.org/officeDocument/2006/relationships/hyperlink" Target="https://arxiv.org/abs/2010.15581v1" TargetMode="External" Id="R71b3980f022f4fa0" /><Relationship Type="http://schemas.openxmlformats.org/officeDocument/2006/relationships/notesSlide" Target="/ppt/notesSlides/notesSlide38.xml" Id="Rf217da92bcd746c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a817fe3b54d66" /><Relationship Type="http://schemas.openxmlformats.org/officeDocument/2006/relationships/hyperlink" Target="https://arxiv.org/abs/2106.11750v1" TargetMode="External" Id="R62d7efd9661f4359" /><Relationship Type="http://schemas.openxmlformats.org/officeDocument/2006/relationships/hyperlink" Target="https://www.oecd.org/en/topics/ai-principles.html" TargetMode="External" Id="R5c3c2ff7962f417a" /><Relationship Type="http://schemas.openxmlformats.org/officeDocument/2006/relationships/hyperlink" Target="https://airc.nist.gov/airmf-resources/playbook/" TargetMode="External" Id="R74a89e65ed284728" /><Relationship Type="http://schemas.openxmlformats.org/officeDocument/2006/relationships/hyperlink" Target="https://docs.nvidia.com/cuda/archive/13.0.3/npp/image_geometry_transforms.html#rotate" TargetMode="External" Id="Rb08df69db9fd46a1" /><Relationship Type="http://schemas.openxmlformats.org/officeDocument/2006/relationships/notesSlide" Target="/ppt/notesSlides/notesSlide39.xml" Id="R60f6e5312d6441f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f994307ac4357" /><Relationship Type="http://schemas.openxmlformats.org/officeDocument/2006/relationships/notesSlide" Target="/ppt/notesSlides/notesSlide40.xml" Id="Rf7eeb24ec4ce4c8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17027d45d4fd8" /><Relationship Type="http://schemas.openxmlformats.org/officeDocument/2006/relationships/notesSlide" Target="/ppt/notesSlides/notesSlide41.xml" Id="Rff45482c7e8443f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9d5a84dfa488b" /><Relationship Type="http://schemas.openxmlformats.org/officeDocument/2006/relationships/notesSlide" Target="/ppt/notesSlides/notesSlide42.xml" Id="R3ed0155f3a3945e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f9216b6654332" /><Relationship Type="http://schemas.openxmlformats.org/officeDocument/2006/relationships/notesSlide" Target="/ppt/notesSlides/notesSlide43.xml" Id="Rf0edb9091e87481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013fc99654750" /><Relationship Type="http://schemas.openxmlformats.org/officeDocument/2006/relationships/notesSlide" Target="/ppt/notesSlides/notesSlide44.xml" Id="Ra29f8505713b476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792b09f9f42a0" /><Relationship Type="http://schemas.openxmlformats.org/officeDocument/2006/relationships/notesSlide" Target="/ppt/notesSlides/notesSlide45.xml" Id="R0a6d0c1aaaf54a1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0799b0aa744d4" /><Relationship Type="http://schemas.openxmlformats.org/officeDocument/2006/relationships/notesSlide" Target="/ppt/notesSlides/notesSlide46.xml" Id="R7f93d3479f55430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2cdcbea864ea2" /><Relationship Type="http://schemas.openxmlformats.org/officeDocument/2006/relationships/notesSlide" Target="/ppt/notesSlides/notesSlide47.xml" Id="Rec3584d9f73f4cd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96fae1c434a11" /><Relationship Type="http://schemas.openxmlformats.org/officeDocument/2006/relationships/notesSlide" Target="/ppt/notesSlides/notesSlide48.xml" Id="R31a0ef230cab4c6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9f8edd232474e" /><Relationship Type="http://schemas.openxmlformats.org/officeDocument/2006/relationships/notesSlide" Target="/ppt/notesSlides/notesSlide49.xml" Id="Rb80a4a86fd814c4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139fee730a465c" /><Relationship Type="http://schemas.openxmlformats.org/officeDocument/2006/relationships/notesSlide" Target="/ppt/notesSlides/notesSlide50.xml" Id="Rc86f4b891466412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4725e017b4367" /><Relationship Type="http://schemas.openxmlformats.org/officeDocument/2006/relationships/notesSlide" Target="/ppt/notesSlides/notesSlide51.xml" Id="Rdbc784bf9ca9470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968d3af2b4d71" /><Relationship Type="http://schemas.openxmlformats.org/officeDocument/2006/relationships/notesSlide" Target="/ppt/notesSlides/notesSlide52.xml" Id="Rd327b46850d34d2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4c72234c04a02" /><Relationship Type="http://schemas.openxmlformats.org/officeDocument/2006/relationships/notesSlide" Target="/ppt/notesSlides/notesSlide53.xml" Id="Rcd005fbf024b4b9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ee20748f840af" /><Relationship Type="http://schemas.openxmlformats.org/officeDocument/2006/relationships/notesSlide" Target="/ppt/notesSlides/notesSlide54.xml" Id="R63bc4285308748c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9bd8a36f44d79" /><Relationship Type="http://schemas.openxmlformats.org/officeDocument/2006/relationships/notesSlide" Target="/ppt/notesSlides/notesSlide55.xml" Id="R0f810d0241d247b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9dd439d6384f06" /><Relationship Type="http://schemas.openxmlformats.org/officeDocument/2006/relationships/notesSlide" Target="/ppt/notesSlides/notesSlide56.xml" Id="Rdf26b0842d4b48b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C361CF36-FC80-4ACD-ABA9-D09A8B58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22B5D7CD-56A5-4164-A0BE-167ACFBF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377E8EB5-C715-4CE2-9183-B2EFC82A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A7202-FAD7-42A0-81CD-3AABC6A5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1AD4CFAC-5296-4A3B-BDF1-95A2B0FE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3C89C7DE-E530-4292-9467-0EC82C23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FC6B5E60-ABDC-4D01-9E49-F49C0A70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A906F6A2-E509-48A2-B98A-8DC7AAB9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F962552D-4E5D-4998-9F7A-5D3B827F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1853723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2239D-40F3-4C26-8DF4-5F725F48226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7D8F2-5EE1-46C7-8BB2-99A55051682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9988C-3EF8-4593-AAED-9AFC282E98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ECFAC-0D43-4C65-8616-EC3467AE45D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51656F91-011F-4907-B008-57AE1267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76D9AFA7-B180-44A8-BAA6-639A248A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85C52845-A883-4863-AEE5-0F67DAA4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5B74163D-4135-4CAB-BE75-F1B0CFC9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256FE-F04B-4FA6-B9E8-00D658B9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A7746-3782-4342-A4B0-BCAC3D8A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49277-2842-4552-9E42-81725BAE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C94C8-3CFC-4B9B-8A1C-AF099F6E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49F32-BF88-4C2C-8FDE-872E9407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AF610283-7DDB-4D24-A8AF-72F34E4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CB349413-5858-4DA7-803D-2A8E938B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820C0AE2-644C-47DD-A7B0-60CEE600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665EC42E-48EF-4E91-84B1-867B3DDB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Separate host/device buffers; transfer engines perform ">
            <a:extLst xmlns:a="http://schemas.openxmlformats.org/drawingml/2006/main">
              <a:ext uri="{FF2B5EF4-FFF2-40B4-BE49-F238E27FC236}">
                <a16:creationId xmlns:a16="http://schemas.microsoft.com/office/drawing/2014/main" id="{385971BE-10A9-4F60-AEFA-4E9A6D8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host/device buffers; transfer engines perform DMA. PCIe link bandwidth differs from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inside GPU memory.</a:t>
            </a:r>
          </a:p>
        </p:txBody>
      </p:sp>
      <p:sp>
        <p:nvSpPr>
          <p:cNvPr id="19" name="Pinned RAM supports efficient transfers; pageable RAM m">
            <a:extLst xmlns:a="http://schemas.openxmlformats.org/drawingml/2006/main">
              <a:ext uri="{FF2B5EF4-FFF2-40B4-BE49-F238E27FC236}">
                <a16:creationId xmlns:a16="http://schemas.microsoft.com/office/drawing/2014/main" id="{F33A8499-11EB-4784-92C7-B3268E26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RAM supports efficient transfers; pageable RAM may need staging. Wait for completed output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host saving or buffer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F6DC8-99E8-4428-8098-F25DC0AC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1F68C37A-F741-4924-98C8-F905872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FB120-E1C8-4737-A8E2-EB297FBA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F9CC69AA-ED4A-4FF9-945A-D0430AF7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24" name="2 / 56">
            <a:extLst xmlns:a="http://schemas.openxmlformats.org/drawingml/2006/main">
              <a:ext uri="{FF2B5EF4-FFF2-40B4-BE49-F238E27FC236}">
                <a16:creationId xmlns:a16="http://schemas.microsoft.com/office/drawing/2014/main" id="{4C79053E-2F07-4DC0-A653-1FA65EF5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56</a:t>
            </a:r>
          </a:p>
        </p:txBody>
      </p:sp>
    </p:spTree>
    <p:extLst>
      <p:ext uri="{BB962C8B-B14F-4D97-AF65-F5344CB8AC3E}">
        <p14:creationId xmlns:p14="http://schemas.microsoft.com/office/powerpoint/2010/main" val="766103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EBE2C-FA20-4875-AA7F-F41D6CC797A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BF34EEB1-4336-4C14-BEBF-B8DA6947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D1A85049-A422-47C4-AB5A-65BFDF03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73FEAD74-F928-4621-95A1-E185AF69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E8A41-9B06-49C6-B70F-5FD28446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E219D94B-BD45-497D-83F7-494826DC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4A5C4A45-EF04-44CA-9AF9-3C14AC6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628EE-1240-4E86-B988-86B1F8F1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A8FD9-7598-4F48-9B63-9710D0AA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lookup">
            <a:extLst xmlns:a="http://schemas.openxmlformats.org/drawingml/2006/main">
              <a:ext uri="{FF2B5EF4-FFF2-40B4-BE49-F238E27FC236}">
                <a16:creationId xmlns:a16="http://schemas.microsoft.com/office/drawing/2014/main" id="{46C733C5-B629-4A16-A92A-D345C589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066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11" name="Positive θ rotates visually counterclockwise. Use a fix">
            <a:extLst xmlns:a="http://schemas.openxmlformats.org/drawingml/2006/main">
              <a:ext uri="{FF2B5EF4-FFF2-40B4-BE49-F238E27FC236}">
                <a16:creationId xmlns:a16="http://schemas.microsoft.com/office/drawing/2014/main" id="{609EB36E-30C8-414A-925B-687BDF86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rotates visually counterclockwise. Use a fixed canvas; rounded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 indices outside the image produce black.</a:t>
            </a:r>
          </a:p>
        </p:txBody>
      </p:sp>
      <p:sp>
        <p:nvSpPr>
          <p:cNvPr id="12" name="Brightness touches the same pixel in/out; rotation gath">
            <a:extLst xmlns:a="http://schemas.openxmlformats.org/drawingml/2006/main">
              <a:ext uri="{FF2B5EF4-FFF2-40B4-BE49-F238E27FC236}">
                <a16:creationId xmlns:a16="http://schemas.microsoft.com/office/drawing/2014/main" id="{F11DEA50-196C-4348-A6CB-3F0AB0D8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8428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Brightness touches the same pixel in/out; rotation gathers a different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source. Nearest-neighbour sampling is simple but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D754D-8E7E-4D52-8EBE-B2CE6A06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B7755537-D32D-4A7C-BE88-5E37FB42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5698E-9A16-431A-9BA2-120AF763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10F8166B-86C7-4329-ABAA-C845F7B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7" name="3 / 56">
            <a:extLst xmlns:a="http://schemas.openxmlformats.org/drawingml/2006/main">
              <a:ext uri="{FF2B5EF4-FFF2-40B4-BE49-F238E27FC236}">
                <a16:creationId xmlns:a16="http://schemas.microsoft.com/office/drawing/2014/main" id="{E7054374-7915-4D75-BEAB-8A79AE42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56</a:t>
            </a:r>
          </a:p>
        </p:txBody>
      </p:sp>
    </p:spTree>
    <p:extLst>
      <p:ext uri="{BB962C8B-B14F-4D97-AF65-F5344CB8AC3E}">
        <p14:creationId xmlns:p14="http://schemas.microsoft.com/office/powerpoint/2010/main" val="1004388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B89306C1-03FA-4255-BBCB-8429AF1E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DD8306E0-9235-41EC-8232-1276FE40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BF19F-12AA-4522-929A-D684B8BC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64642AEA-E49D-4C70-881B-09429969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DC842-5B85-4AFF-9D9A-8EC54C65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BB615C89-A973-4783-9551-16320087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AB1FC467-E82B-45D2-8947-613431D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AB4FEA74-4CF5-4D65-BEE0-EB91E6B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82F5E721-8902-4843-BB2B-51145778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BF7613AB-9F1C-452A-9E51-F53B5AEA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9B84359E-5A17-43C9-8E95-2CC673D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9CF1ACC4-7D50-48DD-AF93-51E180BC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240AE-88E9-45C0-9CAB-BAEE009F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DCFC0-6A6A-4043-9ABE-9DCA99D3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3156D-3EF0-4E09-A25A-40468ED7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DE792-03D0-4E8C-967F-812C34D1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D0BFE-23F7-4F8C-8AB7-E0CBE90B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49572-3813-4F00-AA7D-E0349FF7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C9C6E-2BBD-4533-9521-789EECBF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762B6-9167-4320-8FD1-9FBA9902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3450A-3A74-44EC-B736-E177B082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380D4-2850-4BD1-83DF-B896FA9A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DE8DF-E9AF-4FAD-AFB5-C7158F7F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92B3E-8B5F-4D92-9887-C4A4A0F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46B84-1148-495F-94BE-0506B855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164D69-7621-41E0-BF56-9038BC3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F111D-872F-453E-A4E5-F1A106DC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031C6-FDBC-4E62-BFE8-4EE3564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D31310-6093-4F36-8C1B-28F544C0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DB010-0F5D-4F91-9686-F53FDAFC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025F0D-A65B-4A07-907E-19A6B731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7A2335-99C2-4CB0-869C-785A626A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1BD307-CB40-47FB-AAA3-B252A8DE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8817E9-899C-4FA4-A5C9-204A0C8C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96258-336C-42DC-BE32-98A71455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F76C63-0C71-4139-AD9B-94743477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AD74C5-F7F2-4E41-B914-F1CC663D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0B2324-8631-4122-94B1-8DC4F9E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4B0A3B-8394-473E-B05D-78AF73CF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0BDCC5-F449-47BB-A81F-75AB2564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9DC30E-8112-4CF8-90E9-FBE2305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44E9C6-F62A-4E56-8645-F0A650F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296E28-5BCD-41DB-8290-0EDC6FF0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ABB8B1-AA19-4822-8763-9069E40A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1AB72EA9-C258-4EAA-A0AA-1472EB7E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CCBF76-FEDA-434F-9AD7-8355B5E4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BC124872-BD67-43E9-93C4-5A6E24F8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0B31F1-5827-4C99-8D43-67384624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86932490-D0E6-41BE-8196-C209FC15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50" name="4 / 56">
            <a:extLst xmlns:a="http://schemas.openxmlformats.org/drawingml/2006/main">
              <a:ext uri="{FF2B5EF4-FFF2-40B4-BE49-F238E27FC236}">
                <a16:creationId xmlns:a16="http://schemas.microsoft.com/office/drawing/2014/main" id="{59763336-9782-4D50-8662-1D17F015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56</a:t>
            </a:r>
          </a:p>
        </p:txBody>
      </p:sp>
    </p:spTree>
    <p:extLst>
      <p:ext uri="{BB962C8B-B14F-4D97-AF65-F5344CB8AC3E}">
        <p14:creationId xmlns:p14="http://schemas.microsoft.com/office/powerpoint/2010/main" val="1568312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26A94-54C6-46D7-B469-986127A23BC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84A65C37-A396-478E-8591-44289059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A8D42134-7F3C-4F06-A308-22434181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CFE4791E-85E7-4CDE-A6FE-6E55ED5C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15E9E-DBFC-43C4-B6E6-0C8946D8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int p = 3*(y*W + x);&#10;for (int ch=0; ch&lt;3; ++ch) {&#10;  int">
            <a:extLst xmlns:a="http://schemas.openxmlformats.org/drawingml/2006/main">
              <a:ext uri="{FF2B5EF4-FFF2-40B4-BE49-F238E27FC236}">
                <a16:creationId xmlns:a16="http://schemas.microsoft.com/office/drawing/2014/main" id="{AAE91B7C-F7A8-43DC-A396-89228DD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int p = 3*(y*W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wider offsets u">
            <a:extLst xmlns:a="http://schemas.openxmlformats.org/drawingml/2006/main">
              <a:ext uri="{FF2B5EF4-FFF2-40B4-BE49-F238E27FC236}">
                <a16:creationId xmlns:a16="http://schemas.microsoft.com/office/drawing/2014/main" id="{8407468B-6B4F-4300-B687-F60975D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wider offsets used in full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BD9D4-0C17-45F4-8EA5-177593D1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ECEB5-BB39-44C3-A1D0-222B2F83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: a warp issues common instructions. Divergent path">
            <a:extLst xmlns:a="http://schemas.openxmlformats.org/drawingml/2006/main">
              <a:ext uri="{FF2B5EF4-FFF2-40B4-BE49-F238E27FC236}">
                <a16:creationId xmlns:a16="http://schemas.microsoft.com/office/drawing/2014/main" id="{3C73917C-7671-49F3-9D77-C5794A15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52925"/>
            <a:ext cx="386715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SIMT: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instructions.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94ACC0DB-AEF4-4451-92FC-47699B1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7D58F-68D5-40FB-A2F6-AF6EA5DA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29122A07-CCC1-40C8-9247-280E15E2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E4775-0553-489A-8A70-81AB7CFD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F42C5CBF-D3EC-4128-A108-516FD235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16" name="5 / 56">
            <a:extLst xmlns:a="http://schemas.openxmlformats.org/drawingml/2006/main">
              <a:ext uri="{FF2B5EF4-FFF2-40B4-BE49-F238E27FC236}">
                <a16:creationId xmlns:a16="http://schemas.microsoft.com/office/drawing/2014/main" id="{C88710DB-327D-44E7-B61E-3AF60FD8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56</a:t>
            </a:r>
          </a:p>
        </p:txBody>
      </p:sp>
    </p:spTree>
    <p:extLst>
      <p:ext uri="{BB962C8B-B14F-4D97-AF65-F5344CB8AC3E}">
        <p14:creationId xmlns:p14="http://schemas.microsoft.com/office/powerpoint/2010/main" val="1213418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875D7D0B-F43E-4851-B152-757F524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E2081942-3A67-4385-B59B-9AEFDE3C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83010CED-0B73-4FF7-B62A-1E7BFB95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3761063F-B344-4013-8DDB-E1E21E1C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B123766D-14CB-4497-8E92-A2C6F9E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54273208-E81A-4296-B03D-15E53306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66FDDE44-4598-4D81-A656-5F0D7690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Week 7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764BF79B-1A5F-42F7-A90C-93420731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Week 7: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665B2-502F-4132-B98E-A584ABFF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08D44E73-0827-461A-9DC8-4F9A8842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84AC7-785B-4496-88DE-A003E320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1ABF6AA6-DC09-40B9-A4AD-DE2A4F3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3" name="6 / 56">
            <a:extLst xmlns:a="http://schemas.openxmlformats.org/drawingml/2006/main">
              <a:ext uri="{FF2B5EF4-FFF2-40B4-BE49-F238E27FC236}">
                <a16:creationId xmlns:a16="http://schemas.microsoft.com/office/drawing/2014/main" id="{735E3999-ECCC-457A-A778-9AB114AF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56</a:t>
            </a:r>
          </a:p>
        </p:txBody>
      </p:sp>
    </p:spTree>
    <p:extLst>
      <p:ext uri="{BB962C8B-B14F-4D97-AF65-F5344CB8AC3E}">
        <p14:creationId xmlns:p14="http://schemas.microsoft.com/office/powerpoint/2010/main" val="1744645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5D472-3EE4-4453-A6E9-82813B5E6ED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4095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7318B-A406-49E8-AADD-88164284EB8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EFB14-41E1-4B76-82C6-4CD7F14CD70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4EAD8ADF-DE79-4FA6-BC1D-3F2C00AA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73B1615A-5702-42EA-8028-B92EDF2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E0AD7298-D8A1-4270-820A-A8EED94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163DA-AA9F-4BF5-A1B9-D7495AA8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B78DE-164A-4BC4-AAF8-ED8DBEC0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E957A-4D46-445E-AB08-FBD15E26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E8A7D733-EC31-45CF-AC26-A024281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4123E646-FC2B-4B6F-9983-FD813BC4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3122081D-19C6-41CD-A4E7-5CDE8BCB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B59B1-FE46-46EB-A08F-A585F5D0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7E687-3D52-4C03-872D-C7392664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59249A6C-66C1-4025-979F-E62467E6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242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; compatibility fallback may stage">
            <a:extLst xmlns:a="http://schemas.openxmlformats.org/drawingml/2006/main">
              <a:ext uri="{FF2B5EF4-FFF2-40B4-BE49-F238E27FC236}">
                <a16:creationId xmlns:a16="http://schemas.microsoft.com/office/drawing/2014/main" id="{B07DF7A7-0852-45F3-97B9-3B822C36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I/O; compatibility fallback may stage through RAM.</a:t>
            </a:r>
          </a:p>
        </p:txBody>
      </p:sp>
      <p:sp>
        <p:nvSpPr>
          <p:cNvPr id="17" name="CPU-decoded / already-in-RAM image: little benefit. Lar">
            <a:extLst xmlns:a="http://schemas.openxmlformats.org/drawingml/2006/main">
              <a:ext uri="{FF2B5EF4-FFF2-40B4-BE49-F238E27FC236}">
                <a16:creationId xmlns:a16="http://schemas.microsoft.com/office/drawing/2014/main" id="{7C2E970D-DA11-49DF-BCF3-6A8612C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CPU-decoded / already-in-RAM image: little benefit. Large storage-bound batches with GPU-ready data: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possible benefit, verify direct path and total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AF2A7-60A0-41E6-AB83-39E17A01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F5590657-6453-42C6-B489-BDECE5B1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D072B-73CB-48B7-BDBE-017ABB1E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54635384-9760-4107-92BC-4AEFBC67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22" name="7 / 56">
            <a:extLst xmlns:a="http://schemas.openxmlformats.org/drawingml/2006/main">
              <a:ext uri="{FF2B5EF4-FFF2-40B4-BE49-F238E27FC236}">
                <a16:creationId xmlns:a16="http://schemas.microsoft.com/office/drawing/2014/main" id="{354ADA50-F0F8-40A1-8871-9DD2B03C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56</a:t>
            </a:r>
          </a:p>
        </p:txBody>
      </p:sp>
    </p:spTree>
    <p:extLst>
      <p:ext uri="{BB962C8B-B14F-4D97-AF65-F5344CB8AC3E}">
        <p14:creationId xmlns:p14="http://schemas.microsoft.com/office/powerpoint/2010/main" val="297280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B31FBA83-FFA1-409C-A77C-5FE19F8B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0074BD20-56B8-4CAF-BFD9-1C15EB8F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690D6-AA74-48C1-B9F7-39FC110D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31776-E6CC-41E4-BE9C-07F36575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96A74-B804-4B42-8224-34998E8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ACC49-5260-4C5E-BC7A-23D45CE2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6ED8C-1DB3-43F8-B008-4E728E305C47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B658C-736C-4DF2-8B05-961647172BE0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89F19-AB9B-42AC-8813-BFDBCF745F5F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0B04DE5F-EA3E-46B5-8807-4A119F3D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223FC800-ED53-4515-880E-54A5A409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7179E61A-839F-4CD2-B192-9E3F39C3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8F9FA7EF-1A7E-41CC-B05A-4D2D1861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B786B-2290-4193-9F60-5579DA9B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C28398DB-0419-4285-9350-959D3ABD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8DC66-33CA-43FF-AC0F-65E3F899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6055A534-9CF9-4A92-A933-B5EE9F41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8 / 56">
            <a:extLst xmlns:a="http://schemas.openxmlformats.org/drawingml/2006/main">
              <a:ext uri="{FF2B5EF4-FFF2-40B4-BE49-F238E27FC236}">
                <a16:creationId xmlns:a16="http://schemas.microsoft.com/office/drawing/2014/main" id="{B2976726-3EED-4D5C-BCCA-DE9F3E0F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56</a:t>
            </a:r>
          </a:p>
        </p:txBody>
      </p:sp>
    </p:spTree>
    <p:extLst>
      <p:ext uri="{BB962C8B-B14F-4D97-AF65-F5344CB8AC3E}">
        <p14:creationId xmlns:p14="http://schemas.microsoft.com/office/powerpoint/2010/main" val="1360735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774A190F-B159-4DBC-B73D-282CE4A6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A5C20A50-A28E-427D-9840-DE8A750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9966B084-9674-48B6-9B48-126A1618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2BB16FE2-6CE6-4AF4-9240-4AF69D59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E52C203-BEED-4523-8A3E-9F3B8A9F39CB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1469966f0b4720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7BBE2E7-8AA8-41BD-B051-56B85A7241FD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0652acd8024ee9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7AAB446B-EC9B-4249-9A0F-E3E681F3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90546673-AC5F-44ED-9A56-1A9BE936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34342-243A-4E97-AECD-59A2AF1F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FD7A6BF3-7E95-4C03-8080-DF9C2B47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9 / 56">
            <a:extLst xmlns:a="http://schemas.openxmlformats.org/drawingml/2006/main">
              <a:ext uri="{FF2B5EF4-FFF2-40B4-BE49-F238E27FC236}">
                <a16:creationId xmlns:a16="http://schemas.microsoft.com/office/drawing/2014/main" id="{F0EA8572-FBAB-4349-AED8-ADA69BEE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56</a:t>
            </a:r>
          </a:p>
        </p:txBody>
      </p:sp>
    </p:spTree>
    <p:extLst>
      <p:ext uri="{BB962C8B-B14F-4D97-AF65-F5344CB8AC3E}">
        <p14:creationId xmlns:p14="http://schemas.microsoft.com/office/powerpoint/2010/main" val="15167068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D5017-8786-4372-8FCE-1CB66533E8D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4AB19-D2BB-47F5-BA82-AF8D98E9BF3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5E365035-214E-4B3A-BBCC-089F1F75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06817720-72AC-4F14-96B0-CE4FAB23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28D5883D-3765-4546-8BFC-8E792052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F04E6A66-7E8C-407C-9604-355E1018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20E69-3799-46AA-9E49-EEFD95C4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BB71F-5462-4552-9544-9096DA9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C27E9-DFAA-4BA4-9E60-DC2F318E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78252-4A29-46D8-AC1D-DF544945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A6F8E003-4F21-46B9-AA31-51284953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73BDCF70-EC56-4E0F-B99A-AEE7FFD9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A538FE5C-78FC-4FCC-B667-3CC2A8F2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4E45D-AC5F-4617-853A-4D07FF9C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55BE53CA-EEDA-4639-B0C4-215727D2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720AE-97D4-4B9F-8E03-31D3D7E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15CB32D7-8D4B-42B8-ABB1-92702F39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0 / 56">
            <a:extLst xmlns:a="http://schemas.openxmlformats.org/drawingml/2006/main">
              <a:ext uri="{FF2B5EF4-FFF2-40B4-BE49-F238E27FC236}">
                <a16:creationId xmlns:a16="http://schemas.microsoft.com/office/drawing/2014/main" id="{51CBFD12-25FA-462B-8A02-D5531497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56</a:t>
            </a:r>
          </a:p>
        </p:txBody>
      </p:sp>
    </p:spTree>
    <p:extLst>
      <p:ext uri="{BB962C8B-B14F-4D97-AF65-F5344CB8AC3E}">
        <p14:creationId xmlns:p14="http://schemas.microsoft.com/office/powerpoint/2010/main" val="249719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A1D8CB12-0845-4935-8593-656EEAA6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BE2905D2-9ED9-41EA-A43B-0B94BF7D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95BF1-D432-45F1-84AA-CB6BFD553574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5BFEC9B5-64B8-487A-881C-885DCB4E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67F29CC5-7E9A-4644-BD11-9DDB7F16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DACA70E7-164A-42F3-8FA2-58A1DC28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F1F28-5562-42BC-9394-BE88DA71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9164E62C-A461-4B37-9AEA-FA70C2ED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6C96D-5B3F-42BB-9CF7-26B732D2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2B4BD2D3-737C-4FAD-BBDB-BA6BACAF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11 / 56">
            <a:extLst xmlns:a="http://schemas.openxmlformats.org/drawingml/2006/main">
              <a:ext uri="{FF2B5EF4-FFF2-40B4-BE49-F238E27FC236}">
                <a16:creationId xmlns:a16="http://schemas.microsoft.com/office/drawing/2014/main" id="{2F2DD59F-6F08-45CA-A873-DFDCABBF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56</a:t>
            </a:r>
          </a:p>
        </p:txBody>
      </p:sp>
    </p:spTree>
    <p:extLst>
      <p:ext uri="{BB962C8B-B14F-4D97-AF65-F5344CB8AC3E}">
        <p14:creationId xmlns:p14="http://schemas.microsoft.com/office/powerpoint/2010/main" val="1119421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CF72A-DE3A-4F32-84E4-C00D4CEE62F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81976-3D6C-4825-8F22-6DB4648293F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78D1FD01-9643-453A-9903-0FA55FF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28902F69-CB51-41A0-9D1F-5FAADA8A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501EF-DA57-41EF-BF89-35C513E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5D6F4-9D41-4125-9AB3-DFD9B9C6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6B168-DDDB-4F83-BDFF-F9B0193F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DBCE9721-4733-4FF6-8BE3-588D0F5A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25D1D2C6-F052-409A-B6D2-B27303A8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FC94181D-3EE1-4D2B-AE91-8F5F6C80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CABE169A-B47D-4E33-92CE-D9D688BA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7009A-FF54-4EDE-812F-79B4BD95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DDB8FDAE-0D5B-4513-B480-58B62F6A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D0B2D-9D62-43BD-ADDE-1DD2C729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5CBD66D6-F572-4FFF-8667-3C92CE91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2 / 56">
            <a:extLst xmlns:a="http://schemas.openxmlformats.org/drawingml/2006/main">
              <a:ext uri="{FF2B5EF4-FFF2-40B4-BE49-F238E27FC236}">
                <a16:creationId xmlns:a16="http://schemas.microsoft.com/office/drawing/2014/main" id="{41362690-F5D1-42B1-A9A1-0A37AAF6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56</a:t>
            </a:r>
          </a:p>
        </p:txBody>
      </p:sp>
    </p:spTree>
    <p:extLst>
      <p:ext uri="{BB962C8B-B14F-4D97-AF65-F5344CB8AC3E}">
        <p14:creationId xmlns:p14="http://schemas.microsoft.com/office/powerpoint/2010/main" val="5365467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5FD6DBA3-7FB8-4AEC-8AEB-8D0C7D8E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6ACE0E8F-55C2-4646-A19D-6F3DCCF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9E824DBC-511F-4024-B8CD-92991783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7BCF95F8-8B02-4383-AB59-7565139B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9ADE06D8-9F65-43F3-949F-475722C0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01C8AD3B-5073-4134-B06C-3C6DFAFD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0FAA6562-0109-4074-A6FC-DECFEB3F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937FB2D2-09A5-49FF-AAC1-4938600D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C5F2CFF5-46F4-4953-A773-FC9CAA45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7BC5829C-BB1D-44C4-97BE-A8BECA48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9AAA7-999E-4483-95D2-D7B9890A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D13D6-8CEF-4C16-B476-486AA43E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8B72964-7328-45D2-A052-416FD3A5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13 / 56">
            <a:extLst xmlns:a="http://schemas.openxmlformats.org/drawingml/2006/main">
              <a:ext uri="{FF2B5EF4-FFF2-40B4-BE49-F238E27FC236}">
                <a16:creationId xmlns:a16="http://schemas.microsoft.com/office/drawing/2014/main" id="{5CAAD4FE-D003-4CD3-A287-3486DABD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56</a:t>
            </a:r>
          </a:p>
        </p:txBody>
      </p:sp>
    </p:spTree>
    <p:extLst>
      <p:ext uri="{BB962C8B-B14F-4D97-AF65-F5344CB8AC3E}">
        <p14:creationId xmlns:p14="http://schemas.microsoft.com/office/powerpoint/2010/main" val="15442455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81AD5299-99CE-4CD4-95DB-5EF6BF86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85A75469-A2EA-41CB-8189-4FE9AB58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E10D479A-1CF2-442C-A754-C3CFE465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D7D8D55E-578F-435F-972E-E4CA26F0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31AFF404-0339-4BC9-92B9-5A7A8F9D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53E107E4-1386-4C7C-9DD9-4A8009C9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88D29077-11FE-4830-9ACC-A7A47223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7CB51F24-5750-46DE-8068-2ECE3D54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9AC8D542-E68E-42E2-A77E-10BEDEF0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A28AF150-73FC-4EB1-86FE-1201352A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0F84F-C55E-4EF5-8312-E85E7912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4232E-4303-49D5-AF81-0F54CBD1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] Topic 8: GPU architecture and CUDA; [20] N">
            <a:extLst xmlns:a="http://schemas.openxmlformats.org/drawingml/2006/main">
              <a:ext uri="{FF2B5EF4-FFF2-40B4-BE49-F238E27FC236}">
                <a16:creationId xmlns:a16="http://schemas.microsoft.com/office/drawing/2014/main" id="{F8C6036E-9630-4A8D-BD2E-56304353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[20] NVIDIA NPP: library alternative</a:t>
            </a:r>
          </a:p>
        </p:txBody>
      </p:sp>
      <p:sp>
        <p:nvSpPr>
          <p:cNvPr id="14" name="14 / 56">
            <a:extLst xmlns:a="http://schemas.openxmlformats.org/drawingml/2006/main">
              <a:ext uri="{FF2B5EF4-FFF2-40B4-BE49-F238E27FC236}">
                <a16:creationId xmlns:a16="http://schemas.microsoft.com/office/drawing/2014/main" id="{F7E6C0C3-5D64-4EBD-A08E-30B00EBA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56</a:t>
            </a:r>
          </a:p>
        </p:txBody>
      </p:sp>
    </p:spTree>
    <p:extLst>
      <p:ext uri="{BB962C8B-B14F-4D97-AF65-F5344CB8AC3E}">
        <p14:creationId xmlns:p14="http://schemas.microsoft.com/office/powerpoint/2010/main" val="16488993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A2">
            <a:extLst xmlns:a="http://schemas.openxmlformats.org/drawingml/2006/main">
              <a:ext uri="{FF2B5EF4-FFF2-40B4-BE49-F238E27FC236}">
                <a16:creationId xmlns:a16="http://schemas.microsoft.com/office/drawing/2014/main" id="{BB5FE55F-9115-43A8-AC45-D4E22872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46E39B84-F63F-45B6-9A6C-1F3C2597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D397C192-9E94-4589-A2B9-2FB1628F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EF33C-F27E-47F3-879B-A833F2312AE5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212E06EE-2624-42D5-9FC4-E71F7433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5AC98-7FEE-416B-8E5A-429F5A88B724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433BDADE-1254-4BDB-B695-FFB7C9E5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7FC102C8-7285-493D-BC5F-F995EE5A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994CCF6D-0C2F-4E05-B101-0DF7A359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481BC-0D52-497C-BD7F-71EBE5A6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1165A3F-8319-4DB3-8FFB-B7472D4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56">
            <a:extLst xmlns:a="http://schemas.openxmlformats.org/drawingml/2006/main">
              <a:ext uri="{FF2B5EF4-FFF2-40B4-BE49-F238E27FC236}">
                <a16:creationId xmlns:a16="http://schemas.microsoft.com/office/drawing/2014/main" id="{7EE306AA-355F-4B40-A9FE-61C66108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56</a:t>
            </a:r>
          </a:p>
        </p:txBody>
      </p:sp>
    </p:spTree>
    <p:extLst>
      <p:ext uri="{BB962C8B-B14F-4D97-AF65-F5344CB8AC3E}">
        <p14:creationId xmlns:p14="http://schemas.microsoft.com/office/powerpoint/2010/main" val="15565938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C66DE07B-6C40-4AC3-AEA4-4D8AE07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4DA29788-825E-40A2-9BB0-48E6207E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891B5-2B23-495D-AEA5-F73B636F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920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9EC2ED6C-68BB-4F3D-9401-C25B9E4E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787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8F329B88-CC78-4918-8C87-729D70E5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Integer arithmetic avoids unsigned wrap; clamp each cha">
            <a:extLst xmlns:a="http://schemas.openxmlformats.org/drawingml/2006/main">
              <a:ext uri="{FF2B5EF4-FFF2-40B4-BE49-F238E27FC236}">
                <a16:creationId xmlns:a16="http://schemas.microsoft.com/office/drawing/2014/main" id="{1EE4E593-599C-400B-9C56-1696F7A2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Integer arithmetic avoids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unsigned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1940266C-8D35-4F92-85F3-B63278DE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419AE9D3-4087-4058-BE70-F4FD6A01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778EB-C550-4DC7-99CA-AF76161B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485609BA-81F1-4510-BF69-0C59D48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6 / 56">
            <a:extLst xmlns:a="http://schemas.openxmlformats.org/drawingml/2006/main">
              <a:ext uri="{FF2B5EF4-FFF2-40B4-BE49-F238E27FC236}">
                <a16:creationId xmlns:a16="http://schemas.microsoft.com/office/drawing/2014/main" id="{DB88F9D7-EF6A-4FD9-9103-C8F2E318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56</a:t>
            </a:r>
          </a:p>
        </p:txBody>
      </p:sp>
    </p:spTree>
    <p:extLst>
      <p:ext uri="{BB962C8B-B14F-4D97-AF65-F5344CB8AC3E}">
        <p14:creationId xmlns:p14="http://schemas.microsoft.com/office/powerpoint/2010/main" val="10185209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9E40EC35-331A-4BF0-B373-7E8E551E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3564371A-0FF6-4637-B35A-CBF66109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6EF8C-B104-4453-9A4D-888CD1F1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07722AAC-1CC5-4670-AB57-BC2D4ABE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D07DFBA8-E4FF-4985-AB15-C832135A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C86FD9E4-BC46-4A4B-A97E-9567F64D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5FE1A770-4D7B-4D0C-968A-4B1959C9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7028E2D4-6AF4-47EF-9347-6E0F6E79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EA165-7CCF-4A04-8CBC-AAF0B8B6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CC96868D-BE69-4ED0-A176-2C3E02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7 / 56">
            <a:extLst xmlns:a="http://schemas.openxmlformats.org/drawingml/2006/main">
              <a:ext uri="{FF2B5EF4-FFF2-40B4-BE49-F238E27FC236}">
                <a16:creationId xmlns:a16="http://schemas.microsoft.com/office/drawing/2014/main" id="{F1E035A0-785A-43CC-B5FA-62A2FB56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56</a:t>
            </a:r>
          </a:p>
        </p:txBody>
      </p:sp>
    </p:spTree>
    <p:extLst>
      <p:ext uri="{BB962C8B-B14F-4D97-AF65-F5344CB8AC3E}">
        <p14:creationId xmlns:p14="http://schemas.microsoft.com/office/powerpoint/2010/main" val="20509209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3B4752B8-21EB-43D5-ACA2-F188A97B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A6E8A4FF-9987-44C7-A9AC-CBC5BB0E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85800-A6E0-48DA-A08F-50DC7D35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051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 (size_t(y) * size_t(widt">
            <a:extLst xmlns:a="http://schemas.openxmlformats.org/drawingml/2006/main">
              <a:ext uri="{FF2B5EF4-FFF2-40B4-BE49-F238E27FC236}">
                <a16:creationId xmlns:a16="http://schemas.microsoft.com/office/drawing/2014/main" id="{D2B459CF-701F-4B36-A19C-2C34A6BB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2918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DD23A2F9-BDDA-4733-B0F7-6F7F2AC5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2F8683CE-6EC3-4042-9CB0-DABD3B3A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7FD9AE94-4A73-44A4-95B8-0B027563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39CBB9CC-F47D-458B-A03E-7AA68561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4BC53-2AB7-4D2D-BF75-78F9901F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D93797F3-38A5-413E-9C35-0E71B355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[22] Topic 9B: mutual exclusion and allocation</a:t>
            </a:r>
          </a:p>
        </p:txBody>
      </p:sp>
      <p:sp>
        <p:nvSpPr>
          <p:cNvPr id="11" name="18 / 56">
            <a:extLst xmlns:a="http://schemas.openxmlformats.org/drawingml/2006/main">
              <a:ext uri="{FF2B5EF4-FFF2-40B4-BE49-F238E27FC236}">
                <a16:creationId xmlns:a16="http://schemas.microsoft.com/office/drawing/2014/main" id="{BADE80A8-7EB8-4FC1-9802-CA27CB5D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56</a:t>
            </a:r>
          </a:p>
        </p:txBody>
      </p:sp>
    </p:spTree>
    <p:extLst>
      <p:ext uri="{BB962C8B-B14F-4D97-AF65-F5344CB8AC3E}">
        <p14:creationId xmlns:p14="http://schemas.microsoft.com/office/powerpoint/2010/main" val="3535371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6">
            <a:extLst xmlns:a="http://schemas.openxmlformats.org/drawingml/2006/main">
              <a:ext uri="{FF2B5EF4-FFF2-40B4-BE49-F238E27FC236}">
                <a16:creationId xmlns:a16="http://schemas.microsoft.com/office/drawing/2014/main" id="{570DBF4F-2B0B-40DD-B3F5-85BA223F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6FB8D49A-32BB-48FC-B100-7B785449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1C4B0-6A28-4EB4-B1A1-EE55D9F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419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4F40B814-1849-42BA-A45C-326EEA43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FBA8A5D9-A570-4707-86D3-6DC4595E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1912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 complete program: W/H &gt; 0; bytes = 3 × W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× H checked in size_t; valid separate buffers; grid/device limits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74E9915E-FA85-474E-8D85-DF5ECDFE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 host/device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buffers, checks 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 resources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42A4BCD2-D091-4D67-AC15-C7DC577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0068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 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 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 checks alone do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establish 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04F06571-FB6E-4C6B-B81A-66605A2F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8986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 page-locked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supports efficient DMA. Pageable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need runtime 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423AD-61BD-4A80-8BE0-379BE355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3] To">
            <a:extLst xmlns:a="http://schemas.openxmlformats.org/drawingml/2006/main">
              <a:ext uri="{FF2B5EF4-FFF2-40B4-BE49-F238E27FC236}">
                <a16:creationId xmlns:a16="http://schemas.microsoft.com/office/drawing/2014/main" id="{F6FDCE59-97E2-48EA-B46F-C12BC2BE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[3] Topic 9A: synchronization; [4] NVIDIA CUDA programming model; [5] NVIDIA CUDA Best Practices</a:t>
            </a:r>
          </a:p>
        </p:txBody>
      </p:sp>
      <p:sp>
        <p:nvSpPr>
          <p:cNvPr id="11" name="19 / 56">
            <a:extLst xmlns:a="http://schemas.openxmlformats.org/drawingml/2006/main">
              <a:ext uri="{FF2B5EF4-FFF2-40B4-BE49-F238E27FC236}">
                <a16:creationId xmlns:a16="http://schemas.microsoft.com/office/drawing/2014/main" id="{1192EC7B-E9F7-421C-90D9-CD99248E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56</a:t>
            </a:r>
          </a:p>
        </p:txBody>
      </p:sp>
    </p:spTree>
    <p:extLst>
      <p:ext uri="{BB962C8B-B14F-4D97-AF65-F5344CB8AC3E}">
        <p14:creationId xmlns:p14="http://schemas.microsoft.com/office/powerpoint/2010/main" val="17731294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A7">
            <a:extLst xmlns:a="http://schemas.openxmlformats.org/drawingml/2006/main">
              <a:ext uri="{FF2B5EF4-FFF2-40B4-BE49-F238E27FC236}">
                <a16:creationId xmlns:a16="http://schemas.microsoft.com/office/drawing/2014/main" id="{2B562A08-4812-4105-A3B3-6C7C1955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76D908A2-468E-4531-B4C9-A6EBFA23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87F5A-1B41-47B5-A2F6-4A2B3B9AB0C8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70A66BFC-D70A-4089-A624-5DCC897A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6A3BB-9391-4F22-B31E-60E62E70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94DEDAEA-A693-4F02-ACD7-1B93AEB9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7" name="20 / 56">
            <a:extLst xmlns:a="http://schemas.openxmlformats.org/drawingml/2006/main">
              <a:ext uri="{FF2B5EF4-FFF2-40B4-BE49-F238E27FC236}">
                <a16:creationId xmlns:a16="http://schemas.microsoft.com/office/drawing/2014/main" id="{42710401-009A-42B4-AB92-09FCA24E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56</a:t>
            </a:r>
          </a:p>
        </p:txBody>
      </p:sp>
    </p:spTree>
    <p:extLst>
      <p:ext uri="{BB962C8B-B14F-4D97-AF65-F5344CB8AC3E}">
        <p14:creationId xmlns:p14="http://schemas.microsoft.com/office/powerpoint/2010/main" val="18874780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8">
            <a:extLst xmlns:a="http://schemas.openxmlformats.org/drawingml/2006/main">
              <a:ext uri="{FF2B5EF4-FFF2-40B4-BE49-F238E27FC236}">
                <a16:creationId xmlns:a16="http://schemas.microsoft.com/office/drawing/2014/main" id="{D8EB23E9-8E2C-40B7-A067-62FABC95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A8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2FAA6882-4888-48E0-BFB6-149A4506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D6069-419C-4301-9D5D-4DE3B870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8C1AE0EA-759F-45CE-9ED7-F577B744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Compare against dim3(16, 16) when profiling.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 from the supplied performance exa">
            <a:extLst xmlns:a="http://schemas.openxmlformats.org/drawingml/2006/main">
              <a:ext uri="{FF2B5EF4-FFF2-40B4-BE49-F238E27FC236}">
                <a16:creationId xmlns:a16="http://schemas.microsoft.com/office/drawing/2014/main" id="{60EA6FCE-3AF6-40E5-8433-3AD5DC32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 from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supplied performance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63699F03-429D-4A01-BAEC-DB24D65D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1680AC33-E90D-47A7-A9AB-2A5F3379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321309F7-95A8-45D9-A770-9A61AEBB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C7352-901E-4BEF-A93B-025308FE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F0CE497B-667D-4AA4-976A-6CEA6DAE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11" name="21 / 56">
            <a:extLst xmlns:a="http://schemas.openxmlformats.org/drawingml/2006/main">
              <a:ext uri="{FF2B5EF4-FFF2-40B4-BE49-F238E27FC236}">
                <a16:creationId xmlns:a16="http://schemas.microsoft.com/office/drawing/2014/main" id="{A28A90B5-674A-496B-8AC6-1502BC4A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56</a:t>
            </a:r>
          </a:p>
        </p:txBody>
      </p:sp>
    </p:spTree>
    <p:extLst>
      <p:ext uri="{BB962C8B-B14F-4D97-AF65-F5344CB8AC3E}">
        <p14:creationId xmlns:p14="http://schemas.microsoft.com/office/powerpoint/2010/main" val="2529464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61435-DAAB-48E4-924F-2EA5DAA476A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0582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7DC27-56C5-4178-B43F-6E04235003D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5317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D6F18-94DF-42E4-8753-E6936268DFD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29CA1-F832-42AB-AA50-6541C787DDE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Appendix A9">
            <a:extLst xmlns:a="http://schemas.openxmlformats.org/drawingml/2006/main">
              <a:ext uri="{FF2B5EF4-FFF2-40B4-BE49-F238E27FC236}">
                <a16:creationId xmlns:a16="http://schemas.microsoft.com/office/drawing/2014/main" id="{1046CAA7-380F-4438-85C1-FA438E92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A9</a:t>
            </a:r>
          </a:p>
        </p:txBody>
      </p:sp>
      <p:sp>
        <p:nvSpPr>
          <p:cNvPr id="2" name="Batch overlap and GPU residency">
            <a:extLst xmlns:a="http://schemas.openxmlformats.org/drawingml/2006/main">
              <a:ext uri="{FF2B5EF4-FFF2-40B4-BE49-F238E27FC236}">
                <a16:creationId xmlns:a16="http://schemas.microsoft.com/office/drawing/2014/main" id="{344F8BBA-2C74-454C-90AC-AC76F3F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 overlap and GPU residency</a:t>
            </a:r>
          </a:p>
        </p:txBody>
      </p:sp>
      <p:sp>
        <p:nvSpPr>
          <p:cNvPr id="3" name="Same stream: H2D → kernel → D2H, in order">
            <a:extLst xmlns:a="http://schemas.openxmlformats.org/drawingml/2006/main">
              <a:ext uri="{FF2B5EF4-FFF2-40B4-BE49-F238E27FC236}">
                <a16:creationId xmlns:a16="http://schemas.microsoft.com/office/drawing/2014/main" id="{B4349274-CCCE-41AA-8100-D0E57516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Same stream: H2D → kernel → D2H, in order</a:t>
            </a:r>
          </a:p>
        </p:txBody>
      </p:sp>
      <p:sp>
        <p:nvSpPr>
          <p:cNvPr id="4" name="Stream A / image A">
            <a:extLst xmlns:a="http://schemas.openxmlformats.org/drawingml/2006/main">
              <a:ext uri="{FF2B5EF4-FFF2-40B4-BE49-F238E27FC236}">
                <a16:creationId xmlns:a16="http://schemas.microsoft.com/office/drawing/2014/main" id="{648E99D9-D67C-4C8C-80DB-914CFA15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A / image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AB17B-44ED-4588-AB37-3679FE72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50CFF-D005-4436-B867-F864FE1C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DA7B9-AA1F-41AA-8B60-65BF0F68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0" name="Stream B / image B">
            <a:extLst xmlns:a="http://schemas.openxmlformats.org/drawingml/2006/main">
              <a:ext uri="{FF2B5EF4-FFF2-40B4-BE49-F238E27FC236}">
                <a16:creationId xmlns:a16="http://schemas.microsoft.com/office/drawing/2014/main" id="{9A6A013A-4AB7-4CD3-8702-7F2CAC99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B / image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967FC-6C6F-4068-8457-6F9D3229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6B40F-7376-4E67-B8F3-BEC75727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72EEE-9527-43C1-A9CE-190B8FE4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6" name="Schematic overlap opportunity; not measured durations o">
            <a:extLst xmlns:a="http://schemas.openxmlformats.org/drawingml/2006/main">
              <a:ext uri="{FF2B5EF4-FFF2-40B4-BE49-F238E27FC236}">
                <a16:creationId xmlns:a16="http://schemas.microsoft.com/office/drawing/2014/main" id="{C1FCC0F5-1A60-46BB-B253-AE1C044E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 not measured durations or guaranteed simultaneous execution.</a:t>
            </a:r>
          </a:p>
        </p:txBody>
      </p:sp>
      <p:sp>
        <p:nvSpPr>
          <p:cNvPr id="17" name="Independent streams + separate pinned/device buffers + ">
            <a:extLst xmlns:a="http://schemas.openxmlformats.org/drawingml/2006/main">
              <a:ext uri="{FF2B5EF4-FFF2-40B4-BE49-F238E27FC236}">
                <a16:creationId xmlns:a16="http://schemas.microsoft.com/office/drawing/2014/main" id="{56D35CA6-D1A8-4D28-8233-22B80C49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streams + separate pinned/device buffers + supporting copy/compute resources. Synchronize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reuse. Extra buffers consume memory; device residency avoids unnecessary round trips.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C2F66-B48B-46F8-B266-1825E9BC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Overlap changes the critical path, not the amount of ro">
            <a:extLst xmlns:a="http://schemas.openxmlformats.org/drawingml/2006/main">
              <a:ext uri="{FF2B5EF4-FFF2-40B4-BE49-F238E27FC236}">
                <a16:creationId xmlns:a16="http://schemas.microsoft.com/office/drawing/2014/main" id="{E6FC965A-0519-4D6D-B288-0907C83A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changes the critical path, not the amount of rotation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47589-C6F6-46EE-B6CD-4107AA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BFB919DB-9DB5-4526-80F3-069CF193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22" name="22 / 56">
            <a:extLst xmlns:a="http://schemas.openxmlformats.org/drawingml/2006/main">
              <a:ext uri="{FF2B5EF4-FFF2-40B4-BE49-F238E27FC236}">
                <a16:creationId xmlns:a16="http://schemas.microsoft.com/office/drawing/2014/main" id="{B7F1863B-6DF3-4AA2-922D-06B41FDB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56</a:t>
            </a:r>
          </a:p>
        </p:txBody>
      </p:sp>
    </p:spTree>
    <p:extLst>
      <p:ext uri="{BB962C8B-B14F-4D97-AF65-F5344CB8AC3E}">
        <p14:creationId xmlns:p14="http://schemas.microsoft.com/office/powerpoint/2010/main" val="18084603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0">
            <a:extLst xmlns:a="http://schemas.openxmlformats.org/drawingml/2006/main">
              <a:ext uri="{FF2B5EF4-FFF2-40B4-BE49-F238E27FC236}">
                <a16:creationId xmlns:a16="http://schemas.microsoft.com/office/drawing/2014/main" id="{4ED89913-DE76-405E-B7A0-8D0A21B6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A10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1B94C7E6-3E5C-47D1-89FB-5B8B103A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2C320718-501D-4BFD-BC56-A0BACDC9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B20D56CB-21EE-43E6-B175-6E83FF30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EF8AC876-EAFD-439B-B802-8BED8695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DA5D491B-1E28-4A92-B43F-08AB741B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F5433ED0-A62D-46A0-8618-3397B199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0A04C1EF-C30C-4954-B841-FB4665E0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21D01974-DEE4-44DB-8D48-F6029514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387E3E46-D399-4E42-A682-4EC2373F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CEDB7-229E-476E-BA0D-8BC9DFAE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A51EE-5DD8-46B4-8586-80F88BC1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305E9CB4-9FC9-45E0-BB64-EF2F1F93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4" name="23 / 56">
            <a:extLst xmlns:a="http://schemas.openxmlformats.org/drawingml/2006/main">
              <a:ext uri="{FF2B5EF4-FFF2-40B4-BE49-F238E27FC236}">
                <a16:creationId xmlns:a16="http://schemas.microsoft.com/office/drawing/2014/main" id="{534EB224-124A-4C10-AAA3-4D73B8EE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56</a:t>
            </a:r>
          </a:p>
        </p:txBody>
      </p:sp>
    </p:spTree>
    <p:extLst>
      <p:ext uri="{BB962C8B-B14F-4D97-AF65-F5344CB8AC3E}">
        <p14:creationId xmlns:p14="http://schemas.microsoft.com/office/powerpoint/2010/main" val="4903833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1">
            <a:extLst xmlns:a="http://schemas.openxmlformats.org/drawingml/2006/main">
              <a:ext uri="{FF2B5EF4-FFF2-40B4-BE49-F238E27FC236}">
                <a16:creationId xmlns:a16="http://schemas.microsoft.com/office/drawing/2014/main" id="{864CFCCD-5948-47A7-BD2B-A6299FC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A11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95C8D802-6475-4856-95FA-86163CC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B7E58C59-6CF1-4C1E-A505-D4B71FA6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996EAF87-B922-40FF-B271-E00FD93C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8AA19A4B-4A3B-4813-909F-9DB6426D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ECFC07C8-641D-4579-8A79-81FFCF2C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8ACEFC67-ED7B-45E5-A278-D111F29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F694219C-4511-4537-AFE5-5510AC68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5E662E25-AB3E-4B98-AC7F-333F0E01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0C44EE54-B9B3-444F-804D-8A0AEFF9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84363-1116-49BC-B215-B64D6880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B317F-28B2-4BF2-8A27-2774CE9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4C3194CC-1820-4A94-AE75-FECA03ED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14" name="24 / 56">
            <a:extLst xmlns:a="http://schemas.openxmlformats.org/drawingml/2006/main">
              <a:ext uri="{FF2B5EF4-FFF2-40B4-BE49-F238E27FC236}">
                <a16:creationId xmlns:a16="http://schemas.microsoft.com/office/drawing/2014/main" id="{E387E8F8-0904-46E9-854F-83C875C2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56</a:t>
            </a:r>
          </a:p>
        </p:txBody>
      </p:sp>
    </p:spTree>
    <p:extLst>
      <p:ext uri="{BB962C8B-B14F-4D97-AF65-F5344CB8AC3E}">
        <p14:creationId xmlns:p14="http://schemas.microsoft.com/office/powerpoint/2010/main" val="18815221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B1D2B0D8-85E7-43BC-A3ED-7C873200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2106F898-23FA-4298-ADD5-8CDEC2C6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65A3B-8649-4AA9-B2BB-934DFC6656B3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FB340849-9AB6-4B63-88A5-995F370C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2AC0C-D223-449E-899C-6230A718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C557B943-D2CD-45F9-A18E-9A630C08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25 / 56">
            <a:extLst xmlns:a="http://schemas.openxmlformats.org/drawingml/2006/main">
              <a:ext uri="{FF2B5EF4-FFF2-40B4-BE49-F238E27FC236}">
                <a16:creationId xmlns:a16="http://schemas.microsoft.com/office/drawing/2014/main" id="{5FE436F2-38B0-4773-B809-3465BFEF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56</a:t>
            </a:r>
          </a:p>
        </p:txBody>
      </p:sp>
    </p:spTree>
    <p:extLst>
      <p:ext uri="{BB962C8B-B14F-4D97-AF65-F5344CB8AC3E}">
        <p14:creationId xmlns:p14="http://schemas.microsoft.com/office/powerpoint/2010/main" val="19957809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247F54C1-7201-4097-929B-A9ECBBF9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3E040653-1353-49E0-A35E-DD1D1A5D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03026-41C9-4125-9951-924BEF0BD782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666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666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85326D92-C2CA-47B0-BA38-F1266F17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more 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B004058C-970C-46A1-89B3-419421F9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B67D1-AC5B-4C7A-BD84-1AFE8830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F7CEDB47-4232-42CD-977D-6480542E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26 / 56">
            <a:extLst xmlns:a="http://schemas.openxmlformats.org/drawingml/2006/main">
              <a:ext uri="{FF2B5EF4-FFF2-40B4-BE49-F238E27FC236}">
                <a16:creationId xmlns:a16="http://schemas.microsoft.com/office/drawing/2014/main" id="{A14A0D12-52B5-4E56-9B99-A7A7858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56</a:t>
            </a:r>
          </a:p>
        </p:txBody>
      </p:sp>
    </p:spTree>
    <p:extLst>
      <p:ext uri="{BB962C8B-B14F-4D97-AF65-F5344CB8AC3E}">
        <p14:creationId xmlns:p14="http://schemas.microsoft.com/office/powerpoint/2010/main" val="4855688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A2BE84E3-27C4-49C4-8861-F9C391D7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44FF07C8-3BA7-42FC-B9C3-818F3CCE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67668C2B-66BE-4C55-A7E1-F1A2BA0C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4BC606D4-EDB8-4BDD-A45C-EDB51703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4D3E676E-DBD0-4A3D-9C8C-479B4C8C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85B2E13A-271C-424D-8F7E-A8F0AD56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9A74E4F1-2267-43E9-85A3-10EC9C4A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92643E85-6115-4A34-8A65-DB71161E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20603B77-2076-4307-8FCB-1751F4B8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4DE92370-6DE7-4044-BA73-7514C444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F99EA-7822-4253-8461-6527EC88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1BAEE-0273-4C85-8050-4AEB6B6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EF7409D1-3B5A-452C-8ACA-415E5E03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27 / 56">
            <a:extLst xmlns:a="http://schemas.openxmlformats.org/drawingml/2006/main">
              <a:ext uri="{FF2B5EF4-FFF2-40B4-BE49-F238E27FC236}">
                <a16:creationId xmlns:a16="http://schemas.microsoft.com/office/drawing/2014/main" id="{60E6DA10-6C89-4FCF-A299-25F89F74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56</a:t>
            </a:r>
          </a:p>
        </p:txBody>
      </p:sp>
    </p:spTree>
    <p:extLst>
      <p:ext uri="{BB962C8B-B14F-4D97-AF65-F5344CB8AC3E}">
        <p14:creationId xmlns:p14="http://schemas.microsoft.com/office/powerpoint/2010/main" val="10229646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F66D7887-E3EA-4465-A960-67B1A031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AC10676B-38C2-455D-8743-BAEA092F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CC10A-1C06-4629-8FDD-424AC58585C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CAC66E2E-5D0E-4618-A80B-EE99CFD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F0AB2-D2A2-4B5C-9344-5D4A9942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B3D87883-D08B-4BEB-B078-1DD382E8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28 / 56">
            <a:extLst xmlns:a="http://schemas.openxmlformats.org/drawingml/2006/main">
              <a:ext uri="{FF2B5EF4-FFF2-40B4-BE49-F238E27FC236}">
                <a16:creationId xmlns:a16="http://schemas.microsoft.com/office/drawing/2014/main" id="{F4262674-A5ED-460A-B521-8E48F7DA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56</a:t>
            </a:r>
          </a:p>
        </p:txBody>
      </p:sp>
    </p:spTree>
    <p:extLst>
      <p:ext uri="{BB962C8B-B14F-4D97-AF65-F5344CB8AC3E}">
        <p14:creationId xmlns:p14="http://schemas.microsoft.com/office/powerpoint/2010/main" val="17800124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762438D2-DBFA-4B82-AC68-F6220E38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FE08FF36-9D0D-4D17-B91F-D0D68AB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2F742097-55C4-487B-9B9B-4AD76021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AI service may have unequa">
            <a:extLst xmlns:a="http://schemas.openxmlformats.org/drawingml/2006/main">
              <a:ext uri="{FF2B5EF4-FFF2-40B4-BE49-F238E27FC236}">
                <a16:creationId xmlns:a16="http://schemas.microsoft.com/office/drawing/2014/main" id="{9A6F7DB4-CB6B-4657-9940-C776F32B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AI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C61F4BE2-2C53-4A9A-BA78-D5C28E5D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CADFFCF8-D661-4FB9-943C-C4E8263D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C0CCDFBE-16B4-4F9D-868E-CDCAA537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BFB057E0-9080-46B4-962E-BD04C952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966C94C2-032C-4379-806C-41D14F2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C9DBC577-B6C4-48A2-9AB1-2F94C8FF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67324-77F3-4CF7-8681-1283969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B82BC-5BD7-40A3-AE6C-5A2C2529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0BC05B91-BB52-4239-AF93-35357EA5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29 / 56">
            <a:extLst xmlns:a="http://schemas.openxmlformats.org/drawingml/2006/main">
              <a:ext uri="{FF2B5EF4-FFF2-40B4-BE49-F238E27FC236}">
                <a16:creationId xmlns:a16="http://schemas.microsoft.com/office/drawing/2014/main" id="{781B1815-A9CD-4115-B29F-3BC8DA79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56</a:t>
            </a:r>
          </a:p>
        </p:txBody>
      </p:sp>
    </p:spTree>
    <p:extLst>
      <p:ext uri="{BB962C8B-B14F-4D97-AF65-F5344CB8AC3E}">
        <p14:creationId xmlns:p14="http://schemas.microsoft.com/office/powerpoint/2010/main" val="1331611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C7FA0B6B-3000-4F07-A62C-E8A4B805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59A793F2-45CA-4F10-9261-4C1778D8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97795BA7-E04D-44AF-A1AF-CBE6D2F9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C3028B7E-07AD-490F-AC15-04EFC7C6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8CA172E3-EBFF-404E-87DC-04082487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EBB6254E-02B7-455A-BAA9-338EBBD7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3F35F593-9477-4490-BEF8-FCF2FAD1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2AE38778-2907-47DF-9BAD-D2AD74FA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FEA3B45D-AA4C-42A7-B81A-C42E9C5F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A60004D1-5510-4FE2-B4BE-12478E03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0EC94-277F-443B-88AA-6AC7DC49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370C7-433C-4970-82D6-5D062243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13B08F61-C8EE-4CFA-B3DD-F8CC5552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30 / 56">
            <a:extLst xmlns:a="http://schemas.openxmlformats.org/drawingml/2006/main">
              <a:ext uri="{FF2B5EF4-FFF2-40B4-BE49-F238E27FC236}">
                <a16:creationId xmlns:a16="http://schemas.microsoft.com/office/drawing/2014/main" id="{7EE3586C-BD67-418A-B5D7-50892772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56</a:t>
            </a:r>
          </a:p>
        </p:txBody>
      </p:sp>
    </p:spTree>
    <p:extLst>
      <p:ext uri="{BB962C8B-B14F-4D97-AF65-F5344CB8AC3E}">
        <p14:creationId xmlns:p14="http://schemas.microsoft.com/office/powerpoint/2010/main" val="19215416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F90C6919-DD75-49DE-9999-34045822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A2592EE3-CD54-48AC-92B8-C4D8C0A2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B51EB-E319-46CE-982D-8B1661F42960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Green AI motivates measurement; scheduling research sup">
            <a:extLst xmlns:a="http://schemas.openxmlformats.org/drawingml/2006/main">
              <a:ext uri="{FF2B5EF4-FFF2-40B4-BE49-F238E27FC236}">
                <a16:creationId xmlns:a16="http://schemas.microsoft.com/office/drawing/2014/main" id="{F3F79EDA-4368-40C0-AD09-70AFB42C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Green AI motivates measurement; scheduling research supplies a mechanism; OECD/NIST guide values and risk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management. The combination is our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FF080-BA04-4AAB-BA49-3CF4B58A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E78F7EE9-1222-4D78-945F-824DD42F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31 / 56">
            <a:extLst xmlns:a="http://schemas.openxmlformats.org/drawingml/2006/main">
              <a:ext uri="{FF2B5EF4-FFF2-40B4-BE49-F238E27FC236}">
                <a16:creationId xmlns:a16="http://schemas.microsoft.com/office/drawing/2014/main" id="{B8CEAF6F-11A1-4609-86B7-2A89315C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56</a:t>
            </a:r>
          </a:p>
        </p:txBody>
      </p:sp>
    </p:spTree>
    <p:extLst>
      <p:ext uri="{BB962C8B-B14F-4D97-AF65-F5344CB8AC3E}">
        <p14:creationId xmlns:p14="http://schemas.microsoft.com/office/powerpoint/2010/main" val="20988692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287A0-E597-4DD1-8462-DC8879212B4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9CCF7-E436-490E-A588-19F88D06CD2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EC0F0D8B-2629-43A4-A429-02C43433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5EDFF84A-4DE2-4013-A3E1-D172CE74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6E3A2-18AE-4C9D-A628-A0920D8B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54F86-1A7D-446E-B3B3-0285EB0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76639-1E4B-40AC-B267-49968E2D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3545E9DD-C986-4887-A222-B973FE6E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76E11F93-2401-42E7-98E7-C306C116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30558AAC-6F90-4057-B400-7B08E835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A0C31-26E6-4FEF-BE73-C29542C7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BCBBC665-FB0A-4907-8B9A-DE2493C2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3E35B-057A-42BF-8BCC-0FACD6C8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BDCAFD0D-0E9F-4ABF-A537-24DC252E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32 / 56">
            <a:extLst xmlns:a="http://schemas.openxmlformats.org/drawingml/2006/main">
              <a:ext uri="{FF2B5EF4-FFF2-40B4-BE49-F238E27FC236}">
                <a16:creationId xmlns:a16="http://schemas.microsoft.com/office/drawing/2014/main" id="{A40EEB59-443A-40FE-B72D-B0F0E1A6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56</a:t>
            </a:r>
          </a:p>
        </p:txBody>
      </p:sp>
    </p:spTree>
    <p:extLst>
      <p:ext uri="{BB962C8B-B14F-4D97-AF65-F5344CB8AC3E}">
        <p14:creationId xmlns:p14="http://schemas.microsoft.com/office/powerpoint/2010/main" val="14670972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D50E0C61-1104-49E5-9B1C-6968100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7E4AD686-3ED8-4B7C-A353-504818E8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A39C2-154F-474B-8071-0DDAED8AB6F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414B38C2-09AC-4F05-8D23-67944334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1B09A-5DC7-4060-8E3E-EACF8638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1BE2C4CC-84C8-4970-9DBD-936981C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33 / 56">
            <a:extLst xmlns:a="http://schemas.openxmlformats.org/drawingml/2006/main">
              <a:ext uri="{FF2B5EF4-FFF2-40B4-BE49-F238E27FC236}">
                <a16:creationId xmlns:a16="http://schemas.microsoft.com/office/drawing/2014/main" id="{BCB97CC7-0482-428C-B1B1-721FBEFA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56</a:t>
            </a:r>
          </a:p>
        </p:txBody>
      </p:sp>
    </p:spTree>
    <p:extLst>
      <p:ext uri="{BB962C8B-B14F-4D97-AF65-F5344CB8AC3E}">
        <p14:creationId xmlns:p14="http://schemas.microsoft.com/office/powerpoint/2010/main" val="12179191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68C598C6-5FD1-47DE-A970-973090A0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CE4DD273-E115-46AD-A600-5EFBA297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CDC456A4-35AB-4A3B-B18C-130B482B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41605F7E-BFEF-4870-91CA-29840ED9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7051B4F4-5F08-4D2E-A146-EA42D715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A0919B5F-0FBE-4020-A5BE-4FE0D398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1E846891-8359-4C63-BFA5-E396F408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FF785B1E-D67C-4AE4-8E97-C48904B9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37AD1DDA-144D-4063-987E-A2F18138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7E07CD6A-1FDE-496B-8B8C-74888AE2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CDFAA-1E99-4CE8-81EE-6F9A2585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5BD1C-2749-4E32-ABEA-D6BA24C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8668ADDB-AFA9-4EC9-95DF-C1A3F8E0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34 / 56">
            <a:extLst xmlns:a="http://schemas.openxmlformats.org/drawingml/2006/main">
              <a:ext uri="{FF2B5EF4-FFF2-40B4-BE49-F238E27FC236}">
                <a16:creationId xmlns:a16="http://schemas.microsoft.com/office/drawing/2014/main" id="{963BAFB7-06C2-4A0F-9F95-F2363725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56</a:t>
            </a:r>
          </a:p>
        </p:txBody>
      </p:sp>
    </p:spTree>
    <p:extLst>
      <p:ext uri="{BB962C8B-B14F-4D97-AF65-F5344CB8AC3E}">
        <p14:creationId xmlns:p14="http://schemas.microsoft.com/office/powerpoint/2010/main" val="11030778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6">
            <a:extLst xmlns:a="http://schemas.openxmlformats.org/drawingml/2006/main">
              <a:ext uri="{FF2B5EF4-FFF2-40B4-BE49-F238E27FC236}">
                <a16:creationId xmlns:a16="http://schemas.microsoft.com/office/drawing/2014/main" id="{4C2891A6-7569-4853-9D53-35230B8E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E5B3201F-435B-4F8E-9E9F-F35FA43D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Monash University, FIT3143 Topic 8: Vector processi">
            <a:extLst xmlns:a="http://schemas.openxmlformats.org/drawingml/2006/main">
              <a:ext uri="{FF2B5EF4-FFF2-40B4-BE49-F238E27FC236}">
                <a16:creationId xmlns:a16="http://schemas.microsoft.com/office/drawing/2014/main" id="{72AC7EA3-5D5D-4587-9977-2EC8C683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Monash University, FIT3143 Topic 8: Vector processing, GPUs and NPUs, course slides, 2024, pp. 18–23, 32–35,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41–46.</a:t>
            </a:r>
          </a:p>
        </p:txBody>
      </p:sp>
      <p:sp>
        <p:nvSpPr>
          <p:cNvPr id="4" name="../context/FIT3143-Topic-8-2024.pdf">
            <a:extLst xmlns:a="http://schemas.openxmlformats.org/drawingml/2006/main">
              <a:ext uri="{FF2B5EF4-FFF2-40B4-BE49-F238E27FC236}">
                <a16:creationId xmlns:a16="http://schemas.microsoft.com/office/drawing/2014/main" id="{10DEB522-9383-47FC-B63D-B7749ED1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../context/FIT3143-Topic-8-2024.pdf</a:t>
            </a:r>
          </a:p>
        </p:txBody>
      </p:sp>
      <p:sp>
        <p:nvSpPr>
          <p:cNvPr id="5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4E5C4AEB-9B7B-45AF-AFE4-1BE579B5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6" name="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11CB15A3-168E-4024-8477-DECCF82E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../context/FIT3143-Topic-7A-2024.pdf</a:t>
            </a:r>
          </a:p>
        </p:txBody>
      </p:sp>
      <p:sp>
        <p:nvSpPr>
          <p:cNvPr id="7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E79B3D2F-A367-42D8-8538-7F762F9D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8" name="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97A33542-4745-4828-AF8F-434E064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../context/FIT3143-Topic-9A-2024.pdf</a:t>
            </a:r>
          </a:p>
        </p:txBody>
      </p:sp>
      <p:sp>
        <p:nvSpPr>
          <p:cNvPr id="9" name="[4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8E4EFAF9-57CA-4C2A-9749-792EB973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“Programming model,” CUDA Programming Guide, online documentation, accessed Oct. 8, 2026.</a:t>
            </a:r>
          </a:p>
        </p:txBody>
      </p:sp>
      <p:sp>
        <p:nvSpPr>
          <p:cNvPr id="10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94EFD1EA-AF27-457C-8482-7E29BBD2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dbfb78eabd74a37"/>
              </a:rPr>
              <a:t>https://docs.nvidia.com/cuda/cuda-programming-guide/01-introduction/programming-model.html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35516-1B57-481A-BC57-AFA3CE7C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803F911-9280-416A-BFEA-F60E8544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5 / 56">
            <a:extLst xmlns:a="http://schemas.openxmlformats.org/drawingml/2006/main">
              <a:ext uri="{FF2B5EF4-FFF2-40B4-BE49-F238E27FC236}">
                <a16:creationId xmlns:a16="http://schemas.microsoft.com/office/drawing/2014/main" id="{9CDBF217-7793-4BC5-B1ED-20D7A99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56</a:t>
            </a:r>
          </a:p>
        </p:txBody>
      </p:sp>
    </p:spTree>
    <p:extLst>
      <p:ext uri="{BB962C8B-B14F-4D97-AF65-F5344CB8AC3E}">
        <p14:creationId xmlns:p14="http://schemas.microsoft.com/office/powerpoint/2010/main" val="207263178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6">
            <a:extLst xmlns:a="http://schemas.openxmlformats.org/drawingml/2006/main">
              <a:ext uri="{FF2B5EF4-FFF2-40B4-BE49-F238E27FC236}">
                <a16:creationId xmlns:a16="http://schemas.microsoft.com/office/drawing/2014/main" id="{6E28F41B-9641-4A31-A420-1403A8B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ACB4E9E8-F9B7-4740-8B01-B857234B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27BC12FD-9E37-4721-A51C-988DCC4D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C749D429-1286-4438-8A88-77B26331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844934ba13b4745"/>
              </a:rPr>
              <a:t>https://docs.nvidia.com/cuda/cuda-c-best-practices-guide/index.html</a:t>
            </a:r>
          </a:p>
        </p:txBody>
      </p:sp>
      <p:sp>
        <p:nvSpPr>
          <p:cNvPr id="5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D7E0A8BD-D4D3-4888-B1E9-5B83B1F0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E4575D48-871F-4604-9BB6-C5096171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9e00aee8beb4877"/>
              </a:rPr>
              <a:t>https://docs.nvidia.com/gpudirect-storage/overview-guide/index.html</a:t>
            </a:r>
          </a:p>
        </p:txBody>
      </p:sp>
      <p:sp>
        <p:nvSpPr>
          <p:cNvPr id="7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0AFEA900-4416-4701-AA76-3200D95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2BAC61AD-3BB0-4EB5-9B5C-718FEBD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a6a0b3003484092"/>
              </a:rPr>
              <a:t>https://docs.nvidia.com/gpudirect-storage/design-guide/index.html</a:t>
            </a:r>
          </a:p>
        </p:txBody>
      </p:sp>
      <p:sp>
        <p:nvSpPr>
          <p:cNvPr id="9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3D076820-D83C-4771-9D51-41330810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35FDDCF3-F6A8-4DA2-8C0D-92878B91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8540dc166e64e5b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7260A-D8CB-4135-ABBE-174120D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1E00206-DBBE-493C-9F31-6DF5700E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56">
            <a:extLst xmlns:a="http://schemas.openxmlformats.org/drawingml/2006/main">
              <a:ext uri="{FF2B5EF4-FFF2-40B4-BE49-F238E27FC236}">
                <a16:creationId xmlns:a16="http://schemas.microsoft.com/office/drawing/2014/main" id="{A5F600BB-8299-4EB9-9256-A3AECA15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56</a:t>
            </a:r>
          </a:p>
        </p:txBody>
      </p:sp>
    </p:spTree>
    <p:extLst>
      <p:ext uri="{BB962C8B-B14F-4D97-AF65-F5344CB8AC3E}">
        <p14:creationId xmlns:p14="http://schemas.microsoft.com/office/powerpoint/2010/main" val="37855112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6">
            <a:extLst xmlns:a="http://schemas.openxmlformats.org/drawingml/2006/main">
              <a:ext uri="{FF2B5EF4-FFF2-40B4-BE49-F238E27FC236}">
                <a16:creationId xmlns:a16="http://schemas.microsoft.com/office/drawing/2014/main" id="{E5656DA0-AF75-4C5C-9FB5-746F2FE2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095B79F3-D2FB-46F9-A4DC-B039F308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2B9D2C91-AC75-4B18-BC9C-65283F0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FCF937D2-F9F9-4225-BBBF-79EC0C2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c85c6326aab4cbe"/>
              </a:rPr>
              <a:t>https://www.iea.org/reports/key-questions-on-energy-and-ai/executive-summary</a:t>
            </a:r>
          </a:p>
        </p:txBody>
      </p:sp>
      <p:sp>
        <p:nvSpPr>
          <p:cNvPr id="5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9EBA2EBC-3450-4BC0-8007-153B8034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52873D41-B28E-4715-82B5-EEDF1930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39d5941d7be47a8"/>
              </a:rPr>
              <a:t>https://www.nsf.gov/cise/updates/nairr-2-years-advancing-american-artificial-intelligence</a:t>
            </a:r>
          </a:p>
        </p:txBody>
      </p:sp>
      <p:sp>
        <p:nvSpPr>
          <p:cNvPr id="7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29312D83-CF33-41E4-9682-708708A8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88FF4FA3-DE55-496E-933F-994C6F3F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df13431f76241b8"/>
              </a:rPr>
              <a:t>https://aclanthology.org/P19-1355/</a:t>
            </a:r>
          </a:p>
        </p:txBody>
      </p:sp>
      <p:sp>
        <p:nvSpPr>
          <p:cNvPr id="9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C6593EBF-B643-47BF-9314-76709256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3F790196-FA09-4E5B-81F4-7E86E7A7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e88830a3f954cfe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34DB7-2D7E-41BB-ABEA-5AEFF909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6B6F53B-EC13-437F-9780-C4AA855D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56">
            <a:extLst xmlns:a="http://schemas.openxmlformats.org/drawingml/2006/main">
              <a:ext uri="{FF2B5EF4-FFF2-40B4-BE49-F238E27FC236}">
                <a16:creationId xmlns:a16="http://schemas.microsoft.com/office/drawing/2014/main" id="{EC703682-1BDA-4710-ACDD-90D424C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56</a:t>
            </a:r>
          </a:p>
        </p:txBody>
      </p:sp>
    </p:spTree>
    <p:extLst>
      <p:ext uri="{BB962C8B-B14F-4D97-AF65-F5344CB8AC3E}">
        <p14:creationId xmlns:p14="http://schemas.microsoft.com/office/powerpoint/2010/main" val="168666830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6">
            <a:extLst xmlns:a="http://schemas.openxmlformats.org/drawingml/2006/main">
              <a:ext uri="{FF2B5EF4-FFF2-40B4-BE49-F238E27FC236}">
                <a16:creationId xmlns:a16="http://schemas.microsoft.com/office/drawing/2014/main" id="{89077456-E0FD-4621-A8C3-1E8AF51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632B6F89-5826-4DD3-83F8-89A37F0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ECDAC992-ACFB-4D06-927D-F3C8EFAD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F8135BCA-895C-448D-94FA-993CE747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6787be5b4a4413e"/>
              </a:rPr>
              <a:t>https://arxiv.org/abs/1907.10597</a:t>
            </a:r>
          </a:p>
        </p:txBody>
      </p:sp>
      <p:sp>
        <p:nvSpPr>
          <p:cNvPr id="5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EEE0AE7A-4CB9-4AFF-B3C3-466B1A8F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206A260D-9935-4954-B34B-136844AB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ba54d9a0c814d7c"/>
              </a:rPr>
              <a:t>https://arxiv.org/abs/1906.08935v2</a:t>
            </a:r>
          </a:p>
        </p:txBody>
      </p:sp>
      <p:sp>
        <p:nvSpPr>
          <p:cNvPr id="7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84E4D935-DEBD-4A34-B512-22BF0AB4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55B7FC1E-3898-4F66-860E-F8E8A4D6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a9e8f1030ea453f"/>
              </a:rPr>
              <a:t>https://aclanthology.org/2024.cl-3.8/</a:t>
            </a:r>
          </a:p>
        </p:txBody>
      </p:sp>
      <p:sp>
        <p:nvSpPr>
          <p:cNvPr id="9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C4979E8D-E510-439A-B35E-07880EFC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0A598D3C-3471-471F-9872-E44C21D4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1b3980f022f4fa0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C496C-DA3C-4DAE-9E38-EC49597D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6229789-BB2E-46F1-8F8D-79E4CA6E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56">
            <a:extLst xmlns:a="http://schemas.openxmlformats.org/drawingml/2006/main">
              <a:ext uri="{FF2B5EF4-FFF2-40B4-BE49-F238E27FC236}">
                <a16:creationId xmlns:a16="http://schemas.microsoft.com/office/drawing/2014/main" id="{F4FBCA71-E208-4479-B9D7-5C2DC8B6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56</a:t>
            </a:r>
          </a:p>
        </p:txBody>
      </p:sp>
    </p:spTree>
    <p:extLst>
      <p:ext uri="{BB962C8B-B14F-4D97-AF65-F5344CB8AC3E}">
        <p14:creationId xmlns:p14="http://schemas.microsoft.com/office/powerpoint/2010/main" val="182525522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5/6">
            <a:extLst xmlns:a="http://schemas.openxmlformats.org/drawingml/2006/main">
              <a:ext uri="{FF2B5EF4-FFF2-40B4-BE49-F238E27FC236}">
                <a16:creationId xmlns:a16="http://schemas.microsoft.com/office/drawing/2014/main" id="{CD51CAF8-E107-4690-A18E-0469D5FE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07D4561D-87C2-4B84-B0AF-9AD1F623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56EF1C9C-A104-4E12-B81D-01415C12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4CA15A07-CE94-4DD6-8171-DFFB253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2d7efd9661f4359"/>
              </a:rPr>
              <a:t>https://arxiv.org/abs/2106.11750v1</a:t>
            </a:r>
          </a:p>
        </p:txBody>
      </p:sp>
      <p:sp>
        <p:nvSpPr>
          <p:cNvPr id="5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BC98ADFC-E66A-4E99-ADB6-86CD9752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5E6C4ABC-082C-421F-BF8C-51DB219B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c3c2ff7962f417a"/>
              </a:rPr>
              <a:t>https://www.oecd.org/en/topics/ai-principles.html</a:t>
            </a:r>
          </a:p>
        </p:txBody>
      </p:sp>
      <p:sp>
        <p:nvSpPr>
          <p:cNvPr id="7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460FA698-80D5-4A89-91DC-38DEA801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46E10D78-498B-4344-A4D6-4A196050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4a89e65ed284728"/>
              </a:rPr>
              <a:t>https://airc.nist.gov/airmf-resources/playbook/</a:t>
            </a:r>
          </a:p>
        </p:txBody>
      </p:sp>
      <p:sp>
        <p:nvSpPr>
          <p:cNvPr id="9" name="[20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A730004F-9A63-4FF7-A95D-D58886DF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[20] NVIDIA, “Rotate,” NPP Image Geometry Transforms, CUDA 13.0.3 archive documentation, accessed Oct. 8, 2026.</a:t>
            </a:r>
          </a:p>
        </p:txBody>
      </p:sp>
      <p:sp>
        <p:nvSpPr>
          <p:cNvPr id="10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22333287-F472-457C-AC27-0FF5A3C5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08df69db9fd46a1"/>
              </a:rPr>
              <a:t>https://docs.nvidia.com/cuda/archive/13.0.3/npp/image_geometry_transforms.html#rotate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1469E-4CB5-43D8-8E70-E3C7DD42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44E9C47-0EC0-44DE-AABA-EB119577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56">
            <a:extLst xmlns:a="http://schemas.openxmlformats.org/drawingml/2006/main">
              <a:ext uri="{FF2B5EF4-FFF2-40B4-BE49-F238E27FC236}">
                <a16:creationId xmlns:a16="http://schemas.microsoft.com/office/drawing/2014/main" id="{6123BB3B-BC29-4F08-85C5-13919D1A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56</a:t>
            </a:r>
          </a:p>
        </p:txBody>
      </p:sp>
    </p:spTree>
    <p:extLst>
      <p:ext uri="{BB962C8B-B14F-4D97-AF65-F5344CB8AC3E}">
        <p14:creationId xmlns:p14="http://schemas.microsoft.com/office/powerpoint/2010/main" val="160814455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pendix • References 6/6">
            <a:extLst xmlns:a="http://schemas.openxmlformats.org/drawingml/2006/main">
              <a:ext uri="{FF2B5EF4-FFF2-40B4-BE49-F238E27FC236}">
                <a16:creationId xmlns:a16="http://schemas.microsoft.com/office/drawing/2014/main" id="{5C3C789B-9B50-45D3-A88E-DE3D526F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6/6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D2C9AA7A-B2EC-4A05-B40E-3C059326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E249CC0F-3187-43CB-814F-62161EC9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4" name="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FE42E9D4-8A05-468A-8060-7CE21CD4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../context/FIT3143_Week_5_Combined.pdf</a:t>
            </a:r>
          </a:p>
        </p:txBody>
      </p:sp>
      <p:sp>
        <p:nvSpPr>
          <p:cNvPr id="5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D6565CC8-21EE-44EB-8AF1-54FFD3B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6" name="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AC9F218E-8894-424A-815C-626292AA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../context/FIT3143-Topic-9B-2024.pdf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BDE02-113E-4ACB-A9E1-4235551D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91A57F9-BFF7-4976-A012-F906CE41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9" name="40 / 56">
            <a:extLst xmlns:a="http://schemas.openxmlformats.org/drawingml/2006/main">
              <a:ext uri="{FF2B5EF4-FFF2-40B4-BE49-F238E27FC236}">
                <a16:creationId xmlns:a16="http://schemas.microsoft.com/office/drawing/2014/main" id="{C286470B-6982-4CD8-BC4B-651E4E9E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56</a:t>
            </a:r>
          </a:p>
        </p:txBody>
      </p:sp>
    </p:spTree>
    <p:extLst>
      <p:ext uri="{BB962C8B-B14F-4D97-AF65-F5344CB8AC3E}">
        <p14:creationId xmlns:p14="http://schemas.microsoft.com/office/powerpoint/2010/main" val="16256856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332003FF-21A1-440A-B85A-51741191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64E8BC4C-31FC-43B7-B128-2E4D7ACD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68FFBD9A-954A-4FB4-9B04-23FB5110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D0A3F9D9-BC9A-4F35-9BF4-4C256936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2BD79781-8C77-431E-B214-6503A72E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C053E1C5-AB8C-4E33-AE91-EC938509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C10BBFD3-9E8F-436A-B6CF-1716B89B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B7E7FB7A-E4CF-4850-A7EA-32FC399C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45A12CCC-6D93-4FD0-A4D7-2CC178A1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06CF531C-A843-4FB3-B5BB-2E764F7C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D79CF-F249-4A0C-A1F3-3A8A588C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8A983-20D2-4346-B79D-2B96581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26A60F0-458F-471E-8B6D-992DD67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41 / 56">
            <a:extLst xmlns:a="http://schemas.openxmlformats.org/drawingml/2006/main">
              <a:ext uri="{FF2B5EF4-FFF2-40B4-BE49-F238E27FC236}">
                <a16:creationId xmlns:a16="http://schemas.microsoft.com/office/drawing/2014/main" id="{3FD08C25-56BA-488C-ACCF-C3477D39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56</a:t>
            </a:r>
          </a:p>
        </p:txBody>
      </p:sp>
    </p:spTree>
    <p:extLst>
      <p:ext uri="{BB962C8B-B14F-4D97-AF65-F5344CB8AC3E}">
        <p14:creationId xmlns:p14="http://schemas.microsoft.com/office/powerpoint/2010/main" val="207425033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95BB0184-8B9D-403E-8DBC-A74FBAF6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57DFA6AC-4588-4928-87B8-088541F1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0746E9F3-E9D5-4113-8B3C-5B849C74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88394-3BAF-445F-B6C2-E9B3129E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A0EFF8E-EBDE-4F2A-820B-DA2B3EE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2 / 56">
            <a:extLst xmlns:a="http://schemas.openxmlformats.org/drawingml/2006/main">
              <a:ext uri="{FF2B5EF4-FFF2-40B4-BE49-F238E27FC236}">
                <a16:creationId xmlns:a16="http://schemas.microsoft.com/office/drawing/2014/main" id="{772615C4-639D-4908-933A-B9535447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42 / 56</a:t>
            </a:r>
          </a:p>
        </p:txBody>
      </p:sp>
    </p:spTree>
    <p:extLst>
      <p:ext uri="{BB962C8B-B14F-4D97-AF65-F5344CB8AC3E}">
        <p14:creationId xmlns:p14="http://schemas.microsoft.com/office/powerpoint/2010/main" val="177378155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DA9FD4BE-5C15-4A92-ABCE-E2786BEF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64A51D63-786F-4402-A039-5EF483DF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F14C4DD8-AEBE-412E-B257-4FEB4F5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FE75A-C4B3-4DCD-909D-33F9A417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4BBA053-823A-48DF-8D83-135BC9E5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3 / 56">
            <a:extLst xmlns:a="http://schemas.openxmlformats.org/drawingml/2006/main">
              <a:ext uri="{FF2B5EF4-FFF2-40B4-BE49-F238E27FC236}">
                <a16:creationId xmlns:a16="http://schemas.microsoft.com/office/drawing/2014/main" id="{EC954076-6A70-4AC0-A804-77E16D49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43 / 56</a:t>
            </a:r>
          </a:p>
        </p:txBody>
      </p:sp>
    </p:spTree>
    <p:extLst>
      <p:ext uri="{BB962C8B-B14F-4D97-AF65-F5344CB8AC3E}">
        <p14:creationId xmlns:p14="http://schemas.microsoft.com/office/powerpoint/2010/main" val="83788781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61292DAC-C98F-4D8E-96CF-95330C14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A6A12F1C-AC81-4403-9B24-9A55C2B1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60CD9BA9-B483-4D26-9600-713BC98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F64A0-36F8-4C86-AE0A-0509EAF2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0C205AB-F141-4D80-A0FC-D3F68E32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4 / 56">
            <a:extLst xmlns:a="http://schemas.openxmlformats.org/drawingml/2006/main">
              <a:ext uri="{FF2B5EF4-FFF2-40B4-BE49-F238E27FC236}">
                <a16:creationId xmlns:a16="http://schemas.microsoft.com/office/drawing/2014/main" id="{2A02C31D-8FE2-4BC6-8BDC-B5CD079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44 / 56</a:t>
            </a:r>
          </a:p>
        </p:txBody>
      </p:sp>
    </p:spTree>
    <p:extLst>
      <p:ext uri="{BB962C8B-B14F-4D97-AF65-F5344CB8AC3E}">
        <p14:creationId xmlns:p14="http://schemas.microsoft.com/office/powerpoint/2010/main" val="17337283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C18F7FA3-B565-48AB-B2DE-B4679795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8CC34CE0-8395-4F4C-A111-864FFD05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255C2518-0F81-407F-9A55-1D7D8EC1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132E6-921B-4955-AE8F-25515F80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17DBF43-A3C4-40FA-94D3-717545CA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5 / 56">
            <a:extLst xmlns:a="http://schemas.openxmlformats.org/drawingml/2006/main">
              <a:ext uri="{FF2B5EF4-FFF2-40B4-BE49-F238E27FC236}">
                <a16:creationId xmlns:a16="http://schemas.microsoft.com/office/drawing/2014/main" id="{8E114E70-7356-46FA-BC21-3F38804B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45 / 56</a:t>
            </a:r>
          </a:p>
        </p:txBody>
      </p:sp>
    </p:spTree>
    <p:extLst>
      <p:ext uri="{BB962C8B-B14F-4D97-AF65-F5344CB8AC3E}">
        <p14:creationId xmlns:p14="http://schemas.microsoft.com/office/powerpoint/2010/main" val="194364660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190E4775-1F96-4B07-9ADA-38EADA37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3BC2897C-28CE-43CE-A3F9-E87B0288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C64C4DF8-DCD4-45A5-8EB1-5259E5D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84509-B22B-45B2-B88C-E1ACEB55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08EBE0E-50FD-4A7A-9241-AF09BE3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6 / 56">
            <a:extLst xmlns:a="http://schemas.openxmlformats.org/drawingml/2006/main">
              <a:ext uri="{FF2B5EF4-FFF2-40B4-BE49-F238E27FC236}">
                <a16:creationId xmlns:a16="http://schemas.microsoft.com/office/drawing/2014/main" id="{31267FA4-86A7-4877-B667-6AC89BD0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46 / 56</a:t>
            </a:r>
          </a:p>
        </p:txBody>
      </p:sp>
    </p:spTree>
    <p:extLst>
      <p:ext uri="{BB962C8B-B14F-4D97-AF65-F5344CB8AC3E}">
        <p14:creationId xmlns:p14="http://schemas.microsoft.com/office/powerpoint/2010/main" val="190362190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8A1D6DAA-1DCA-45DD-8CB3-DD1D569C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61609DD0-6FDF-4C7A-8CD7-C95FA29E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EF383DD4-2260-4BB6-AF19-2340DF72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A062A-D45C-417E-BD87-80371DAB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B50A127-461E-4178-A836-AE05154B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7 / 56">
            <a:extLst xmlns:a="http://schemas.openxmlformats.org/drawingml/2006/main">
              <a:ext uri="{FF2B5EF4-FFF2-40B4-BE49-F238E27FC236}">
                <a16:creationId xmlns:a16="http://schemas.microsoft.com/office/drawing/2014/main" id="{25772D6B-FDA7-48B0-A310-662BE3B7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47 / 56</a:t>
            </a:r>
          </a:p>
        </p:txBody>
      </p:sp>
    </p:spTree>
    <p:extLst>
      <p:ext uri="{BB962C8B-B14F-4D97-AF65-F5344CB8AC3E}">
        <p14:creationId xmlns:p14="http://schemas.microsoft.com/office/powerpoint/2010/main" val="172724090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4383363F-694F-4456-838C-93DDCBAA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ADFD404A-0B51-4B40-97FC-A8129B80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705E6E99-BB78-417F-9698-0A1669D7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EB4D5-AC8B-4E82-B9C8-6E4CC37B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033AFDA-2CFF-4A03-8D61-6705AD39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8 / 56">
            <a:extLst xmlns:a="http://schemas.openxmlformats.org/drawingml/2006/main">
              <a:ext uri="{FF2B5EF4-FFF2-40B4-BE49-F238E27FC236}">
                <a16:creationId xmlns:a16="http://schemas.microsoft.com/office/drawing/2014/main" id="{76A9B136-6196-4ECD-BBDB-2438D583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48 / 56</a:t>
            </a:r>
          </a:p>
        </p:txBody>
      </p:sp>
    </p:spTree>
    <p:extLst>
      <p:ext uri="{BB962C8B-B14F-4D97-AF65-F5344CB8AC3E}">
        <p14:creationId xmlns:p14="http://schemas.microsoft.com/office/powerpoint/2010/main" val="21160120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A91E9F72-888D-4828-BA11-B24C49CC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1D4332D8-05BD-4426-AF31-6CBBCBEF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72CEA892-0AFF-453F-841F-6A747E84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C2BA4-3FB6-4606-8B70-DDC34900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2B7AC5A-FDEC-4886-8F39-0EC2D867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9 / 56">
            <a:extLst xmlns:a="http://schemas.openxmlformats.org/drawingml/2006/main">
              <a:ext uri="{FF2B5EF4-FFF2-40B4-BE49-F238E27FC236}">
                <a16:creationId xmlns:a16="http://schemas.microsoft.com/office/drawing/2014/main" id="{A3E1CF61-3181-43BE-9779-36884CC1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49 / 56</a:t>
            </a:r>
          </a:p>
        </p:txBody>
      </p:sp>
    </p:spTree>
    <p:extLst>
      <p:ext uri="{BB962C8B-B14F-4D97-AF65-F5344CB8AC3E}">
        <p14:creationId xmlns:p14="http://schemas.microsoft.com/office/powerpoint/2010/main" val="60670735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5DAC28E9-0FAE-47F3-AEF4-6481B315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80496E45-49F6-46C7-A7F3-B0AF2B91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B259C50D-C074-4883-A6F2-19F0368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276BA-2BC3-40DE-ACCA-9AF78B71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208A046-FA8B-44B3-91B6-D681A5B2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0 / 56">
            <a:extLst xmlns:a="http://schemas.openxmlformats.org/drawingml/2006/main">
              <a:ext uri="{FF2B5EF4-FFF2-40B4-BE49-F238E27FC236}">
                <a16:creationId xmlns:a16="http://schemas.microsoft.com/office/drawing/2014/main" id="{5DCEFEB6-8D30-42E1-A85E-9818FEE7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50 / 56</a:t>
            </a:r>
          </a:p>
        </p:txBody>
      </p:sp>
    </p:spTree>
    <p:extLst>
      <p:ext uri="{BB962C8B-B14F-4D97-AF65-F5344CB8AC3E}">
        <p14:creationId xmlns:p14="http://schemas.microsoft.com/office/powerpoint/2010/main" val="78437351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83AA5498-46D5-47B4-B482-E5091542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93F63C58-A907-4681-B044-A6DDCE2E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F3FB7547-D536-4C4D-ACB8-62712876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8FDFE-AD44-4D2F-AA7D-DC27E402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2979484-EB11-4157-8561-9C0A626F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1 / 56">
            <a:extLst xmlns:a="http://schemas.openxmlformats.org/drawingml/2006/main">
              <a:ext uri="{FF2B5EF4-FFF2-40B4-BE49-F238E27FC236}">
                <a16:creationId xmlns:a16="http://schemas.microsoft.com/office/drawing/2014/main" id="{0333B37B-CE69-4AFD-84D0-FC534DF4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51 / 56</a:t>
            </a:r>
          </a:p>
        </p:txBody>
      </p:sp>
    </p:spTree>
    <p:extLst>
      <p:ext uri="{BB962C8B-B14F-4D97-AF65-F5344CB8AC3E}">
        <p14:creationId xmlns:p14="http://schemas.microsoft.com/office/powerpoint/2010/main" val="90965029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118EEE10-3449-4AA8-A044-6B82DBE7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62665F47-A14C-4A96-B35F-9369319A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371B8276-8255-4412-8C4D-6BBBF5E1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63285-FE0B-4F0D-9DD8-9D6DA86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15A66D9-D58B-4C4E-AD19-DFC3F817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2 / 56">
            <a:extLst xmlns:a="http://schemas.openxmlformats.org/drawingml/2006/main">
              <a:ext uri="{FF2B5EF4-FFF2-40B4-BE49-F238E27FC236}">
                <a16:creationId xmlns:a16="http://schemas.microsoft.com/office/drawing/2014/main" id="{98C31B85-7343-4699-A393-0B0F3CBF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52 / 56</a:t>
            </a:r>
          </a:p>
        </p:txBody>
      </p:sp>
    </p:spTree>
    <p:extLst>
      <p:ext uri="{BB962C8B-B14F-4D97-AF65-F5344CB8AC3E}">
        <p14:creationId xmlns:p14="http://schemas.microsoft.com/office/powerpoint/2010/main" val="79631396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25662468-3C85-4F30-A411-8E1A3786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B8793163-E5AF-48D0-9FAA-5B79CD11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99DD5074-CFBC-4F40-9301-D51891A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28C37-12A7-489B-90F0-9087E721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2649951-3A0D-4162-97F8-05D7520D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3 / 56">
            <a:extLst xmlns:a="http://schemas.openxmlformats.org/drawingml/2006/main">
              <a:ext uri="{FF2B5EF4-FFF2-40B4-BE49-F238E27FC236}">
                <a16:creationId xmlns:a16="http://schemas.microsoft.com/office/drawing/2014/main" id="{3F04A856-9E86-49C7-A43F-C84BF37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53 / 56</a:t>
            </a:r>
          </a:p>
        </p:txBody>
      </p:sp>
    </p:spTree>
    <p:extLst>
      <p:ext uri="{BB962C8B-B14F-4D97-AF65-F5344CB8AC3E}">
        <p14:creationId xmlns:p14="http://schemas.microsoft.com/office/powerpoint/2010/main" val="185649713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436C851B-95BD-448F-ABB9-9CF6A6EA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81E318B6-A335-4755-A844-5007998A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27E00F26-B891-4688-A9F3-944E2890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15064-9235-40FC-B9CD-5819F391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58D093E-EC7B-4B62-ADB3-63AA8E00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4 / 56">
            <a:extLst xmlns:a="http://schemas.openxmlformats.org/drawingml/2006/main">
              <a:ext uri="{FF2B5EF4-FFF2-40B4-BE49-F238E27FC236}">
                <a16:creationId xmlns:a16="http://schemas.microsoft.com/office/drawing/2014/main" id="{F84D268A-594C-4C58-B79B-0B493249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54 / 56</a:t>
            </a:r>
          </a:p>
        </p:txBody>
      </p:sp>
    </p:spTree>
    <p:extLst>
      <p:ext uri="{BB962C8B-B14F-4D97-AF65-F5344CB8AC3E}">
        <p14:creationId xmlns:p14="http://schemas.microsoft.com/office/powerpoint/2010/main" val="117195520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3F7EE24C-031F-45CE-8763-E72F6D6E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4A09CD16-016E-40BF-A5FF-5CA9FF5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944545C9-68F6-4406-870A-5F7914F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5B177-880C-4C42-8B94-ABB968B9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43B0A2A-DE36-4818-92CB-BF523924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5 / 56">
            <a:extLst xmlns:a="http://schemas.openxmlformats.org/drawingml/2006/main">
              <a:ext uri="{FF2B5EF4-FFF2-40B4-BE49-F238E27FC236}">
                <a16:creationId xmlns:a16="http://schemas.microsoft.com/office/drawing/2014/main" id="{AF8CFB57-6F27-49CC-BB42-BB5EDF50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55 / 56</a:t>
            </a:r>
          </a:p>
        </p:txBody>
      </p:sp>
    </p:spTree>
    <p:extLst>
      <p:ext uri="{BB962C8B-B14F-4D97-AF65-F5344CB8AC3E}">
        <p14:creationId xmlns:p14="http://schemas.microsoft.com/office/powerpoint/2010/main" val="202062762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1564585A-41E8-4C1B-8426-DF2F7E18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F0A1D10D-7CA8-4F7E-A345-7C115C23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CB53D278-90A2-4FF8-B59F-C354C984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A24B2-41EA-4043-95B5-52B06ABF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5CDB80C-8488-4E03-BE50-EE88E06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6 / 56">
            <a:extLst xmlns:a="http://schemas.openxmlformats.org/drawingml/2006/main">
              <a:ext uri="{FF2B5EF4-FFF2-40B4-BE49-F238E27FC236}">
                <a16:creationId xmlns:a16="http://schemas.microsoft.com/office/drawing/2014/main" id="{B6006AD7-EEBC-44C8-AF70-191DC48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56 / 56</a:t>
            </a:r>
          </a:p>
        </p:txBody>
      </p:sp>
    </p:spTree>
    <p:extLst>
      <p:ext uri="{BB962C8B-B14F-4D97-AF65-F5344CB8AC3E}">
        <p14:creationId xmlns:p14="http://schemas.microsoft.com/office/powerpoint/2010/main" val="552365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2026-10-08T11:04:52.5460000Z</dcterms:created>
  <dcterms:modified xsi:type="dcterms:W3CDTF">2026-10-08T11:04:52.5460000Z</dcterms:modified>
</coreProperties>
</file>