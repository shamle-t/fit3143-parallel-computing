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f9d18b3edc495e" /><Relationship Type="http://schemas.openxmlformats.org/officeDocument/2006/relationships/extended-properties" Target="/docProps/app.xml" Id="R12429fa87aa44f99" /><Relationship Type="http://schemas.openxmlformats.org/officeDocument/2006/relationships/officeDocument" Target="/ppt/presentation.xml" Id="Rc5fd423637b9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759c031424933"/>
  </p:sldMasterIdLst>
  <p:notesMasterIdLst>
    <p:notesMasterId xmlns:r="http://schemas.openxmlformats.org/officeDocument/2006/relationships" r:id="R3e1434045a254853"/>
  </p:notesMasterIdLst>
  <p:sldIdLst>
    <p:sldId xmlns:r="http://schemas.openxmlformats.org/officeDocument/2006/relationships" id="256" r:id="Rc0e877d2077b45f5"/>
    <p:sldId xmlns:r="http://schemas.openxmlformats.org/officeDocument/2006/relationships" id="257" r:id="R02241167a67346cd"/>
    <p:sldId xmlns:r="http://schemas.openxmlformats.org/officeDocument/2006/relationships" id="258" r:id="R976f6054793344d9"/>
    <p:sldId xmlns:r="http://schemas.openxmlformats.org/officeDocument/2006/relationships" id="259" r:id="Rf4664e8ed29049c7"/>
    <p:sldId xmlns:r="http://schemas.openxmlformats.org/officeDocument/2006/relationships" id="260" r:id="Rd3d0cdfd58d742e4"/>
    <p:sldId xmlns:r="http://schemas.openxmlformats.org/officeDocument/2006/relationships" id="261" r:id="Rc9d76c62ee774e06"/>
    <p:sldId xmlns:r="http://schemas.openxmlformats.org/officeDocument/2006/relationships" id="262" r:id="R84c8b9e52d1f4d17"/>
    <p:sldId xmlns:r="http://schemas.openxmlformats.org/officeDocument/2006/relationships" id="263" r:id="R391339f3a45041e2"/>
    <p:sldId xmlns:r="http://schemas.openxmlformats.org/officeDocument/2006/relationships" id="264" r:id="R4299399285324905"/>
    <p:sldId xmlns:r="http://schemas.openxmlformats.org/officeDocument/2006/relationships" id="265" r:id="R6fd2fb55b9ad44ca"/>
    <p:sldId xmlns:r="http://schemas.openxmlformats.org/officeDocument/2006/relationships" id="266" r:id="R34a961547ad7485c"/>
    <p:sldId xmlns:r="http://schemas.openxmlformats.org/officeDocument/2006/relationships" id="267" r:id="Rcb8110ba20f24ffd"/>
    <p:sldId xmlns:r="http://schemas.openxmlformats.org/officeDocument/2006/relationships" id="268" r:id="R98ce41d0e50f414f"/>
    <p:sldId xmlns:r="http://schemas.openxmlformats.org/officeDocument/2006/relationships" id="269" r:id="R10215baeadc7441c"/>
    <p:sldId xmlns:r="http://schemas.openxmlformats.org/officeDocument/2006/relationships" id="270" r:id="Rbbc033768b5d49de"/>
    <p:sldId xmlns:r="http://schemas.openxmlformats.org/officeDocument/2006/relationships" id="271" r:id="Rcd8470e284574ce5"/>
    <p:sldId xmlns:r="http://schemas.openxmlformats.org/officeDocument/2006/relationships" id="272" r:id="R5e4a428b7c2c4c5f"/>
    <p:sldId xmlns:r="http://schemas.openxmlformats.org/officeDocument/2006/relationships" id="273" r:id="R9d2091cd9a9d44ca"/>
    <p:sldId xmlns:r="http://schemas.openxmlformats.org/officeDocument/2006/relationships" id="274" r:id="R6ec072797677468f"/>
    <p:sldId xmlns:r="http://schemas.openxmlformats.org/officeDocument/2006/relationships" id="275" r:id="R0d1dc6b98a6a4a1c"/>
    <p:sldId xmlns:r="http://schemas.openxmlformats.org/officeDocument/2006/relationships" id="276" r:id="R3470c3cdefd341a6"/>
    <p:sldId xmlns:r="http://schemas.openxmlformats.org/officeDocument/2006/relationships" id="277" r:id="Re65b7cbb68654f9d"/>
    <p:sldId xmlns:r="http://schemas.openxmlformats.org/officeDocument/2006/relationships" id="278" r:id="Re39540613d074c7d"/>
    <p:sldId xmlns:r="http://schemas.openxmlformats.org/officeDocument/2006/relationships" id="279" r:id="R089f9d05d51f4ec9"/>
    <p:sldId xmlns:r="http://schemas.openxmlformats.org/officeDocument/2006/relationships" id="280" r:id="R0e82f6e90a0b4129"/>
    <p:sldId xmlns:r="http://schemas.openxmlformats.org/officeDocument/2006/relationships" id="281" r:id="Rad7e4c82786a42b0"/>
    <p:sldId xmlns:r="http://schemas.openxmlformats.org/officeDocument/2006/relationships" id="282" r:id="Rcacdce95368c4855"/>
    <p:sldId xmlns:r="http://schemas.openxmlformats.org/officeDocument/2006/relationships" id="283" r:id="R1f6df072fe144a2e"/>
    <p:sldId xmlns:r="http://schemas.openxmlformats.org/officeDocument/2006/relationships" id="284" r:id="R1d8afa0cfbbb4357"/>
    <p:sldId xmlns:r="http://schemas.openxmlformats.org/officeDocument/2006/relationships" id="285" r:id="R75df8b928f13447d"/>
    <p:sldId xmlns:r="http://schemas.openxmlformats.org/officeDocument/2006/relationships" id="286" r:id="Rf644b4903fa349a4"/>
    <p:sldId xmlns:r="http://schemas.openxmlformats.org/officeDocument/2006/relationships" id="287" r:id="Rb63b18ed834f4065"/>
    <p:sldId xmlns:r="http://schemas.openxmlformats.org/officeDocument/2006/relationships" id="288" r:id="R9aab6a023e0f4f5a"/>
    <p:sldId xmlns:r="http://schemas.openxmlformats.org/officeDocument/2006/relationships" id="289" r:id="R595ccb3dff4f47f0"/>
    <p:sldId xmlns:r="http://schemas.openxmlformats.org/officeDocument/2006/relationships" id="290" r:id="Rd083dec103264d29"/>
    <p:sldId xmlns:r="http://schemas.openxmlformats.org/officeDocument/2006/relationships" id="291" r:id="R68eea82f4d1d4177"/>
    <p:sldId xmlns:r="http://schemas.openxmlformats.org/officeDocument/2006/relationships" id="292" r:id="R26a4e868b94c43df"/>
    <p:sldId xmlns:r="http://schemas.openxmlformats.org/officeDocument/2006/relationships" id="293" r:id="R86f2f1ecf9a0431a"/>
    <p:sldId xmlns:r="http://schemas.openxmlformats.org/officeDocument/2006/relationships" id="294" r:id="R610e41cc192d4ee0"/>
    <p:sldId xmlns:r="http://schemas.openxmlformats.org/officeDocument/2006/relationships" id="295" r:id="Rbc89e436c629410a"/>
    <p:sldId xmlns:r="http://schemas.openxmlformats.org/officeDocument/2006/relationships" id="296" r:id="Raf791bf449aa43b9"/>
    <p:sldId xmlns:r="http://schemas.openxmlformats.org/officeDocument/2006/relationships" id="297" r:id="Ref2bab8d72be45e1"/>
    <p:sldId xmlns:r="http://schemas.openxmlformats.org/officeDocument/2006/relationships" id="298" r:id="Rd7f143996f00407f"/>
    <p:sldId xmlns:r="http://schemas.openxmlformats.org/officeDocument/2006/relationships" id="299" r:id="R27d29c68cab246ab"/>
    <p:sldId xmlns:r="http://schemas.openxmlformats.org/officeDocument/2006/relationships" id="300" r:id="R49629b0a8095499e"/>
    <p:sldId xmlns:r="http://schemas.openxmlformats.org/officeDocument/2006/relationships" id="301" r:id="Rdafcb0e28702455c"/>
    <p:sldId xmlns:r="http://schemas.openxmlformats.org/officeDocument/2006/relationships" id="302" r:id="R6d4716f7b14642a2"/>
    <p:sldId xmlns:r="http://schemas.openxmlformats.org/officeDocument/2006/relationships" id="303" r:id="R355a3dbc58464842"/>
    <p:sldId xmlns:r="http://schemas.openxmlformats.org/officeDocument/2006/relationships" id="304" r:id="R2408815ed5334989"/>
    <p:sldId xmlns:r="http://schemas.openxmlformats.org/officeDocument/2006/relationships" id="305" r:id="R3b2aa4db9d204893"/>
    <p:sldId xmlns:r="http://schemas.openxmlformats.org/officeDocument/2006/relationships" id="306" r:id="Ra76add787f2d42d8"/>
    <p:sldId xmlns:r="http://schemas.openxmlformats.org/officeDocument/2006/relationships" id="307" r:id="R112c24edca434ac2"/>
    <p:sldId xmlns:r="http://schemas.openxmlformats.org/officeDocument/2006/relationships" id="308" r:id="R18cdd7b360554363"/>
    <p:sldId xmlns:r="http://schemas.openxmlformats.org/officeDocument/2006/relationships" id="309" r:id="Rdbe1ee5183844e1e"/>
    <p:sldId xmlns:r="http://schemas.openxmlformats.org/officeDocument/2006/relationships" id="310" r:id="R5ea685be1249401c"/>
    <p:sldId xmlns:r="http://schemas.openxmlformats.org/officeDocument/2006/relationships" id="311" r:id="Rc1b806ecc1b8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1a7b649f34131" /><Relationship Type="http://schemas.openxmlformats.org/officeDocument/2006/relationships/slideMaster" Target="/ppt/slideMasters/slideMaster1.xml" Id="R15a759c031424933" /><Relationship Type="http://schemas.openxmlformats.org/officeDocument/2006/relationships/notesMaster" Target="/ppt/notesMasters/notesMaster1.xml" Id="R3e1434045a254853" /><Relationship Type="http://schemas.openxmlformats.org/officeDocument/2006/relationships/presProps" Target="/ppt/presProps.xml" Id="R51dcb1a570cb45f7" /><Relationship Type="http://schemas.openxmlformats.org/officeDocument/2006/relationships/tableStyles" Target="/ppt/tableStyles.xml" Id="R2c8ccf66dfb44408" /><Relationship Type="http://schemas.openxmlformats.org/officeDocument/2006/relationships/slide" Target="/ppt/slides/slide1.xml" Id="Rc0e877d2077b45f5" /><Relationship Type="http://schemas.openxmlformats.org/officeDocument/2006/relationships/slide" Target="/ppt/slides/slide2.xml" Id="R02241167a67346cd" /><Relationship Type="http://schemas.openxmlformats.org/officeDocument/2006/relationships/slide" Target="/ppt/slides/slide3.xml" Id="R976f6054793344d9" /><Relationship Type="http://schemas.openxmlformats.org/officeDocument/2006/relationships/slide" Target="/ppt/slides/slide4.xml" Id="Rf4664e8ed29049c7" /><Relationship Type="http://schemas.openxmlformats.org/officeDocument/2006/relationships/slide" Target="/ppt/slides/slide5.xml" Id="Rd3d0cdfd58d742e4" /><Relationship Type="http://schemas.openxmlformats.org/officeDocument/2006/relationships/slide" Target="/ppt/slides/slide6.xml" Id="Rc9d76c62ee774e06" /><Relationship Type="http://schemas.openxmlformats.org/officeDocument/2006/relationships/slide" Target="/ppt/slides/slide7.xml" Id="R84c8b9e52d1f4d17" /><Relationship Type="http://schemas.openxmlformats.org/officeDocument/2006/relationships/slide" Target="/ppt/slides/slide8.xml" Id="R391339f3a45041e2" /><Relationship Type="http://schemas.openxmlformats.org/officeDocument/2006/relationships/slide" Target="/ppt/slides/slide9.xml" Id="R4299399285324905" /><Relationship Type="http://schemas.openxmlformats.org/officeDocument/2006/relationships/slide" Target="/ppt/slides/slide10.xml" Id="R6fd2fb55b9ad44ca" /><Relationship Type="http://schemas.openxmlformats.org/officeDocument/2006/relationships/slide" Target="/ppt/slides/slide11.xml" Id="R34a961547ad7485c" /><Relationship Type="http://schemas.openxmlformats.org/officeDocument/2006/relationships/slide" Target="/ppt/slides/slide12.xml" Id="Rcb8110ba20f24ffd" /><Relationship Type="http://schemas.openxmlformats.org/officeDocument/2006/relationships/slide" Target="/ppt/slides/slide13.xml" Id="R98ce41d0e50f414f" /><Relationship Type="http://schemas.openxmlformats.org/officeDocument/2006/relationships/slide" Target="/ppt/slides/slide14.xml" Id="R10215baeadc7441c" /><Relationship Type="http://schemas.openxmlformats.org/officeDocument/2006/relationships/slide" Target="/ppt/slides/slide15.xml" Id="Rbbc033768b5d49de" /><Relationship Type="http://schemas.openxmlformats.org/officeDocument/2006/relationships/slide" Target="/ppt/slides/slide16.xml" Id="Rcd8470e284574ce5" /><Relationship Type="http://schemas.openxmlformats.org/officeDocument/2006/relationships/slide" Target="/ppt/slides/slide17.xml" Id="R5e4a428b7c2c4c5f" /><Relationship Type="http://schemas.openxmlformats.org/officeDocument/2006/relationships/slide" Target="/ppt/slides/slide18.xml" Id="R9d2091cd9a9d44ca" /><Relationship Type="http://schemas.openxmlformats.org/officeDocument/2006/relationships/slide" Target="/ppt/slides/slide19.xml" Id="R6ec072797677468f" /><Relationship Type="http://schemas.openxmlformats.org/officeDocument/2006/relationships/slide" Target="/ppt/slides/slide20.xml" Id="R0d1dc6b98a6a4a1c" /><Relationship Type="http://schemas.openxmlformats.org/officeDocument/2006/relationships/slide" Target="/ppt/slides/slide21.xml" Id="R3470c3cdefd341a6" /><Relationship Type="http://schemas.openxmlformats.org/officeDocument/2006/relationships/slide" Target="/ppt/slides/slide22.xml" Id="Re65b7cbb68654f9d" /><Relationship Type="http://schemas.openxmlformats.org/officeDocument/2006/relationships/slide" Target="/ppt/slides/slide23.xml" Id="Re39540613d074c7d" /><Relationship Type="http://schemas.openxmlformats.org/officeDocument/2006/relationships/slide" Target="/ppt/slides/slide24.xml" Id="R089f9d05d51f4ec9" /><Relationship Type="http://schemas.openxmlformats.org/officeDocument/2006/relationships/slide" Target="/ppt/slides/slide25.xml" Id="R0e82f6e90a0b4129" /><Relationship Type="http://schemas.openxmlformats.org/officeDocument/2006/relationships/slide" Target="/ppt/slides/slide26.xml" Id="Rad7e4c82786a42b0" /><Relationship Type="http://schemas.openxmlformats.org/officeDocument/2006/relationships/slide" Target="/ppt/slides/slide27.xml" Id="Rcacdce95368c4855" /><Relationship Type="http://schemas.openxmlformats.org/officeDocument/2006/relationships/slide" Target="/ppt/slides/slide28.xml" Id="R1f6df072fe144a2e" /><Relationship Type="http://schemas.openxmlformats.org/officeDocument/2006/relationships/slide" Target="/ppt/slides/slide29.xml" Id="R1d8afa0cfbbb4357" /><Relationship Type="http://schemas.openxmlformats.org/officeDocument/2006/relationships/slide" Target="/ppt/slides/slide30.xml" Id="R75df8b928f13447d" /><Relationship Type="http://schemas.openxmlformats.org/officeDocument/2006/relationships/slide" Target="/ppt/slides/slide31.xml" Id="Rf644b4903fa349a4" /><Relationship Type="http://schemas.openxmlformats.org/officeDocument/2006/relationships/slide" Target="/ppt/slides/slide32.xml" Id="Rb63b18ed834f4065" /><Relationship Type="http://schemas.openxmlformats.org/officeDocument/2006/relationships/slide" Target="/ppt/slides/slide33.xml" Id="R9aab6a023e0f4f5a" /><Relationship Type="http://schemas.openxmlformats.org/officeDocument/2006/relationships/slide" Target="/ppt/slides/slide34.xml" Id="R595ccb3dff4f47f0" /><Relationship Type="http://schemas.openxmlformats.org/officeDocument/2006/relationships/slide" Target="/ppt/slides/slide35.xml" Id="Rd083dec103264d29" /><Relationship Type="http://schemas.openxmlformats.org/officeDocument/2006/relationships/slide" Target="/ppt/slides/slide36.xml" Id="R68eea82f4d1d4177" /><Relationship Type="http://schemas.openxmlformats.org/officeDocument/2006/relationships/slide" Target="/ppt/slides/slide37.xml" Id="R26a4e868b94c43df" /><Relationship Type="http://schemas.openxmlformats.org/officeDocument/2006/relationships/slide" Target="/ppt/slides/slide38.xml" Id="R86f2f1ecf9a0431a" /><Relationship Type="http://schemas.openxmlformats.org/officeDocument/2006/relationships/slide" Target="/ppt/slides/slide39.xml" Id="R610e41cc192d4ee0" /><Relationship Type="http://schemas.openxmlformats.org/officeDocument/2006/relationships/slide" Target="/ppt/slides/slide40.xml" Id="Rbc89e436c629410a" /><Relationship Type="http://schemas.openxmlformats.org/officeDocument/2006/relationships/slide" Target="/ppt/slides/slide41.xml" Id="Raf791bf449aa43b9" /><Relationship Type="http://schemas.openxmlformats.org/officeDocument/2006/relationships/slide" Target="/ppt/slides/slide42.xml" Id="Ref2bab8d72be45e1" /><Relationship Type="http://schemas.openxmlformats.org/officeDocument/2006/relationships/slide" Target="/ppt/slides/slide43.xml" Id="Rd7f143996f00407f" /><Relationship Type="http://schemas.openxmlformats.org/officeDocument/2006/relationships/slide" Target="/ppt/slides/slide44.xml" Id="R27d29c68cab246ab" /><Relationship Type="http://schemas.openxmlformats.org/officeDocument/2006/relationships/slide" Target="/ppt/slides/slide45.xml" Id="R49629b0a8095499e" /><Relationship Type="http://schemas.openxmlformats.org/officeDocument/2006/relationships/slide" Target="/ppt/slides/slide46.xml" Id="Rdafcb0e28702455c" /><Relationship Type="http://schemas.openxmlformats.org/officeDocument/2006/relationships/slide" Target="/ppt/slides/slide47.xml" Id="R6d4716f7b14642a2" /><Relationship Type="http://schemas.openxmlformats.org/officeDocument/2006/relationships/slide" Target="/ppt/slides/slide48.xml" Id="R355a3dbc58464842" /><Relationship Type="http://schemas.openxmlformats.org/officeDocument/2006/relationships/slide" Target="/ppt/slides/slide49.xml" Id="R2408815ed5334989" /><Relationship Type="http://schemas.openxmlformats.org/officeDocument/2006/relationships/slide" Target="/ppt/slides/slide50.xml" Id="R3b2aa4db9d204893" /><Relationship Type="http://schemas.openxmlformats.org/officeDocument/2006/relationships/slide" Target="/ppt/slides/slide51.xml" Id="Ra76add787f2d42d8" /><Relationship Type="http://schemas.openxmlformats.org/officeDocument/2006/relationships/slide" Target="/ppt/slides/slide52.xml" Id="R112c24edca434ac2" /><Relationship Type="http://schemas.openxmlformats.org/officeDocument/2006/relationships/slide" Target="/ppt/slides/slide53.xml" Id="R18cdd7b360554363" /><Relationship Type="http://schemas.openxmlformats.org/officeDocument/2006/relationships/slide" Target="/ppt/slides/slide54.xml" Id="Rdbe1ee5183844e1e" /><Relationship Type="http://schemas.openxmlformats.org/officeDocument/2006/relationships/slide" Target="/ppt/slides/slide55.xml" Id="R5ea685be1249401c" /><Relationship Type="http://schemas.openxmlformats.org/officeDocument/2006/relationships/slide" Target="/ppt/slides/slide56.xml" Id="Rc1b806ecc1b8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59fba79dcd42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eb176c77f04e26" /><Relationship Type="http://schemas.openxmlformats.org/officeDocument/2006/relationships/notesMaster" Target="/ppt/notesMasters/notesMaster1.xml" Id="R1b3192e83520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30eddaa1544798" /><Relationship Type="http://schemas.openxmlformats.org/officeDocument/2006/relationships/notesMaster" Target="/ppt/notesMasters/notesMaster1.xml" Id="R825fab5e714f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f71102c7ff43b3" /><Relationship Type="http://schemas.openxmlformats.org/officeDocument/2006/relationships/notesMaster" Target="/ppt/notesMasters/notesMaster1.xml" Id="R1fe88152911f42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0282449eb941bf" /><Relationship Type="http://schemas.openxmlformats.org/officeDocument/2006/relationships/notesMaster" Target="/ppt/notesMasters/notesMaster1.xml" Id="Rebdb677d3a8e4d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55d25620d4700" /><Relationship Type="http://schemas.openxmlformats.org/officeDocument/2006/relationships/notesMaster" Target="/ppt/notesMasters/notesMaster1.xml" Id="R6dc61fc2c5a04c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a5bd852f1f408b" /><Relationship Type="http://schemas.openxmlformats.org/officeDocument/2006/relationships/notesMaster" Target="/ppt/notesMasters/notesMaster1.xml" Id="R3f0df59d08c0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2b0a15de254410" /><Relationship Type="http://schemas.openxmlformats.org/officeDocument/2006/relationships/notesMaster" Target="/ppt/notesMasters/notesMaster1.xml" Id="R09b7e35bffee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41812fb3640a5" /><Relationship Type="http://schemas.openxmlformats.org/officeDocument/2006/relationships/notesMaster" Target="/ppt/notesMasters/notesMaster1.xml" Id="Rb531ad2dd69d43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09ea623d9a4705" /><Relationship Type="http://schemas.openxmlformats.org/officeDocument/2006/relationships/notesMaster" Target="/ppt/notesMasters/notesMaster1.xml" Id="R1fc3a05457d243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1f684abfe84c2b" /><Relationship Type="http://schemas.openxmlformats.org/officeDocument/2006/relationships/notesMaster" Target="/ppt/notesMasters/notesMaster1.xml" Id="R1449818e67594d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15d4bb12834927" /><Relationship Type="http://schemas.openxmlformats.org/officeDocument/2006/relationships/notesMaster" Target="/ppt/notesMasters/notesMaster1.xml" Id="Rd25f77e8fa234d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810dc25a424d8b" /><Relationship Type="http://schemas.openxmlformats.org/officeDocument/2006/relationships/notesMaster" Target="/ppt/notesMasters/notesMaster1.xml" Id="R45b846737d6a4b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4177bbe7c24ae1" /><Relationship Type="http://schemas.openxmlformats.org/officeDocument/2006/relationships/notesMaster" Target="/ppt/notesMasters/notesMaster1.xml" Id="R4d255efd753940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5c97bf7fb34351" /><Relationship Type="http://schemas.openxmlformats.org/officeDocument/2006/relationships/notesMaster" Target="/ppt/notesMasters/notesMaster1.xml" Id="R3b2206c76a814a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b07e6b81c5407e" /><Relationship Type="http://schemas.openxmlformats.org/officeDocument/2006/relationships/notesMaster" Target="/ppt/notesMasters/notesMaster1.xml" Id="R72b2f74337764d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2e1584af764b4e" /><Relationship Type="http://schemas.openxmlformats.org/officeDocument/2006/relationships/notesMaster" Target="/ppt/notesMasters/notesMaster1.xml" Id="Raf760fafc24844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f6e6e0f8114e7a" /><Relationship Type="http://schemas.openxmlformats.org/officeDocument/2006/relationships/notesMaster" Target="/ppt/notesMasters/notesMaster1.xml" Id="Reb9004645dd947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d42d843b2e46a9" /><Relationship Type="http://schemas.openxmlformats.org/officeDocument/2006/relationships/notesMaster" Target="/ppt/notesMasters/notesMaster1.xml" Id="R044262f510c740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619e4afda845e2" /><Relationship Type="http://schemas.openxmlformats.org/officeDocument/2006/relationships/notesMaster" Target="/ppt/notesMasters/notesMaster1.xml" Id="R658c2c5b3a7540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c961cc94484e0e" /><Relationship Type="http://schemas.openxmlformats.org/officeDocument/2006/relationships/notesMaster" Target="/ppt/notesMasters/notesMaster1.xml" Id="Rd0005636d10741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0f4644696c4cf7" /><Relationship Type="http://schemas.openxmlformats.org/officeDocument/2006/relationships/notesMaster" Target="/ppt/notesMasters/notesMaster1.xml" Id="R344d95853bcc4b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dbe644660247bc" /><Relationship Type="http://schemas.openxmlformats.org/officeDocument/2006/relationships/notesMaster" Target="/ppt/notesMasters/notesMaster1.xml" Id="R0273cbee3fba4b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6ec395a5434fb9" /><Relationship Type="http://schemas.openxmlformats.org/officeDocument/2006/relationships/notesMaster" Target="/ppt/notesMasters/notesMaster1.xml" Id="R723432d6cd5141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6840d02f9142fc" /><Relationship Type="http://schemas.openxmlformats.org/officeDocument/2006/relationships/notesMaster" Target="/ppt/notesMasters/notesMaster1.xml" Id="R2f1f0ac03c2c494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4dca3c8d744f93" /><Relationship Type="http://schemas.openxmlformats.org/officeDocument/2006/relationships/notesMaster" Target="/ppt/notesMasters/notesMaster1.xml" Id="R859b545f9c3643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8403560b174555" /><Relationship Type="http://schemas.openxmlformats.org/officeDocument/2006/relationships/notesMaster" Target="/ppt/notesMasters/notesMaster1.xml" Id="Rb3d93d095b1042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78e9d942424b4e" /><Relationship Type="http://schemas.openxmlformats.org/officeDocument/2006/relationships/notesMaster" Target="/ppt/notesMasters/notesMaster1.xml" Id="Rf78fa45e154047c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dd7ddca9b74c11" /><Relationship Type="http://schemas.openxmlformats.org/officeDocument/2006/relationships/notesMaster" Target="/ppt/notesMasters/notesMaster1.xml" Id="Re1798a06792746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e2bcae9a5748e5" /><Relationship Type="http://schemas.openxmlformats.org/officeDocument/2006/relationships/notesMaster" Target="/ppt/notesMasters/notesMaster1.xml" Id="R58097a0375254a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8084ee8eaf46c3" /><Relationship Type="http://schemas.openxmlformats.org/officeDocument/2006/relationships/notesMaster" Target="/ppt/notesMasters/notesMaster1.xml" Id="R600cec53194547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6e23ddb536486a" /><Relationship Type="http://schemas.openxmlformats.org/officeDocument/2006/relationships/notesMaster" Target="/ppt/notesMasters/notesMaster1.xml" Id="R3741815abf2a463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5efc4070d74ca0" /><Relationship Type="http://schemas.openxmlformats.org/officeDocument/2006/relationships/notesMaster" Target="/ppt/notesMasters/notesMaster1.xml" Id="Rb5bfed72bcd847a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79c6fa9ea5941dc" /><Relationship Type="http://schemas.openxmlformats.org/officeDocument/2006/relationships/notesMaster" Target="/ppt/notesMasters/notesMaster1.xml" Id="Rc5e36ffa46f44fd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8c7ea5a2d574eab" /><Relationship Type="http://schemas.openxmlformats.org/officeDocument/2006/relationships/notesMaster" Target="/ppt/notesMasters/notesMaster1.xml" Id="R532b36358b2741f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a444774eed54952" /><Relationship Type="http://schemas.openxmlformats.org/officeDocument/2006/relationships/notesMaster" Target="/ppt/notesMasters/notesMaster1.xml" Id="R5e75afe3366f466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c7433f5b714204" /><Relationship Type="http://schemas.openxmlformats.org/officeDocument/2006/relationships/notesMaster" Target="/ppt/notesMasters/notesMaster1.xml" Id="Ra5dab12ae659485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1e7a230f6f4527" /><Relationship Type="http://schemas.openxmlformats.org/officeDocument/2006/relationships/notesMaster" Target="/ppt/notesMasters/notesMaster1.xml" Id="Rf62988637a8d418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eb07c71a4c1483b" /><Relationship Type="http://schemas.openxmlformats.org/officeDocument/2006/relationships/notesMaster" Target="/ppt/notesMasters/notesMaster1.xml" Id="R044379139c28448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19c5fe1ec864f49" /><Relationship Type="http://schemas.openxmlformats.org/officeDocument/2006/relationships/notesMaster" Target="/ppt/notesMasters/notesMaster1.xml" Id="R3e0b56ec55f040b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f49048212544f1" /><Relationship Type="http://schemas.openxmlformats.org/officeDocument/2006/relationships/notesMaster" Target="/ppt/notesMasters/notesMaster1.xml" Id="R0426f7c2a4694bf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3d4be3db07e46cb" /><Relationship Type="http://schemas.openxmlformats.org/officeDocument/2006/relationships/notesMaster" Target="/ppt/notesMasters/notesMaster1.xml" Id="Rc4d343c19f2d4de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6f1605fbee4495c" /><Relationship Type="http://schemas.openxmlformats.org/officeDocument/2006/relationships/notesMaster" Target="/ppt/notesMasters/notesMaster1.xml" Id="Rbcdbffeadabe43e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c65ea9aec045a6" /><Relationship Type="http://schemas.openxmlformats.org/officeDocument/2006/relationships/notesMaster" Target="/ppt/notesMasters/notesMaster1.xml" Id="R87ad5aaaded84ae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5dad06c11644608" /><Relationship Type="http://schemas.openxmlformats.org/officeDocument/2006/relationships/notesMaster" Target="/ppt/notesMasters/notesMaster1.xml" Id="R383a4133144e47d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474288b3dab4bca" /><Relationship Type="http://schemas.openxmlformats.org/officeDocument/2006/relationships/notesMaster" Target="/ppt/notesMasters/notesMaster1.xml" Id="R37839360288d465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b69ac065d7b4f69" /><Relationship Type="http://schemas.openxmlformats.org/officeDocument/2006/relationships/notesMaster" Target="/ppt/notesMasters/notesMaster1.xml" Id="R7a03376678fb415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1e25accb2dd4bfc" /><Relationship Type="http://schemas.openxmlformats.org/officeDocument/2006/relationships/notesMaster" Target="/ppt/notesMasters/notesMaster1.xml" Id="R489be7c0766b404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d5d7fbc9a52450b" /><Relationship Type="http://schemas.openxmlformats.org/officeDocument/2006/relationships/notesMaster" Target="/ppt/notesMasters/notesMaster1.xml" Id="R0c29c5996b584e3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87cd6124ff347ea" /><Relationship Type="http://schemas.openxmlformats.org/officeDocument/2006/relationships/notesMaster" Target="/ppt/notesMasters/notesMaster1.xml" Id="R2dfa4119588f43f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88ab0539c6542e2" /><Relationship Type="http://schemas.openxmlformats.org/officeDocument/2006/relationships/notesMaster" Target="/ppt/notesMasters/notesMaster1.xml" Id="R0d49c8ebe9b844e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8a783423e6c4302" /><Relationship Type="http://schemas.openxmlformats.org/officeDocument/2006/relationships/notesMaster" Target="/ppt/notesMasters/notesMaster1.xml" Id="R23ab666f50ee403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6fcbb32ff2c4cbf" /><Relationship Type="http://schemas.openxmlformats.org/officeDocument/2006/relationships/notesMaster" Target="/ppt/notesMasters/notesMaster1.xml" Id="Rc80cf10671364e9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3212a43e6e145c6" /><Relationship Type="http://schemas.openxmlformats.org/officeDocument/2006/relationships/notesMaster" Target="/ppt/notesMasters/notesMaster1.xml" Id="R65d1a4b43b4d4d0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552a580a5d4407c" /><Relationship Type="http://schemas.openxmlformats.org/officeDocument/2006/relationships/notesMaster" Target="/ppt/notesMasters/notesMaster1.xml" Id="Ra2bfb3ecaf274b9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92c0f58ffe041cb" /><Relationship Type="http://schemas.openxmlformats.org/officeDocument/2006/relationships/notesMaster" Target="/ppt/notesMasters/notesMaster1.xml" Id="Red1e64a69b2449d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6333d3b5c334afd" /><Relationship Type="http://schemas.openxmlformats.org/officeDocument/2006/relationships/notesMaster" Target="/ppt/notesMasters/notesMaster1.xml" Id="Rcfd587adb1d845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97977dd344a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48debb56746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8988380a847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b52401ded48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34ea9d48541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6bacfc0d1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2F6A04-B1EB-4864-93D7-12C896C42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F9E003-CDDB-48BD-8243-C47E48686A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2C80F9-49BB-422B-BF52-45AD6230A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030792-8207-4074-BC94-9D1C990F3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D74F59-12F5-4408-8F5B-E1C7713C7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4EE1AF-397A-4408-8BBB-965F181D1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E7907F-65EB-4E22-83B4-5DC8FCBDF9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7CDE18-C85C-4ADB-9CF1-B9CA4A6A5A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A33EEC-F358-47CE-9348-756A59163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6F78CA-2FDA-434D-A892-6AE1BD89B4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7285ae0d244a68" /><Relationship Type="http://schemas.openxmlformats.org/officeDocument/2006/relationships/slideLayout" Target="/ppt/slideLayouts/slideLayout1.xml" Id="Ree406276b9c24d72" /><Relationship Type="http://schemas.openxmlformats.org/officeDocument/2006/relationships/slideLayout" Target="/ppt/slideLayouts/slideLayout2.xml" Id="Rd80fa9cce8f1480b" /><Relationship Type="http://schemas.openxmlformats.org/officeDocument/2006/relationships/slideLayout" Target="/ppt/slideLayouts/slideLayout3.xml" Id="R2124553f464b4dfa" /><Relationship Type="http://schemas.openxmlformats.org/officeDocument/2006/relationships/slideLayout" Target="/ppt/slideLayouts/slideLayout4.xml" Id="R213a8582f3fa488e" /><Relationship Type="http://schemas.openxmlformats.org/officeDocument/2006/relationships/slideLayout" Target="/ppt/slideLayouts/slideLayout5.xml" Id="R520b55e785e94443" /><Relationship Type="http://schemas.openxmlformats.org/officeDocument/2006/relationships/slideLayout" Target="/ppt/slideLayouts/slideLayout6.xml" Id="R9656f1f7ece441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06276b9c24d72"/>
    <p:sldLayoutId xmlns:r="http://schemas.openxmlformats.org/officeDocument/2006/relationships" id="2147483650" r:id="Rd80fa9cce8f1480b"/>
    <p:sldLayoutId xmlns:r="http://schemas.openxmlformats.org/officeDocument/2006/relationships" id="2147483651" r:id="R2124553f464b4dfa"/>
    <p:sldLayoutId xmlns:r="http://schemas.openxmlformats.org/officeDocument/2006/relationships" id="2147483652" r:id="R213a8582f3fa488e"/>
    <p:sldLayoutId xmlns:r="http://schemas.openxmlformats.org/officeDocument/2006/relationships" id="2147483653" r:id="R520b55e785e94443"/>
    <p:sldLayoutId xmlns:r="http://schemas.openxmlformats.org/officeDocument/2006/relationships" id="2147483654" r:id="R9656f1f7ece441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15fb88c394833" /><Relationship Type="http://schemas.openxmlformats.org/officeDocument/2006/relationships/notesSlide" Target="/ppt/notesSlides/notesSlide1.xml" Id="R729e8306926848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cbfcaeaad4e7b" /><Relationship Type="http://schemas.openxmlformats.org/officeDocument/2006/relationships/notesSlide" Target="/ppt/notesSlides/notesSlide2.xml" Id="Rf04c342664724c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4c80223654603" /><Relationship Type="http://schemas.openxmlformats.org/officeDocument/2006/relationships/notesSlide" Target="/ppt/notesSlides/notesSlide3.xml" Id="Rc105d5f1d83749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87c59987948ba" /><Relationship Type="http://schemas.openxmlformats.org/officeDocument/2006/relationships/notesSlide" Target="/ppt/notesSlides/notesSlide4.xml" Id="Rdf6116afd3eb47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8922adc0944a2" /><Relationship Type="http://schemas.openxmlformats.org/officeDocument/2006/relationships/notesSlide" Target="/ppt/notesSlides/notesSlide5.xml" Id="R9d790ee4b3e448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291c1885c4921" /><Relationship Type="http://schemas.openxmlformats.org/officeDocument/2006/relationships/notesSlide" Target="/ppt/notesSlides/notesSlide6.xml" Id="Rc1c0e127524d40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02230caa94d22" /><Relationship Type="http://schemas.openxmlformats.org/officeDocument/2006/relationships/notesSlide" Target="/ppt/notesSlides/notesSlide7.xml" Id="R2ca667c9c0f0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e7f27506242b4" /><Relationship Type="http://schemas.openxmlformats.org/officeDocument/2006/relationships/notesSlide" Target="/ppt/notesSlides/notesSlide8.xml" Id="R44930db8d5574f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3244f1c1047fc" /><Relationship Type="http://schemas.openxmlformats.org/officeDocument/2006/relationships/chart" Target="/ppt/slides/charts/chart1.xml" Id="Rf6d8bcd6f3d14aec" /><Relationship Type="http://schemas.openxmlformats.org/officeDocument/2006/relationships/chart" Target="/ppt/slides/charts/chart2.xml" Id="Rcdce87a6d9e245aa" /><Relationship Type="http://schemas.openxmlformats.org/officeDocument/2006/relationships/notesSlide" Target="/ppt/notesSlides/notesSlide9.xml" Id="Rf5b1868a586542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88e7ca68044a1" /><Relationship Type="http://schemas.openxmlformats.org/officeDocument/2006/relationships/notesSlide" Target="/ppt/notesSlides/notesSlide10.xml" Id="Ra9ce0d1afac747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bef5ddb444ab9" /><Relationship Type="http://schemas.openxmlformats.org/officeDocument/2006/relationships/notesSlide" Target="/ppt/notesSlides/notesSlide11.xml" Id="Rdc802157420642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a0650db0c4d24" /><Relationship Type="http://schemas.openxmlformats.org/officeDocument/2006/relationships/notesSlide" Target="/ppt/notesSlides/notesSlide12.xml" Id="R25ad651ed44443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b2cbe3876432b" /><Relationship Type="http://schemas.openxmlformats.org/officeDocument/2006/relationships/notesSlide" Target="/ppt/notesSlides/notesSlide13.xml" Id="R9ece07b8206a4d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6ae2e92d84a65" /><Relationship Type="http://schemas.openxmlformats.org/officeDocument/2006/relationships/notesSlide" Target="/ppt/notesSlides/notesSlide14.xml" Id="R7d6960910efc49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661b5720847b0" /><Relationship Type="http://schemas.openxmlformats.org/officeDocument/2006/relationships/notesSlide" Target="/ppt/notesSlides/notesSlide15.xml" Id="Rb8c6c37a7fd84a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cc68067be46d0" /><Relationship Type="http://schemas.openxmlformats.org/officeDocument/2006/relationships/notesSlide" Target="/ppt/notesSlides/notesSlide16.xml" Id="R60b33a4cb12649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ad9e315604ef8" /><Relationship Type="http://schemas.openxmlformats.org/officeDocument/2006/relationships/notesSlide" Target="/ppt/notesSlides/notesSlide17.xml" Id="Rb5c77d38629748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d9ef38ef64dde" /><Relationship Type="http://schemas.openxmlformats.org/officeDocument/2006/relationships/notesSlide" Target="/ppt/notesSlides/notesSlide18.xml" Id="R32963f9ca9a142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1f0dac9644664" /><Relationship Type="http://schemas.openxmlformats.org/officeDocument/2006/relationships/notesSlide" Target="/ppt/notesSlides/notesSlide19.xml" Id="R2ce565ba26ae4b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082337d534abb" /><Relationship Type="http://schemas.openxmlformats.org/officeDocument/2006/relationships/notesSlide" Target="/ppt/notesSlides/notesSlide20.xml" Id="R8be016f0955d41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40c7c813641e3" /><Relationship Type="http://schemas.openxmlformats.org/officeDocument/2006/relationships/notesSlide" Target="/ppt/notesSlides/notesSlide21.xml" Id="Rda6670c2761743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3cb1ec30f42fe" /><Relationship Type="http://schemas.openxmlformats.org/officeDocument/2006/relationships/notesSlide" Target="/ppt/notesSlides/notesSlide22.xml" Id="R6d2120e40a014e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34918a224413d" /><Relationship Type="http://schemas.openxmlformats.org/officeDocument/2006/relationships/notesSlide" Target="/ppt/notesSlides/notesSlide23.xml" Id="Rd91480542ee846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da8374aa14579" /><Relationship Type="http://schemas.openxmlformats.org/officeDocument/2006/relationships/notesSlide" Target="/ppt/notesSlides/notesSlide24.xml" Id="R57c29f403b5342b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dc9a3b8aa42b2" /><Relationship Type="http://schemas.openxmlformats.org/officeDocument/2006/relationships/notesSlide" Target="/ppt/notesSlides/notesSlide25.xml" Id="Rf0e2307a8cf942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7eb82eaee46b2" /><Relationship Type="http://schemas.openxmlformats.org/officeDocument/2006/relationships/notesSlide" Target="/ppt/notesSlides/notesSlide26.xml" Id="Rb7ef7befc95740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b4d474af94762" /><Relationship Type="http://schemas.openxmlformats.org/officeDocument/2006/relationships/notesSlide" Target="/ppt/notesSlides/notesSlide27.xml" Id="R68f54ec4d17c4f8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17b1eb55f41f4" /><Relationship Type="http://schemas.openxmlformats.org/officeDocument/2006/relationships/notesSlide" Target="/ppt/notesSlides/notesSlide28.xml" Id="Rbe112a6d551445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7f9aec8e74b09" /><Relationship Type="http://schemas.openxmlformats.org/officeDocument/2006/relationships/notesSlide" Target="/ppt/notesSlides/notesSlide29.xml" Id="R5a5dd9b0ed6c49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3064ac9ca4de3" /><Relationship Type="http://schemas.openxmlformats.org/officeDocument/2006/relationships/notesSlide" Target="/ppt/notesSlides/notesSlide30.xml" Id="Ra8bcae7b1fe5477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9bd8213e842b2" /><Relationship Type="http://schemas.openxmlformats.org/officeDocument/2006/relationships/notesSlide" Target="/ppt/notesSlides/notesSlide31.xml" Id="Rfb98abf1eb844cf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ebec9cd2b4d79" /><Relationship Type="http://schemas.openxmlformats.org/officeDocument/2006/relationships/notesSlide" Target="/ppt/notesSlides/notesSlide32.xml" Id="Rb1e2103bf8ef4c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838b8c33142dd" /><Relationship Type="http://schemas.openxmlformats.org/officeDocument/2006/relationships/notesSlide" Target="/ppt/notesSlides/notesSlide33.xml" Id="Re3978fe90ac64f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343b8dbd349e3" /><Relationship Type="http://schemas.openxmlformats.org/officeDocument/2006/relationships/notesSlide" Target="/ppt/notesSlides/notesSlide34.xml" Id="R6428d505cef244b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e73fbea89418e" /><Relationship Type="http://schemas.openxmlformats.org/officeDocument/2006/relationships/hyperlink" Target="https://docs.nvidia.com/cuda/cuda-programming-guide/01-introduction/programming-model.html" TargetMode="External" Id="R5ea78fd8db7c452d" /><Relationship Type="http://schemas.openxmlformats.org/officeDocument/2006/relationships/notesSlide" Target="/ppt/notesSlides/notesSlide35.xml" Id="R194785c47d0d43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c89122d894c74" /><Relationship Type="http://schemas.openxmlformats.org/officeDocument/2006/relationships/hyperlink" Target="https://docs.nvidia.com/cuda/cuda-c-best-practices-guide/index.html" TargetMode="External" Id="R1fc107ee0cac42ce" /><Relationship Type="http://schemas.openxmlformats.org/officeDocument/2006/relationships/hyperlink" Target="https://docs.nvidia.com/gpudirect-storage/overview-guide/index.html" TargetMode="External" Id="Rc15a9da197194299" /><Relationship Type="http://schemas.openxmlformats.org/officeDocument/2006/relationships/hyperlink" Target="https://docs.nvidia.com/gpudirect-storage/design-guide/index.html" TargetMode="External" Id="R5324e526fbba4968" /><Relationship Type="http://schemas.openxmlformats.org/officeDocument/2006/relationships/hyperlink" Target="https://docs.nvidia.com/megatron-core/developer-guide/latest/user-guide/parallelism-guide.html" TargetMode="External" Id="R4454a9a5b3ff436a" /><Relationship Type="http://schemas.openxmlformats.org/officeDocument/2006/relationships/notesSlide" Target="/ppt/notesSlides/notesSlide36.xml" Id="R212acba617164cf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3709b4465434a" /><Relationship Type="http://schemas.openxmlformats.org/officeDocument/2006/relationships/hyperlink" Target="https://www.iea.org/reports/key-questions-on-energy-and-ai/executive-summary" TargetMode="External" Id="R0755e91b9e5b4892" /><Relationship Type="http://schemas.openxmlformats.org/officeDocument/2006/relationships/hyperlink" Target="https://www.nsf.gov/cise/updates/nairr-2-years-advancing-american-artificial-intelligence" TargetMode="External" Id="R54833a9312d04d44" /><Relationship Type="http://schemas.openxmlformats.org/officeDocument/2006/relationships/hyperlink" Target="https://aclanthology.org/P19-1355/" TargetMode="External" Id="R0760e835806442f0" /><Relationship Type="http://schemas.openxmlformats.org/officeDocument/2006/relationships/hyperlink" Target="https://arxiv.org/abs/2304.03271v5" TargetMode="External" Id="R15193ae913ff451c" /><Relationship Type="http://schemas.openxmlformats.org/officeDocument/2006/relationships/notesSlide" Target="/ppt/notesSlides/notesSlide37.xml" Id="R753c50dbea094c5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0ba9d932f4e10" /><Relationship Type="http://schemas.openxmlformats.org/officeDocument/2006/relationships/hyperlink" Target="https://arxiv.org/abs/1907.10597" TargetMode="External" Id="R0e80e57f6b444002" /><Relationship Type="http://schemas.openxmlformats.org/officeDocument/2006/relationships/hyperlink" Target="https://arxiv.org/abs/1906.08935v2" TargetMode="External" Id="Rf8d42857115e4ce5" /><Relationship Type="http://schemas.openxmlformats.org/officeDocument/2006/relationships/hyperlink" Target="https://aclanthology.org/2024.cl-3.8/" TargetMode="External" Id="R152d6b778d034626" /><Relationship Type="http://schemas.openxmlformats.org/officeDocument/2006/relationships/hyperlink" Target="https://arxiv.org/abs/2010.15581v1" TargetMode="External" Id="R23493f38e52b4a66" /><Relationship Type="http://schemas.openxmlformats.org/officeDocument/2006/relationships/notesSlide" Target="/ppt/notesSlides/notesSlide38.xml" Id="R2791f71f5b26479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bd8f8a38349a5" /><Relationship Type="http://schemas.openxmlformats.org/officeDocument/2006/relationships/hyperlink" Target="https://arxiv.org/abs/2106.11750v1" TargetMode="External" Id="R52f99a4c944543a1" /><Relationship Type="http://schemas.openxmlformats.org/officeDocument/2006/relationships/hyperlink" Target="https://www.oecd.org/en/topics/ai-principles.html" TargetMode="External" Id="R0e7cc30e30bc4ef8" /><Relationship Type="http://schemas.openxmlformats.org/officeDocument/2006/relationships/hyperlink" Target="https://airc.nist.gov/airmf-resources/playbook/" TargetMode="External" Id="R9a3b2e66dfb24d3d" /><Relationship Type="http://schemas.openxmlformats.org/officeDocument/2006/relationships/hyperlink" Target="https://docs.nvidia.com/cuda/archive/13.0.3/npp/image_geometry_transforms.html#rotate" TargetMode="External" Id="Recdd45eaab1f4988" /><Relationship Type="http://schemas.openxmlformats.org/officeDocument/2006/relationships/notesSlide" Target="/ppt/notesSlides/notesSlide39.xml" Id="R675ccac90c924a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640058f984e07" /><Relationship Type="http://schemas.openxmlformats.org/officeDocument/2006/relationships/notesSlide" Target="/ppt/notesSlides/notesSlide40.xml" Id="R2877cb51f0204d0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32c1e2daf4414" /><Relationship Type="http://schemas.openxmlformats.org/officeDocument/2006/relationships/notesSlide" Target="/ppt/notesSlides/notesSlide41.xml" Id="R083c9fe5d0c74d2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17b13acef421b" /><Relationship Type="http://schemas.openxmlformats.org/officeDocument/2006/relationships/notesSlide" Target="/ppt/notesSlides/notesSlide42.xml" Id="Rae3b06368285442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66021efda43c1" /><Relationship Type="http://schemas.openxmlformats.org/officeDocument/2006/relationships/notesSlide" Target="/ppt/notesSlides/notesSlide43.xml" Id="R6835224c7942408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a80a777aa4bc2" /><Relationship Type="http://schemas.openxmlformats.org/officeDocument/2006/relationships/notesSlide" Target="/ppt/notesSlides/notesSlide44.xml" Id="Rbca9f41c6cb64e1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5288d6c1b4b0d" /><Relationship Type="http://schemas.openxmlformats.org/officeDocument/2006/relationships/notesSlide" Target="/ppt/notesSlides/notesSlide45.xml" Id="R5e9bcb45e56e4df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3cbde523a46cb" /><Relationship Type="http://schemas.openxmlformats.org/officeDocument/2006/relationships/notesSlide" Target="/ppt/notesSlides/notesSlide46.xml" Id="Rf0b091368656459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4d229d7b44e0a" /><Relationship Type="http://schemas.openxmlformats.org/officeDocument/2006/relationships/notesSlide" Target="/ppt/notesSlides/notesSlide47.xml" Id="Rf11d389a382942e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07245209146a1" /><Relationship Type="http://schemas.openxmlformats.org/officeDocument/2006/relationships/notesSlide" Target="/ppt/notesSlides/notesSlide48.xml" Id="R7ea103fc430f4c2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c8e0e5883478d" /><Relationship Type="http://schemas.openxmlformats.org/officeDocument/2006/relationships/notesSlide" Target="/ppt/notesSlides/notesSlide49.xml" Id="R3663902789754a9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3d87c1d8a40a8" /><Relationship Type="http://schemas.openxmlformats.org/officeDocument/2006/relationships/notesSlide" Target="/ppt/notesSlides/notesSlide50.xml" Id="R4b62eb57a85a43f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d87718d1247a7" /><Relationship Type="http://schemas.openxmlformats.org/officeDocument/2006/relationships/notesSlide" Target="/ppt/notesSlides/notesSlide51.xml" Id="R7ad980ab7334413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f24bf4a3d46d4" /><Relationship Type="http://schemas.openxmlformats.org/officeDocument/2006/relationships/notesSlide" Target="/ppt/notesSlides/notesSlide52.xml" Id="R28942b4569be47d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c82161ce547ef" /><Relationship Type="http://schemas.openxmlformats.org/officeDocument/2006/relationships/notesSlide" Target="/ppt/notesSlides/notesSlide53.xml" Id="Rbc65da844c4948c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46e0b93824187" /><Relationship Type="http://schemas.openxmlformats.org/officeDocument/2006/relationships/notesSlide" Target="/ppt/notesSlides/notesSlide54.xml" Id="Rc5a487981f534de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4214d1faa438e" /><Relationship Type="http://schemas.openxmlformats.org/officeDocument/2006/relationships/notesSlide" Target="/ppt/notesSlides/notesSlide55.xml" Id="Rae0f593243fc467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5ab59251a4e54" /><Relationship Type="http://schemas.openxmlformats.org/officeDocument/2006/relationships/notesSlide" Target="/ppt/notesSlides/notesSlide56.xml" Id="Raae90b23861946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AF66ECEF-EA2D-419A-B24F-2AC96BC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0CA808A1-ADD2-4445-A669-452F180A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E929BBBE-7040-46E7-8FDF-5B8B98D9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A1F8-1A65-4DD8-8691-2174393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E77B7FE2-B38D-488E-9A35-55BAD567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F4625F54-3939-4EE5-8A09-76E22C2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27325F63-110E-4A80-91DF-A5AA6C74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14F3420A-FEA0-4C66-A705-D180DE62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EDFDB10F-F7EA-44BD-B6E9-000286F2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333331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43966-1FE8-43B4-B7FB-17639C3C139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03444-3F37-45EE-ABBB-F56AF18DDF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36C51-4387-455F-B001-8E8D1023F1B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1F5D2-C3F8-4EA0-97EE-EF7AE38426B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A80FF0DF-7904-47F8-B35C-5F6C8A1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56F7ECDE-FBB3-4416-95BB-29B01257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B178FB96-5961-4F93-885F-03AABB8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59A1872B-448C-4EF8-8477-CF806672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1DBA5-906C-4C78-9740-45AE40EF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28E86-23F1-425E-8A1B-12CC0C6B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B001F-CDC5-42EC-AE40-082BA90E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69C6-872D-445E-8420-FFAA1C7A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5B4F5-6EDF-416D-87C7-312414CD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A2CAFFBA-108D-4553-BCB3-2282B65F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C19DBC94-3218-41FA-82F0-B4043C2C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1F9A1285-A4A4-4D0E-81A9-EF65299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E2EB06AF-BDDB-4F10-A0F7-8D2EAA54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A8616AC3-0887-44F8-8657-B169E520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815E3CE0-F103-43A6-A5D9-590BD556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0534E-5771-4E46-97EF-31491A1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41C9589E-F3FA-4DF7-AFD5-F092DEB5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143D8-E829-4E8D-A98E-324966F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2B5084FA-2BA2-400F-8E3B-5283BF23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6">
            <a:extLst xmlns:a="http://schemas.openxmlformats.org/drawingml/2006/main">
              <a:ext uri="{FF2B5EF4-FFF2-40B4-BE49-F238E27FC236}">
                <a16:creationId xmlns:a16="http://schemas.microsoft.com/office/drawing/2014/main" id="{BA95C430-B0A1-4624-8953-D0C63E6E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56</a:t>
            </a:r>
          </a:p>
        </p:txBody>
      </p:sp>
    </p:spTree>
    <p:extLst>
      <p:ext uri="{BB962C8B-B14F-4D97-AF65-F5344CB8AC3E}">
        <p14:creationId xmlns:p14="http://schemas.microsoft.com/office/powerpoint/2010/main" val="1232397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67416-C5B5-4D77-8E41-29E7F8CCA88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DE08E5B9-1668-40FA-8765-B8D5C5F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F5F93861-04FF-420C-80A6-DA6088CB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33BE6663-9E6D-4EFD-97D8-A558B70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B8B0E-E1EB-46FF-BFAC-164E0F59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06BE4DCA-BC5A-49FC-B877-6FA7042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2440B013-F3D3-4B46-A17A-EB5A2F8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BF3AC-A7CC-4C1B-9FB5-FD9EFCF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97CA4-266F-4D1B-AA4F-F1E7133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19DDAA55-897C-44A5-B24B-2AE5C9EC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7F91ED26-C838-4A09-9461-117FC99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4E655A64-C3EE-47A7-85E4-1DD9B88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7CE4B-8801-42C1-805B-7040AEA2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16DECDFF-3D25-4D80-A23A-53847205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A3DAC-FC13-402C-B0F3-CEE96BA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6C7FAEA5-F42B-4C99-A318-679C22A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6">
            <a:extLst xmlns:a="http://schemas.openxmlformats.org/drawingml/2006/main">
              <a:ext uri="{FF2B5EF4-FFF2-40B4-BE49-F238E27FC236}">
                <a16:creationId xmlns:a16="http://schemas.microsoft.com/office/drawing/2014/main" id="{B750202D-956B-429A-9EFD-F019A8D3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56</a:t>
            </a:r>
          </a:p>
        </p:txBody>
      </p:sp>
    </p:spTree>
    <p:extLst>
      <p:ext uri="{BB962C8B-B14F-4D97-AF65-F5344CB8AC3E}">
        <p14:creationId xmlns:p14="http://schemas.microsoft.com/office/powerpoint/2010/main" val="745953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E7289206-D3A9-4571-A084-BC900600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D7AA6241-3438-458C-AE8A-C74A13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97377-F5E6-4F7B-BD31-7996CEA4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2E70351B-0E6A-44AC-BCD6-ACB9FA6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69B68-03AA-4A07-9593-C424B3C4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CCF33947-DADF-4105-9ABD-1B790CFA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947935F1-BD9C-42DF-BC02-586A4435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F8DF2031-3195-4014-91EA-A182CAA7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C3FCBD27-FF50-4309-83BA-5FB846DA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3CD24CC7-D565-4965-8BB8-2B918C9E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87246BDE-4257-45F4-97E6-EA074A36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FCF1ED09-FCBE-4969-ABB7-69D6CF9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2055E-C45B-44B9-B80D-189377A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5A5B0-6C52-4E79-A9D4-473ED1A8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34B7F-3134-4065-8E89-81A545A6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130B5-F8C6-418E-8FAC-5FA7E19C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EF900-578F-489D-83D9-5BA1E46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B053D-77B3-405A-A796-03F5E817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35939-55D8-4D92-804E-96624A18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FA180-2DED-4616-9642-4FF628AD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6DAF2-512C-447B-B0E9-06E29175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944ED-C455-4B12-8329-50583BAB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8AF4A-F4B2-40A0-AF16-2E027FE4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87C8A-CE1A-4870-9983-E53847D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24571-282F-4FF7-BFF1-60561C7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A1032-B256-44E9-850A-AB479A3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9515A-3988-43DD-AC01-176DD2B8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560B2-B7C4-48A4-BC0A-4D400FEB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88E48-D545-4C04-B7D1-7D9ECAD2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115AC-0847-4B80-909C-D899CF95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9C8F1-381A-46DF-9FE2-D3E8479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42BDC-EA7F-4B79-BB75-3B05D41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CA84B-A94D-4F59-B773-B35C4FE6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9BD8E8-4B38-4C41-8BC6-B9929BD9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FE68F4-6044-4702-9E97-55ED85B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80A17-662A-4F57-8AC8-62FEFA41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8553E9-DC6B-4A8E-8BAE-E01A0761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1FB9F3-C25F-4A02-8C91-B761F4D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46F760-B6B7-4A6E-A77E-BF44109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0CC04F-D4A0-4202-9B27-36216FC4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D1A79F-5AFB-49EB-8405-2CFDF331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A5E556-1C12-4BE4-BF53-3440928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E628A6-914F-4826-9292-E2ECE307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609F56-766D-4FAC-94C8-48CA1816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3F0CF0E9-0150-4897-B3E2-1F152792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AC2DBA-5991-4BB9-8BB6-E5B06EBD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ABE2441C-E28D-42B5-98A4-7A6EFCB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EC712C-58FD-4D6C-8928-BFBBDB50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6D78008-EE96-4DEF-A7AD-4451714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6">
            <a:extLst xmlns:a="http://schemas.openxmlformats.org/drawingml/2006/main">
              <a:ext uri="{FF2B5EF4-FFF2-40B4-BE49-F238E27FC236}">
                <a16:creationId xmlns:a16="http://schemas.microsoft.com/office/drawing/2014/main" id="{6AB799F7-C6F4-43B5-87B5-80B5705A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56</a:t>
            </a:r>
          </a:p>
        </p:txBody>
      </p:sp>
    </p:spTree>
    <p:extLst>
      <p:ext uri="{BB962C8B-B14F-4D97-AF65-F5344CB8AC3E}">
        <p14:creationId xmlns:p14="http://schemas.microsoft.com/office/powerpoint/2010/main" val="349261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B34E0-75A6-4F65-8AB4-56484350238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2A59DC7C-9E1F-42E9-ADD1-275FDAB3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6EF8621B-BD42-431F-9366-046AFEF6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F95DB78F-8137-46D8-89AA-57493A1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E2FBB-30D8-494F-9618-29F61E31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97BCB716-1D29-448E-B80C-C1CF684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valid contiguou">
            <a:extLst xmlns:a="http://schemas.openxmlformats.org/drawingml/2006/main">
              <a:ext uri="{FF2B5EF4-FFF2-40B4-BE49-F238E27FC236}">
                <a16:creationId xmlns:a16="http://schemas.microsoft.com/office/drawing/2014/main" id="{6EBC08C3-763F-4F4A-A181-78FA97C1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valid contiguous RGB buffers.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2905D-F881-4D27-88B4-572B7FD5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B669F-D946-4919-882E-B4C4839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A1CF6F92-11F9-4183-9D23-35C7FFA9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D7572279-04A7-4BB1-84CD-72563ADD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D54D3-9FFF-4918-B4C3-656F433E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939CD0E3-3CA3-4D0B-9E2C-9AD532BA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64FAF-0DD8-4E8A-BF36-7555872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31ED9472-D147-4966-906B-7F60D908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6">
            <a:extLst xmlns:a="http://schemas.openxmlformats.org/drawingml/2006/main">
              <a:ext uri="{FF2B5EF4-FFF2-40B4-BE49-F238E27FC236}">
                <a16:creationId xmlns:a16="http://schemas.microsoft.com/office/drawing/2014/main" id="{0FDCB69F-8FBB-44E8-9A96-19BB1F4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56</a:t>
            </a:r>
          </a:p>
        </p:txBody>
      </p:sp>
    </p:spTree>
    <p:extLst>
      <p:ext uri="{BB962C8B-B14F-4D97-AF65-F5344CB8AC3E}">
        <p14:creationId xmlns:p14="http://schemas.microsoft.com/office/powerpoint/2010/main" val="876364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6DBA51E7-0F26-4C0A-BCA7-1E95F452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C550A8D1-FB0B-4414-A0DF-9EED285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226A7020-5E0B-43CD-B11B-A0CBB49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32F68C64-C6D7-4888-BCB2-5AFB158C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F16D1F74-EDC0-4846-985B-ED2E3E4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4B0AD0A9-0ED6-4247-9F36-613C0C74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A0359F22-8FC1-4367-ACB9-B3ECE1B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748ED7BD-4E3D-461B-B29E-450CD3F7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65654-62D7-4890-B2A4-D6300A61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A0727069-1860-4618-8671-4D44A38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92CEF-86DF-4683-9068-04959DA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9A6BED94-6D26-4139-A89A-03C4530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6">
            <a:extLst xmlns:a="http://schemas.openxmlformats.org/drawingml/2006/main">
              <a:ext uri="{FF2B5EF4-FFF2-40B4-BE49-F238E27FC236}">
                <a16:creationId xmlns:a16="http://schemas.microsoft.com/office/drawing/2014/main" id="{DEC9450F-65CC-4842-845B-946EA560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56</a:t>
            </a:r>
          </a:p>
        </p:txBody>
      </p:sp>
    </p:spTree>
    <p:extLst>
      <p:ext uri="{BB962C8B-B14F-4D97-AF65-F5344CB8AC3E}">
        <p14:creationId xmlns:p14="http://schemas.microsoft.com/office/powerpoint/2010/main" val="733216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4079C-1DDA-4215-919C-CB64E388708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549AA-3666-473F-8AF2-C505C98086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DE313-BF1E-4E56-A072-05FDD9090C2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6F66F026-9A00-49AB-9D93-C1D20C34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E3F9E7E8-F0DC-4670-B232-9543293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85E38033-5283-493B-81AB-8C073325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980DF-724F-47FD-8842-FBD1C9D0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E4D14-2A8B-49D6-BD2E-395B123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E7B6B-1AB5-4676-8F61-E9C2568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11DE127E-E988-4CA3-8680-95A3B787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A0E943C1-3B11-4CC5-A487-4BDBAF2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56D2FF5B-FBA0-446A-B6C5-2F6EB5BB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CD9F8-B484-457E-9EEC-32773E9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6D14E-94B0-43B7-A372-2C0CD3A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D0B9AABA-2958-494A-9DE7-F8D0A2CC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CF54E218-ED03-40AA-A81B-8E8B90AF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7F7D3FF1-D3AF-4879-ACF8-F004BC12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52A2B-B853-4687-BD5E-14DBB75B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1D9F62DA-AEC9-4426-8E51-6CC1019B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87CCA-A872-4D33-A431-1C7CF670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4F66B88E-A844-4A50-936E-5F62E4ED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6">
            <a:extLst xmlns:a="http://schemas.openxmlformats.org/drawingml/2006/main">
              <a:ext uri="{FF2B5EF4-FFF2-40B4-BE49-F238E27FC236}">
                <a16:creationId xmlns:a16="http://schemas.microsoft.com/office/drawing/2014/main" id="{367269D7-3CB1-4994-8D6D-4327DB4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56</a:t>
            </a:r>
          </a:p>
        </p:txBody>
      </p:sp>
    </p:spTree>
    <p:extLst>
      <p:ext uri="{BB962C8B-B14F-4D97-AF65-F5344CB8AC3E}">
        <p14:creationId xmlns:p14="http://schemas.microsoft.com/office/powerpoint/2010/main" val="2147448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6E8D24CE-9FC1-4140-89B9-684A3EB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6866A65A-0F58-47F9-9A00-39F27F32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E7738-CEF5-4D76-B729-0AD28B6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39E12-F3D9-4FD7-91F8-AA2ADF6B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C3975-8568-4A18-995D-42E957DF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65EFD-C4CC-436E-9540-F8B0859F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5463B-03A4-4ED9-ABA2-305493ABEAEB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91BB8-B472-4D64-B276-22C28C2CDB48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9BBEE-BF8D-4422-9C56-15BB96EE27B8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A04C5CA9-F92A-464E-BAD0-B24F80F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E62006E0-0328-4A18-B58A-106CFE93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F1BE20C8-93E8-4EBD-80EF-4BA0565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A04E2B8C-9B21-4115-96CF-16D812DC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9E76A-EFC0-409D-BBED-C0531A8A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B22D6C60-E01A-4681-B227-A411FFF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2BFD8-D75A-4E9B-8772-31F7D051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56A1EE9C-50B1-4CA3-8F5A-BB9C319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8 / 56">
            <a:extLst xmlns:a="http://schemas.openxmlformats.org/drawingml/2006/main">
              <a:ext uri="{FF2B5EF4-FFF2-40B4-BE49-F238E27FC236}">
                <a16:creationId xmlns:a16="http://schemas.microsoft.com/office/drawing/2014/main" id="{ECD6CAA2-2A4B-4BEE-A64C-24772A4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56</a:t>
            </a:r>
          </a:p>
        </p:txBody>
      </p:sp>
    </p:spTree>
    <p:extLst>
      <p:ext uri="{BB962C8B-B14F-4D97-AF65-F5344CB8AC3E}">
        <p14:creationId xmlns:p14="http://schemas.microsoft.com/office/powerpoint/2010/main" val="1796100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D12F8386-B520-4547-818C-76925852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7147C6BF-A46A-482A-B805-036724D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437B1F09-8947-463E-815F-EAB60E0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FDB1945F-2556-48FA-B1FE-0B19DE95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AA6B30F-8EB1-4CC8-9D26-7396ADB5A4C8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d8bcd6f3d14ae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03AE3D8-1890-41E6-B121-681A71B3E29D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ce87a6d9e245aa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EB1FD88D-361C-4C27-9FB5-5BB02984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25294D48-B0F2-42F7-9DA8-0BEA1C4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30DCF-9B56-4EB7-8AFF-8F2C047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6F0E65CC-B937-4057-B074-845846F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6">
            <a:extLst xmlns:a="http://schemas.openxmlformats.org/drawingml/2006/main">
              <a:ext uri="{FF2B5EF4-FFF2-40B4-BE49-F238E27FC236}">
                <a16:creationId xmlns:a16="http://schemas.microsoft.com/office/drawing/2014/main" id="{503DDCF6-7BA5-402B-8B0F-5B7F49A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56</a:t>
            </a:r>
          </a:p>
        </p:txBody>
      </p:sp>
    </p:spTree>
    <p:extLst>
      <p:ext uri="{BB962C8B-B14F-4D97-AF65-F5344CB8AC3E}">
        <p14:creationId xmlns:p14="http://schemas.microsoft.com/office/powerpoint/2010/main" val="850879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EA1DF-7525-43F5-A9BB-AACA50C3EED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2EB3-6977-4BCE-B05E-9183E864A70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5F9F15C4-50F1-4BCE-B960-417BAD6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A822A144-42E9-462F-A0F5-A79CB5C6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9B589CB4-EDC9-4E49-AC51-26D4C1F1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741E4D9B-3C83-44D6-8ADA-A8ABD5E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01FAD-831A-4EE6-A4DD-AA669E7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4008-625E-455F-B695-2A1E9470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31452-DC6E-4703-B91B-A721559E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B00A3-D495-455A-8EE2-5D36DB0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A9DAD2FA-849B-421A-8A3E-3B17FADF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EFCE7DA8-AA52-4E8F-8F16-5585359E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39C539C7-266A-4371-86ED-42B7300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262CF-237D-4FDA-82A6-EF35F6B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F100B93F-AAFD-4482-9708-E2DC802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4BD9D-2799-42A4-B2D6-8F9F28A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153040D0-FF29-443E-A77A-66636B2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6">
            <a:extLst xmlns:a="http://schemas.openxmlformats.org/drawingml/2006/main">
              <a:ext uri="{FF2B5EF4-FFF2-40B4-BE49-F238E27FC236}">
                <a16:creationId xmlns:a16="http://schemas.microsoft.com/office/drawing/2014/main" id="{12EFCD71-5C5E-4335-8618-37BC5FBB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56</a:t>
            </a:r>
          </a:p>
        </p:txBody>
      </p:sp>
    </p:spTree>
    <p:extLst>
      <p:ext uri="{BB962C8B-B14F-4D97-AF65-F5344CB8AC3E}">
        <p14:creationId xmlns:p14="http://schemas.microsoft.com/office/powerpoint/2010/main" val="6980379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ED13C0F4-36CC-417E-B325-CC25E2F0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7F391945-CFD1-4805-BBFC-515C993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CDC4B-3933-4359-90FC-A2A1AC8F8835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FD7900FA-43B2-4E73-BAB0-8B15F13C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F59E9E0D-85F0-4889-A5CD-D21224F8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EC7908B3-D604-4848-9F75-F3DF614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5115A-4D1D-465A-8347-F2F64BC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B0C1B211-0E10-488C-91A5-5F8CF3CB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3B25C-A413-4073-94F6-5C280C12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5636990F-5271-435B-A054-51B1EAA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6">
            <a:extLst xmlns:a="http://schemas.openxmlformats.org/drawingml/2006/main">
              <a:ext uri="{FF2B5EF4-FFF2-40B4-BE49-F238E27FC236}">
                <a16:creationId xmlns:a16="http://schemas.microsoft.com/office/drawing/2014/main" id="{29199299-68D4-4106-BA9C-AEF888D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56</a:t>
            </a:r>
          </a:p>
        </p:txBody>
      </p:sp>
    </p:spTree>
    <p:extLst>
      <p:ext uri="{BB962C8B-B14F-4D97-AF65-F5344CB8AC3E}">
        <p14:creationId xmlns:p14="http://schemas.microsoft.com/office/powerpoint/2010/main" val="8757622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C1D05-3141-4D14-ADA7-F650C5746FE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DB5A4-AAC2-455E-BE48-5932A18184E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410A342-F0A4-416B-B044-0FC0183F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F8576581-807B-4A22-B082-37954DB3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315D2-0580-47D7-984C-9DA0876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7C885-332F-4207-81A2-93CD110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F8333-B4EC-4B80-8D64-34F4064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E5613E50-A608-4521-B8EA-E7F3453F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FEC2E183-5280-4E2C-A055-E97F4A0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E4D00807-4EAC-4D24-8B8C-E41180ED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5AB45D33-A034-4EAF-9F9D-9BA6E21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9F150-BF49-4E88-8BCB-F50CA346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8B6C35FC-C3F7-4C9F-88F3-157CA3ED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0BF2A-956D-49EC-A2AC-DAAF6A5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AE7C3385-0D7A-4BE0-87D2-8E25C80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6">
            <a:extLst xmlns:a="http://schemas.openxmlformats.org/drawingml/2006/main">
              <a:ext uri="{FF2B5EF4-FFF2-40B4-BE49-F238E27FC236}">
                <a16:creationId xmlns:a16="http://schemas.microsoft.com/office/drawing/2014/main" id="{0395168A-8985-45CF-B2A9-2423DC1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56</a:t>
            </a:r>
          </a:p>
        </p:txBody>
      </p:sp>
    </p:spTree>
    <p:extLst>
      <p:ext uri="{BB962C8B-B14F-4D97-AF65-F5344CB8AC3E}">
        <p14:creationId xmlns:p14="http://schemas.microsoft.com/office/powerpoint/2010/main" val="1375056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F9E620A7-3C0E-486A-B852-9E9529D0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C1787EC7-20F9-4641-B1B0-C4CBB6D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CB90BAAF-77A3-4BDE-B400-AA723035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A8B4E88B-5E0E-4CEF-BAFB-F161F5E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856A0F99-D22D-4A4E-93DB-29943FB0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82C260DE-3EFE-4F1F-8840-299C104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CEAD933F-A9DF-497A-BCBE-DA3FF9AD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7A3807D6-25B9-4A34-862D-91F2BB9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1E6F5D8D-ECC7-45CE-B5A3-F2297CD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111BDCDB-B897-4C0A-A9BF-52406355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8FB33-5B08-4BD6-A6A6-F947F50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1DE16-9DB0-43D7-8315-525A9477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7D29803-EDD7-4BC0-B247-9282FCC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6">
            <a:extLst xmlns:a="http://schemas.openxmlformats.org/drawingml/2006/main">
              <a:ext uri="{FF2B5EF4-FFF2-40B4-BE49-F238E27FC236}">
                <a16:creationId xmlns:a16="http://schemas.microsoft.com/office/drawing/2014/main" id="{C6720AA3-6077-4AC4-9474-BB069AD9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56</a:t>
            </a:r>
          </a:p>
        </p:txBody>
      </p:sp>
    </p:spTree>
    <p:extLst>
      <p:ext uri="{BB962C8B-B14F-4D97-AF65-F5344CB8AC3E}">
        <p14:creationId xmlns:p14="http://schemas.microsoft.com/office/powerpoint/2010/main" val="7065921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7B0EED40-C277-4DB9-99E1-A055F7C9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3A10A497-32FA-4543-921F-214069D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8A907E44-6845-4A1E-8A1D-20A8101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9CB02916-448D-4ACB-9BCA-101AEE3C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66025764-D590-4EDA-A17B-17BE3C1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CCE855AD-961F-45A2-9289-90EBFA6B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D97FDF68-00A1-40E1-B3CD-0502875F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C666A0B1-192A-49E1-BD45-4FA88DA9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E8F7E9A4-5196-409A-B722-221859A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87A6B2E1-8173-4B16-934B-B615D70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98FBF-1CFA-4E5F-8A8D-41082774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7911D-ECBB-40D3-944C-63374B16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2045CBA3-7373-4DCA-9248-7F8F0CF3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6">
            <a:extLst xmlns:a="http://schemas.openxmlformats.org/drawingml/2006/main">
              <a:ext uri="{FF2B5EF4-FFF2-40B4-BE49-F238E27FC236}">
                <a16:creationId xmlns:a16="http://schemas.microsoft.com/office/drawing/2014/main" id="{A215F612-3F2F-43BA-ADBF-85BC6D77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56</a:t>
            </a:r>
          </a:p>
        </p:txBody>
      </p:sp>
    </p:spTree>
    <p:extLst>
      <p:ext uri="{BB962C8B-B14F-4D97-AF65-F5344CB8AC3E}">
        <p14:creationId xmlns:p14="http://schemas.microsoft.com/office/powerpoint/2010/main" val="11467848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84EB42EB-8C31-49D0-BB6D-2A28803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80AC1D52-21C7-4938-A28D-F2CAEA7C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98906D56-08C4-43D3-81C2-D25AF006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D6555-30F2-420C-8744-A516F7F00CBA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8B5A17CC-1095-4B8D-8AF8-E09AC4B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4CDA2-3FF1-404F-978B-12D3865878DB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8FA8D420-9527-4DD0-9766-763DD57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7FEEB614-A927-4658-AB2B-85A1B9C2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6092D321-8256-4A30-853E-ACB3605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AE767-930A-4C08-8F80-F5F10FD2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2A068CD-7EBA-4A96-870E-4705786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6">
            <a:extLst xmlns:a="http://schemas.openxmlformats.org/drawingml/2006/main">
              <a:ext uri="{FF2B5EF4-FFF2-40B4-BE49-F238E27FC236}">
                <a16:creationId xmlns:a16="http://schemas.microsoft.com/office/drawing/2014/main" id="{1783E72D-00D3-4457-9E19-3BFD2BE8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56</a:t>
            </a:r>
          </a:p>
        </p:txBody>
      </p:sp>
    </p:spTree>
    <p:extLst>
      <p:ext uri="{BB962C8B-B14F-4D97-AF65-F5344CB8AC3E}">
        <p14:creationId xmlns:p14="http://schemas.microsoft.com/office/powerpoint/2010/main" val="4734287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0E53991E-2BF6-4360-9E97-575A9C1E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18457A0F-F1D3-4CBA-8365-8822FA45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00F6E-0C18-4742-8049-7EE11B8E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84AA5373-F224-4343-A812-8BD7700F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57BFD59D-B20B-4192-8145-60120E7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5584D102-FE82-451E-8124-BFB564D1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3CA56A74-F0C2-4DAB-A01E-DDD4792C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E55AEBDD-CE9E-4544-8A81-B87FC2B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D2995-A27B-43BE-A536-4540095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7241DBD3-F4DF-4E2A-9594-A0E295E0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6">
            <a:extLst xmlns:a="http://schemas.openxmlformats.org/drawingml/2006/main">
              <a:ext uri="{FF2B5EF4-FFF2-40B4-BE49-F238E27FC236}">
                <a16:creationId xmlns:a16="http://schemas.microsoft.com/office/drawing/2014/main" id="{F44448AE-6F47-4AA4-AC8C-52863EC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56</a:t>
            </a:r>
          </a:p>
        </p:txBody>
      </p:sp>
    </p:spTree>
    <p:extLst>
      <p:ext uri="{BB962C8B-B14F-4D97-AF65-F5344CB8AC3E}">
        <p14:creationId xmlns:p14="http://schemas.microsoft.com/office/powerpoint/2010/main" val="130794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718272D2-CFD8-4027-A4DA-1CF6450E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EABE94B4-BC93-4FAB-B1E6-3001111A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B7648-1D05-41AF-B12A-9394ED83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1A88DC40-BD89-49B0-BB85-089F5BDC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F8248912-1898-4599-91C8-03F3145F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FA36F101-2547-4A5A-81B3-455CF62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C455811D-90E5-42C4-A8B3-5F963CFE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F4771E6B-484C-4A6E-8714-F4D58DA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638FE-2C39-40B6-9E27-0DCF6FAD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6D7F66DB-86A6-40F4-BA2D-B3320E1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6">
            <a:extLst xmlns:a="http://schemas.openxmlformats.org/drawingml/2006/main">
              <a:ext uri="{FF2B5EF4-FFF2-40B4-BE49-F238E27FC236}">
                <a16:creationId xmlns:a16="http://schemas.microsoft.com/office/drawing/2014/main" id="{6D446083-DCDF-43E2-98D3-1C3D3FD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56</a:t>
            </a:r>
          </a:p>
        </p:txBody>
      </p:sp>
    </p:spTree>
    <p:extLst>
      <p:ext uri="{BB962C8B-B14F-4D97-AF65-F5344CB8AC3E}">
        <p14:creationId xmlns:p14="http://schemas.microsoft.com/office/powerpoint/2010/main" val="18853764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55B31A0C-BC53-4330-ABB8-AC7C27F3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18050232-65C9-40DA-B883-D4DB3309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4DCBA-07FF-4BB0-B5A3-33F05FC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FAEE09DF-1BB9-428D-A303-8DCE2178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CD508A8F-999E-431B-A564-023C6B3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2DCEB66F-3D2D-4612-A918-00C1DC17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0F955EFF-B39B-484B-A201-C23A8A7E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3EA0763C-1FF9-45C6-9E01-643621E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41D15-DCE0-4AEC-B964-768D31D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9C8F2372-69EA-4C8B-B930-3FAE81B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6">
            <a:extLst xmlns:a="http://schemas.openxmlformats.org/drawingml/2006/main">
              <a:ext uri="{FF2B5EF4-FFF2-40B4-BE49-F238E27FC236}">
                <a16:creationId xmlns:a16="http://schemas.microsoft.com/office/drawing/2014/main" id="{8A5E21E2-E82F-4A04-B2C6-577965F0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56</a:t>
            </a:r>
          </a:p>
        </p:txBody>
      </p:sp>
    </p:spTree>
    <p:extLst>
      <p:ext uri="{BB962C8B-B14F-4D97-AF65-F5344CB8AC3E}">
        <p14:creationId xmlns:p14="http://schemas.microsoft.com/office/powerpoint/2010/main" val="15736891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71CD147F-30D9-4F17-BE99-E9E3DD18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ADFDFD40-FE99-4DB8-A8C5-BAECC9B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E19EA-98AB-4759-8A80-798AE0DA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62A3FF0B-A45F-47BE-950A-3EB449D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9B8BD675-851F-4AF4-8540-747E6C0F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9036C760-66EA-43B4-8519-C8BFA1B7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D15B64D3-C83F-484E-89AC-5308E8A9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BC085CED-E121-4D42-8839-99DA3004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14405-6256-434C-88A8-A708B22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E1E56A76-26EF-4C9E-8B78-AE802070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6">
            <a:extLst xmlns:a="http://schemas.openxmlformats.org/drawingml/2006/main">
              <a:ext uri="{FF2B5EF4-FFF2-40B4-BE49-F238E27FC236}">
                <a16:creationId xmlns:a16="http://schemas.microsoft.com/office/drawing/2014/main" id="{4CD71B31-2A1F-42AC-A061-17C948F3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56</a:t>
            </a:r>
          </a:p>
        </p:txBody>
      </p:sp>
    </p:spTree>
    <p:extLst>
      <p:ext uri="{BB962C8B-B14F-4D97-AF65-F5344CB8AC3E}">
        <p14:creationId xmlns:p14="http://schemas.microsoft.com/office/powerpoint/2010/main" val="11627988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29632C6D-04BB-4172-BB55-92437C8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5DA72390-F13D-410D-864B-78AE504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91764-D40A-4B2D-BF72-12846C57CD3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56ECD673-F607-401B-937F-64864B4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F74DD-8BBC-4021-9F6D-AE01E7D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D7D41026-6634-4A1A-8DCE-0A8E0899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6">
            <a:extLst xmlns:a="http://schemas.openxmlformats.org/drawingml/2006/main">
              <a:ext uri="{FF2B5EF4-FFF2-40B4-BE49-F238E27FC236}">
                <a16:creationId xmlns:a16="http://schemas.microsoft.com/office/drawing/2014/main" id="{B487AE18-9AAB-47C7-AA3D-7AACCF5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56</a:t>
            </a:r>
          </a:p>
        </p:txBody>
      </p:sp>
    </p:spTree>
    <p:extLst>
      <p:ext uri="{BB962C8B-B14F-4D97-AF65-F5344CB8AC3E}">
        <p14:creationId xmlns:p14="http://schemas.microsoft.com/office/powerpoint/2010/main" val="12987672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1CEE51FD-2024-4202-BADB-FA5D056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3D4FC671-1E3B-45C0-AEDF-767923D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A0106-8832-4F97-8715-DA98ED6E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01EE08C2-07BC-4226-9EE4-097898B4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 from the supplied performance exa">
            <a:extLst xmlns:a="http://schemas.openxmlformats.org/drawingml/2006/main">
              <a:ext uri="{FF2B5EF4-FFF2-40B4-BE49-F238E27FC236}">
                <a16:creationId xmlns:a16="http://schemas.microsoft.com/office/drawing/2014/main" id="{AE64AD42-8413-45DE-AE16-5A5A7F0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 from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supplied performance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16DFB956-4105-4A7D-B6AB-F804C59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D9230C97-8CFE-4B9B-B41A-EF9EF0F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92956F12-F9A4-4A7D-BAC1-313071F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993C5-BA02-4E7B-B9B0-1A4FF1FE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9CCC4484-9411-4DC8-9A0E-F5DD4C85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6">
            <a:extLst xmlns:a="http://schemas.openxmlformats.org/drawingml/2006/main">
              <a:ext uri="{FF2B5EF4-FFF2-40B4-BE49-F238E27FC236}">
                <a16:creationId xmlns:a16="http://schemas.microsoft.com/office/drawing/2014/main" id="{7AB15D7A-FE5A-41B0-9C1A-27FECAF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56</a:t>
            </a:r>
          </a:p>
        </p:txBody>
      </p:sp>
    </p:spTree>
    <p:extLst>
      <p:ext uri="{BB962C8B-B14F-4D97-AF65-F5344CB8AC3E}">
        <p14:creationId xmlns:p14="http://schemas.microsoft.com/office/powerpoint/2010/main" val="20195970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11B93-6F31-4C56-B3CF-245D35E8223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E0EC4-CAB8-4496-8BBB-01E91BF8AFB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1A4F8-563F-4AF1-97F9-3BC88AEC2F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451ED-1FEF-4CDA-ACBF-9CE5A03056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40ED5326-67DA-4BAB-929B-A67048BB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BE51DBA8-4131-4B87-91D6-EBEA8BC3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8F3876A2-AF86-4EC6-954C-AA26FAA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C02482EB-8928-4523-924F-D7FA229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16348-C781-4BB0-A2E0-CEF8997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BA51-8E02-485F-BF22-44FF3A73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61AD8-F578-487F-BD95-D54F4DA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3B43EAC4-48F3-4891-A7E4-CEE2012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7313A-9A50-491F-BCA4-DB877F7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19629-4E06-4BC9-BA51-90050516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A94DE-CD23-4D7B-8D91-185E74C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BB46FA43-9826-4B6B-A882-0FBD24C8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04218312-C377-4469-8F26-9C5DCA6B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79EB6-D08F-4E1F-8407-8463175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94794E95-AA82-4CDE-900A-6D218B11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E998E-CA85-4916-AAA4-60D30951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3C10AA46-1508-4067-B7A9-67E2EDD1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6">
            <a:extLst xmlns:a="http://schemas.openxmlformats.org/drawingml/2006/main">
              <a:ext uri="{FF2B5EF4-FFF2-40B4-BE49-F238E27FC236}">
                <a16:creationId xmlns:a16="http://schemas.microsoft.com/office/drawing/2014/main" id="{2430474A-25B9-4093-9204-34FE909B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56</a:t>
            </a:r>
          </a:p>
        </p:txBody>
      </p:sp>
    </p:spTree>
    <p:extLst>
      <p:ext uri="{BB962C8B-B14F-4D97-AF65-F5344CB8AC3E}">
        <p14:creationId xmlns:p14="http://schemas.microsoft.com/office/powerpoint/2010/main" val="9454548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A6C846E4-02D8-48F9-9B62-860FEC0E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A56CC58B-E46A-4604-97DC-215CF77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2FF64B7E-2AA9-402C-9358-6856F03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1E355ACE-7732-4513-9ABC-14A467BC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C6CE9DF8-D67E-4EB5-8DB5-96EA79BF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F08E039F-C8D8-46B3-AB20-47EE6EBC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2C30C534-B2E4-41A9-8D12-652BCE83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73B2EAF0-7473-4241-B014-C90D8F10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97CF5C15-9310-4F40-9E6E-47D8B85B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E4106CA4-1F2C-428A-B8F5-A86D44A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2AC2B-3A99-4ABD-957E-76BAD438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6B2B2-C1A8-4087-ACBF-308143BA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7915341C-D050-4620-A8B6-E5C64ED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6">
            <a:extLst xmlns:a="http://schemas.openxmlformats.org/drawingml/2006/main">
              <a:ext uri="{FF2B5EF4-FFF2-40B4-BE49-F238E27FC236}">
                <a16:creationId xmlns:a16="http://schemas.microsoft.com/office/drawing/2014/main" id="{8134E004-3EA9-4D67-A7DC-61FAEDC0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56</a:t>
            </a:r>
          </a:p>
        </p:txBody>
      </p:sp>
    </p:spTree>
    <p:extLst>
      <p:ext uri="{BB962C8B-B14F-4D97-AF65-F5344CB8AC3E}">
        <p14:creationId xmlns:p14="http://schemas.microsoft.com/office/powerpoint/2010/main" val="11761559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90FE2910-4F4D-4C14-8E11-5655EFBF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B15837ED-A3A5-42AB-B399-3086E59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17D179A3-0640-4A0E-AA64-7A75D62B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612A0C69-C5FD-4C7D-91E1-955F740A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6D1B3BB0-07FB-4A91-BE63-0499AAB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7B25440B-F5C2-46B7-B3EC-BABBAB7C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98157642-D8C5-4509-B739-63779206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EC0C6587-D398-4F74-84CF-57617D4B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B9F543D0-343D-400E-BD69-55E4484D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02E8F0A5-5E01-4406-9D37-1D598EB3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302BE-DB4A-4590-921E-004DD3F4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3E1C4-A15D-4EFC-92FC-FE3C98D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9C7A7E51-86EA-4127-9469-C7823E1B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6">
            <a:extLst xmlns:a="http://schemas.openxmlformats.org/drawingml/2006/main">
              <a:ext uri="{FF2B5EF4-FFF2-40B4-BE49-F238E27FC236}">
                <a16:creationId xmlns:a16="http://schemas.microsoft.com/office/drawing/2014/main" id="{E132CFC9-5BC3-45D8-AE3F-7BC7948D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56</a:t>
            </a:r>
          </a:p>
        </p:txBody>
      </p:sp>
    </p:spTree>
    <p:extLst>
      <p:ext uri="{BB962C8B-B14F-4D97-AF65-F5344CB8AC3E}">
        <p14:creationId xmlns:p14="http://schemas.microsoft.com/office/powerpoint/2010/main" val="17668813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162FB26F-6C64-4F5F-9FA4-45D73114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8FE36A82-BD41-4FEE-863E-E2E5400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AA6F5-4060-4C30-955A-7F9D618046B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3EF9BFFA-20B0-4FB8-B6E5-958F52C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9C2CB-14A7-4001-8CC5-6BFA5C36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E4F69ED6-B8F0-4837-82E0-08089970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6">
            <a:extLst xmlns:a="http://schemas.openxmlformats.org/drawingml/2006/main">
              <a:ext uri="{FF2B5EF4-FFF2-40B4-BE49-F238E27FC236}">
                <a16:creationId xmlns:a16="http://schemas.microsoft.com/office/drawing/2014/main" id="{6E90F2A6-BDEE-4C38-B1D0-44D94E03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56</a:t>
            </a:r>
          </a:p>
        </p:txBody>
      </p:sp>
    </p:spTree>
    <p:extLst>
      <p:ext uri="{BB962C8B-B14F-4D97-AF65-F5344CB8AC3E}">
        <p14:creationId xmlns:p14="http://schemas.microsoft.com/office/powerpoint/2010/main" val="10424599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F7499ACB-6894-4197-BA99-0FCC81B2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EE36AE56-C16C-43C3-B2CB-EAEA438C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7C371-36D9-4518-A902-D8C59E6C3E4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70D0E96D-5C71-4B42-8024-5A550611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40274C2E-20C7-4D9F-A28C-6C80BEB2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F21EC-60DA-4AB3-8B5F-8E22A707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6F886889-47E7-4BEF-AFE7-3B4A88BD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6">
            <a:extLst xmlns:a="http://schemas.openxmlformats.org/drawingml/2006/main">
              <a:ext uri="{FF2B5EF4-FFF2-40B4-BE49-F238E27FC236}">
                <a16:creationId xmlns:a16="http://schemas.microsoft.com/office/drawing/2014/main" id="{335B0C18-4B4A-4DB4-8EEE-2E02922D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56</a:t>
            </a:r>
          </a:p>
        </p:txBody>
      </p:sp>
    </p:spTree>
    <p:extLst>
      <p:ext uri="{BB962C8B-B14F-4D97-AF65-F5344CB8AC3E}">
        <p14:creationId xmlns:p14="http://schemas.microsoft.com/office/powerpoint/2010/main" val="11370002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A0B54F87-D263-4A2E-8773-9899A0C4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9FC776C6-6A71-42B9-B668-734E7BA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9CEDF990-7050-4A12-9C24-04E78A6E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DF4CA698-F372-4C45-B357-4162871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53645D7F-C87E-463C-8E02-7323F2F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E4ADF58E-9F5F-4E40-A100-03DD2AF0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1961248F-4C32-4BCF-8809-CEC95D91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E0F67FC4-E5DE-4392-8339-325BF7A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5A3BF319-8F72-499D-B636-9E6EE59A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60C7F047-1632-480B-9089-8371B63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5D335-B96C-4CFF-8593-EF4C388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31624-6CF0-45B3-ACAE-7AAFF6A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8C4FD407-20A4-4FFB-B86A-4B473A9E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6">
            <a:extLst xmlns:a="http://schemas.openxmlformats.org/drawingml/2006/main">
              <a:ext uri="{FF2B5EF4-FFF2-40B4-BE49-F238E27FC236}">
                <a16:creationId xmlns:a16="http://schemas.microsoft.com/office/drawing/2014/main" id="{A866E4B6-5F4F-48FB-B0A8-1436BEAD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56</a:t>
            </a:r>
          </a:p>
        </p:txBody>
      </p:sp>
    </p:spTree>
    <p:extLst>
      <p:ext uri="{BB962C8B-B14F-4D97-AF65-F5344CB8AC3E}">
        <p14:creationId xmlns:p14="http://schemas.microsoft.com/office/powerpoint/2010/main" val="21186081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558A84C7-DE42-4C80-B45C-6F3006A6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4714D34B-11EB-4E62-BD1D-38DD63E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2B5B4-DF38-4F13-B88B-33C2A94268B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C710B3B9-EA59-4CBD-BBEC-BB725DA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5EAB-837E-46F2-8845-F40FFFF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7CFC7DB8-9161-48EF-BA46-B377F5CD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6">
            <a:extLst xmlns:a="http://schemas.openxmlformats.org/drawingml/2006/main">
              <a:ext uri="{FF2B5EF4-FFF2-40B4-BE49-F238E27FC236}">
                <a16:creationId xmlns:a16="http://schemas.microsoft.com/office/drawing/2014/main" id="{48645EBA-7AD7-4C9B-AF0F-D807BA50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56</a:t>
            </a:r>
          </a:p>
        </p:txBody>
      </p:sp>
    </p:spTree>
    <p:extLst>
      <p:ext uri="{BB962C8B-B14F-4D97-AF65-F5344CB8AC3E}">
        <p14:creationId xmlns:p14="http://schemas.microsoft.com/office/powerpoint/2010/main" val="9452001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2002925B-90B5-4DA9-836F-D0C803A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C3C92013-44CF-4928-A1C2-E0740F2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1E62FC21-B866-4C22-AD11-93579CC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F6A682E4-7239-4237-8862-EDF3D088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65E4D75E-8EC7-4221-B71F-5844E7A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36AFEB1B-8630-4A36-B4F2-665EF2AA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4C72E1EB-8CD6-41C3-8016-79F2A4D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BDBAD2AA-DF3F-4DA9-9591-FAA0F89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FAB1232E-0DA7-4033-9F6F-DE46E2BA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0EB7B83D-0862-4282-8B1D-241B04F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4A6C7-E7AE-4468-9A0B-FC81442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2A85E-A8D3-49D1-9842-4E96D96D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07F3DA29-02C2-4E14-A06F-0AA2C8C3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6">
            <a:extLst xmlns:a="http://schemas.openxmlformats.org/drawingml/2006/main">
              <a:ext uri="{FF2B5EF4-FFF2-40B4-BE49-F238E27FC236}">
                <a16:creationId xmlns:a16="http://schemas.microsoft.com/office/drawing/2014/main" id="{2B539C71-EDDB-4215-B930-C2566DAC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56</a:t>
            </a:r>
          </a:p>
        </p:txBody>
      </p:sp>
    </p:spTree>
    <p:extLst>
      <p:ext uri="{BB962C8B-B14F-4D97-AF65-F5344CB8AC3E}">
        <p14:creationId xmlns:p14="http://schemas.microsoft.com/office/powerpoint/2010/main" val="12712658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EBD4B73E-1DC4-46B8-950D-C1718672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AFD85C15-7271-4517-971D-C2D5B323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FAE45A61-9F05-4EFD-A956-7A2DA55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EACFCE8B-43AC-49AA-90B3-CCB6A258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52045C72-4D0A-4532-99E7-982BA5C4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1E5065E3-46AC-40C1-BBC3-3CE80234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29E23314-22B0-4C63-BE21-A66AFD6F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4CAC3C44-FDAA-4AE4-AB38-E8B76031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EB18A66C-A214-4619-914B-A1A0C2C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B3BA1FF8-11FF-4DA7-9F40-8D19D998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5CDC4-6D91-4EAA-B8FF-A76523F5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C72E-E9B2-478E-8B1C-0780ADBA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FE86924F-0A25-4D5B-B831-AE1831CE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6">
            <a:extLst xmlns:a="http://schemas.openxmlformats.org/drawingml/2006/main">
              <a:ext uri="{FF2B5EF4-FFF2-40B4-BE49-F238E27FC236}">
                <a16:creationId xmlns:a16="http://schemas.microsoft.com/office/drawing/2014/main" id="{52F4DB4E-54D5-4F5F-BB79-2A3C1FE6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56</a:t>
            </a:r>
          </a:p>
        </p:txBody>
      </p:sp>
    </p:spTree>
    <p:extLst>
      <p:ext uri="{BB962C8B-B14F-4D97-AF65-F5344CB8AC3E}">
        <p14:creationId xmlns:p14="http://schemas.microsoft.com/office/powerpoint/2010/main" val="6908341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A03D8AED-C055-42FE-A4A3-30E2EA5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D2D9DC59-D161-4927-8B82-EEA1999A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41C1B-D0C4-4ED2-9EA8-529E254325F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DD462C5E-CB98-442F-A5E8-61CCFD79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82F67-5CAB-400B-A36F-4AAC8388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07DEA326-6620-461A-B6E2-B43F95E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6">
            <a:extLst xmlns:a="http://schemas.openxmlformats.org/drawingml/2006/main">
              <a:ext uri="{FF2B5EF4-FFF2-40B4-BE49-F238E27FC236}">
                <a16:creationId xmlns:a16="http://schemas.microsoft.com/office/drawing/2014/main" id="{EA4B4552-D10B-40D3-A96B-8739813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56</a:t>
            </a:r>
          </a:p>
        </p:txBody>
      </p:sp>
    </p:spTree>
    <p:extLst>
      <p:ext uri="{BB962C8B-B14F-4D97-AF65-F5344CB8AC3E}">
        <p14:creationId xmlns:p14="http://schemas.microsoft.com/office/powerpoint/2010/main" val="2332697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477E7-773B-4EDD-BF95-B074EC8BEDE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DBE6D-1035-4C6D-9B67-58799DB8E83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8FE58D71-30B0-43EE-8A1A-8619FAB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5B06C258-2F03-4E1D-887B-6E65315C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1C24D-9D0E-4D8E-9AD2-DC48ADA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F5353-6846-4CCC-88A6-AE4B3B7F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3008-FFE5-40EE-94C3-4E8A1A1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1BD243C1-04E4-4248-B4B5-1677B99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25CD3D37-A59A-4425-B141-96E95568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F5543A0D-68A8-44C7-8107-F34D739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B7C4A-7C70-4946-A687-4644DF0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78E338C1-4D74-48B7-9179-965B2C9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BD759-EA7D-4EDB-A98A-F4ED5376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10C0EACD-D33D-4B85-866B-8AD499F5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6">
            <a:extLst xmlns:a="http://schemas.openxmlformats.org/drawingml/2006/main">
              <a:ext uri="{FF2B5EF4-FFF2-40B4-BE49-F238E27FC236}">
                <a16:creationId xmlns:a16="http://schemas.microsoft.com/office/drawing/2014/main" id="{7AE8E02C-7917-403F-A23F-A6FC721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56</a:t>
            </a:r>
          </a:p>
        </p:txBody>
      </p:sp>
    </p:spTree>
    <p:extLst>
      <p:ext uri="{BB962C8B-B14F-4D97-AF65-F5344CB8AC3E}">
        <p14:creationId xmlns:p14="http://schemas.microsoft.com/office/powerpoint/2010/main" val="6637409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0245E32C-299E-46E9-9877-BAD4B90F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9721E97B-84E5-425E-865C-06E2D3CF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F9DA8-2346-4D80-8AEE-0921EACBBBC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310F998C-D954-4047-B9BD-7521A9B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57E9D-2D5A-4C4B-8168-B54159B1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725E4C86-7B06-416C-A767-0D44CB0C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6">
            <a:extLst xmlns:a="http://schemas.openxmlformats.org/drawingml/2006/main">
              <a:ext uri="{FF2B5EF4-FFF2-40B4-BE49-F238E27FC236}">
                <a16:creationId xmlns:a16="http://schemas.microsoft.com/office/drawing/2014/main" id="{8CEC4978-56F0-4B08-80DB-A385DAC7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56</a:t>
            </a:r>
          </a:p>
        </p:txBody>
      </p:sp>
    </p:spTree>
    <p:extLst>
      <p:ext uri="{BB962C8B-B14F-4D97-AF65-F5344CB8AC3E}">
        <p14:creationId xmlns:p14="http://schemas.microsoft.com/office/powerpoint/2010/main" val="15628536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88FFC449-3B2B-4703-9230-7411EE1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71B4126F-BCF2-43FA-AA6D-19709E9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146A915F-0C4F-4EB1-AE0E-42A3C430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9BE2F4B7-ACE6-4B8C-ABEC-487E997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0D825A1B-B69F-4BD8-B3A2-825EDE5A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BA36B109-D4DA-4F3C-A19F-AF538F90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644C38F7-9419-4D42-BBCD-42E0B24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FD31EEBA-E85B-41B5-93C6-2ECD5CA6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C21C1F70-2682-4B07-904D-844F909E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2EE3E086-DB5B-401F-AD74-7EFB267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34699-95A8-43FB-9853-7ED17A9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CAF74-F8ED-44F0-853D-7E5992D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80829A92-8DF1-480D-B142-3C2A3F7C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6">
            <a:extLst xmlns:a="http://schemas.openxmlformats.org/drawingml/2006/main">
              <a:ext uri="{FF2B5EF4-FFF2-40B4-BE49-F238E27FC236}">
                <a16:creationId xmlns:a16="http://schemas.microsoft.com/office/drawing/2014/main" id="{89703C6E-1DE9-4054-9FC9-68ECDC6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56</a:t>
            </a:r>
          </a:p>
        </p:txBody>
      </p:sp>
    </p:spTree>
    <p:extLst>
      <p:ext uri="{BB962C8B-B14F-4D97-AF65-F5344CB8AC3E}">
        <p14:creationId xmlns:p14="http://schemas.microsoft.com/office/powerpoint/2010/main" val="11343422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9F43B169-9904-42B4-A10E-5DBD43E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383B28F9-E938-4178-AD7F-D72A6AA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68A41677-5D4D-474E-BA8F-566D0C3C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022A742C-C5FC-49F9-BE11-3E1079DC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24B4A285-C217-4448-9157-9AB62083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92FC5017-30BC-4A04-B21E-82D86622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C4DEF2A7-C906-4D5C-BD51-C9ECABB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831A2483-B85D-4905-9F4A-A0113D24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29F50B02-A928-4637-B861-9058108B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1E2FDC5C-AC5E-4D97-882D-9C427BC6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ea78fd8db7c452d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D7949-8084-48D1-935F-E6DF14A5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752F479-AB31-428C-A22D-F7ECCDD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6">
            <a:extLst xmlns:a="http://schemas.openxmlformats.org/drawingml/2006/main">
              <a:ext uri="{FF2B5EF4-FFF2-40B4-BE49-F238E27FC236}">
                <a16:creationId xmlns:a16="http://schemas.microsoft.com/office/drawing/2014/main" id="{423604E9-983D-49A3-889E-7B6E319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56</a:t>
            </a:r>
          </a:p>
        </p:txBody>
      </p:sp>
    </p:spTree>
    <p:extLst>
      <p:ext uri="{BB962C8B-B14F-4D97-AF65-F5344CB8AC3E}">
        <p14:creationId xmlns:p14="http://schemas.microsoft.com/office/powerpoint/2010/main" val="6354730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D4672208-E10B-4725-85A4-0FF30EE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4F5814D-34F6-418E-B962-D2C145DD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02059DDC-B4AA-4C36-9325-70AF667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331C1FCF-9F28-469D-B0B6-2AF19009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fc107ee0cac42ce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A8E843A6-3473-4340-B1D2-7BF7F21C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77C3384C-04C8-444A-A3E0-2175254F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15a9da197194299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3582282B-DA51-4BD9-88AA-DBFF092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0FADD258-D58C-4938-B5DD-4A375E3F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324e526fbba4968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5A785524-759A-4AEA-967F-11BF417D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21FEED11-4855-4AE1-B196-460FF25D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454a9a5b3ff436a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25AEF-505E-433B-8319-C362F07A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712F58D-55FF-4CE0-8700-28FC3192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6">
            <a:extLst xmlns:a="http://schemas.openxmlformats.org/drawingml/2006/main">
              <a:ext uri="{FF2B5EF4-FFF2-40B4-BE49-F238E27FC236}">
                <a16:creationId xmlns:a16="http://schemas.microsoft.com/office/drawing/2014/main" id="{7E25F71C-0FDA-47EA-823D-4AFD6FB5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56</a:t>
            </a:r>
          </a:p>
        </p:txBody>
      </p:sp>
    </p:spTree>
    <p:extLst>
      <p:ext uri="{BB962C8B-B14F-4D97-AF65-F5344CB8AC3E}">
        <p14:creationId xmlns:p14="http://schemas.microsoft.com/office/powerpoint/2010/main" val="19455298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6A498130-0A8F-4367-81C5-15CBB99A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E2B66716-645D-469D-8CE7-C42BD7B1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6EEB80E8-4C71-4DA1-86D4-70A8078F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BF968902-4601-43E9-99B9-8F18F10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755e91b9e5b4892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053C1DB1-3838-4257-95D7-573F0EE7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127E424D-FD40-469D-8E25-CEA04BC6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4833a9312d04d44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914A6750-B411-4154-9401-81E06D5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B94F1BFB-D334-489C-9234-40426A21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760e835806442f0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2C291B8F-8197-490B-A3B2-CC564DA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97AB6EDB-CEA0-4DAB-A1DD-A52EAE6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5193ae913ff451c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E6320-4474-47E7-94B6-FDA478E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95D3296-1989-4C61-85AC-85F68A49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6">
            <a:extLst xmlns:a="http://schemas.openxmlformats.org/drawingml/2006/main">
              <a:ext uri="{FF2B5EF4-FFF2-40B4-BE49-F238E27FC236}">
                <a16:creationId xmlns:a16="http://schemas.microsoft.com/office/drawing/2014/main" id="{66CAA1FB-0966-43C8-9F36-A148AD3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56</a:t>
            </a:r>
          </a:p>
        </p:txBody>
      </p:sp>
    </p:spTree>
    <p:extLst>
      <p:ext uri="{BB962C8B-B14F-4D97-AF65-F5344CB8AC3E}">
        <p14:creationId xmlns:p14="http://schemas.microsoft.com/office/powerpoint/2010/main" val="15410092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BE5CAEF9-996E-4A88-91F4-B1A0C56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D8F4DB3-0108-487A-89C2-5D2A8347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C3899C96-C644-4BF7-A47A-CC557BB8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468D9050-1DD3-44E2-9C97-33234B8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e80e57f6b444002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3F874DAF-B6DE-4AA9-BF64-BA320DAB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CAC85D8F-498D-4A3A-A2DC-F914E8FD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8d42857115e4ce5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35E26881-F051-4B21-A65A-7916002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4E59F851-793A-4EAD-B5D7-EC8D8CE7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52d6b778d034626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2714BDEB-3665-49D3-B504-79F5A2F3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5EF74225-8D2D-4201-844C-EBDEB51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3493f38e52b4a66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8E025-CB39-404D-BBE5-FFDE4EC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624E821-12A8-49FB-95B9-BE7B8C7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6">
            <a:extLst xmlns:a="http://schemas.openxmlformats.org/drawingml/2006/main">
              <a:ext uri="{FF2B5EF4-FFF2-40B4-BE49-F238E27FC236}">
                <a16:creationId xmlns:a16="http://schemas.microsoft.com/office/drawing/2014/main" id="{AE4D7194-97AE-4DC8-8AA5-8B246045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56</a:t>
            </a:r>
          </a:p>
        </p:txBody>
      </p:sp>
    </p:spTree>
    <p:extLst>
      <p:ext uri="{BB962C8B-B14F-4D97-AF65-F5344CB8AC3E}">
        <p14:creationId xmlns:p14="http://schemas.microsoft.com/office/powerpoint/2010/main" val="12821896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DC7A2FDF-D74E-4662-8AE6-B25A2F3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7B9A507B-1301-40C6-B3C0-9DA65D74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73E30428-34ED-4B40-AA86-413E2C0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0568B21F-3437-408C-8063-58A5BF44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2f99a4c944543a1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376E6620-852E-4FBC-B28C-9923C27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67A691A5-BF32-4F48-AA3B-69B8AB98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e7cc30e30bc4ef8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9D24EDBB-A580-41B2-AB8B-BB8F8DB0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7AAD0FA9-81AD-4415-BB4B-7EB4F88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a3b2e66dfb24d3d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A87BC980-0132-4457-A620-19E0D4F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6E868928-C074-40AC-A122-8D4A905F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cdd45eaab1f4988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C9890-C828-41AD-8D83-379726D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5AFCF3B-D1D7-444F-9E4A-9AAF6478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6">
            <a:extLst xmlns:a="http://schemas.openxmlformats.org/drawingml/2006/main">
              <a:ext uri="{FF2B5EF4-FFF2-40B4-BE49-F238E27FC236}">
                <a16:creationId xmlns:a16="http://schemas.microsoft.com/office/drawing/2014/main" id="{1192B191-BC10-4E0B-9DF3-AB590632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56</a:t>
            </a:r>
          </a:p>
        </p:txBody>
      </p:sp>
    </p:spTree>
    <p:extLst>
      <p:ext uri="{BB962C8B-B14F-4D97-AF65-F5344CB8AC3E}">
        <p14:creationId xmlns:p14="http://schemas.microsoft.com/office/powerpoint/2010/main" val="18241826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0594483E-8767-4115-B013-4C50095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54C852E-05C5-4B23-9FC2-DA2F4907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0EE4B07C-D0A8-44A1-B63B-382199C6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A5168121-AE8C-4AB2-B473-1C4B6824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268DCA18-37C9-4680-8CE0-43249DB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AF4ED7AB-7584-4F6B-BF8D-B6A4FBF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553E5-0C3D-447D-AD92-93A5466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35087D3-FE52-401D-8729-10E148C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6">
            <a:extLst xmlns:a="http://schemas.openxmlformats.org/drawingml/2006/main">
              <a:ext uri="{FF2B5EF4-FFF2-40B4-BE49-F238E27FC236}">
                <a16:creationId xmlns:a16="http://schemas.microsoft.com/office/drawing/2014/main" id="{9EE3D72F-848D-4123-B892-AB7A6F9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56</a:t>
            </a:r>
          </a:p>
        </p:txBody>
      </p:sp>
    </p:spTree>
    <p:extLst>
      <p:ext uri="{BB962C8B-B14F-4D97-AF65-F5344CB8AC3E}">
        <p14:creationId xmlns:p14="http://schemas.microsoft.com/office/powerpoint/2010/main" val="2810105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AED00DA0-9322-4905-B6AB-DF8FDE6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AB5FCC95-04BF-44A5-B5ED-7FB09E02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6F1F6183-ED02-4D79-8A70-772C77A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AB0986AF-5366-4B47-B268-7327C20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83795549-FA0D-46DF-A4E2-360C64B4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BF20622F-F0DF-42AE-81AB-5EBF3D0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8BFBEAFD-E3B2-4212-A2B7-B4659E24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981EF309-34F9-4F11-BFDE-2C22620A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C90281B4-5B52-4CF2-8CD2-074BAD0F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3B81A9AB-293B-46D0-B6FB-FDD62727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212BD-2A7F-4BAD-98E5-6F9EC2F3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64C5-5781-4A78-8B48-F00E0C8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7F54BAB-FBB1-4402-93CD-A3CF481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6">
            <a:extLst xmlns:a="http://schemas.openxmlformats.org/drawingml/2006/main">
              <a:ext uri="{FF2B5EF4-FFF2-40B4-BE49-F238E27FC236}">
                <a16:creationId xmlns:a16="http://schemas.microsoft.com/office/drawing/2014/main" id="{5DFC52AC-A3E1-4854-B57A-FD287836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56</a:t>
            </a:r>
          </a:p>
        </p:txBody>
      </p:sp>
    </p:spTree>
    <p:extLst>
      <p:ext uri="{BB962C8B-B14F-4D97-AF65-F5344CB8AC3E}">
        <p14:creationId xmlns:p14="http://schemas.microsoft.com/office/powerpoint/2010/main" val="13394433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2248FB69-79D1-47BF-A149-D5D9518A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42886091-9536-45F9-BEC3-B8B462AD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93C34D41-13C6-4060-AE05-E83FC3E7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E4CA1-A34A-4E7D-B2EF-EE6A6F3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401BE64-969D-431C-B179-9BA685F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6">
            <a:extLst xmlns:a="http://schemas.openxmlformats.org/drawingml/2006/main">
              <a:ext uri="{FF2B5EF4-FFF2-40B4-BE49-F238E27FC236}">
                <a16:creationId xmlns:a16="http://schemas.microsoft.com/office/drawing/2014/main" id="{AB32563F-78D4-4953-8641-5A3E4BF1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56</a:t>
            </a:r>
          </a:p>
        </p:txBody>
      </p:sp>
    </p:spTree>
    <p:extLst>
      <p:ext uri="{BB962C8B-B14F-4D97-AF65-F5344CB8AC3E}">
        <p14:creationId xmlns:p14="http://schemas.microsoft.com/office/powerpoint/2010/main" val="106365971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33062BFD-336D-4F36-914B-A458AC08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B469A67B-8469-49CD-BC68-AB4382F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BDB06100-7F0D-4EC6-9875-56880C28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E423C-90E7-4773-93E7-50A20F2D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B6AF48C-2CFC-4D7E-8B7A-30837D07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6">
            <a:extLst xmlns:a="http://schemas.openxmlformats.org/drawingml/2006/main">
              <a:ext uri="{FF2B5EF4-FFF2-40B4-BE49-F238E27FC236}">
                <a16:creationId xmlns:a16="http://schemas.microsoft.com/office/drawing/2014/main" id="{2C92B288-A2A5-4F3F-B09A-9AFC6B8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56</a:t>
            </a:r>
          </a:p>
        </p:txBody>
      </p:sp>
    </p:spTree>
    <p:extLst>
      <p:ext uri="{BB962C8B-B14F-4D97-AF65-F5344CB8AC3E}">
        <p14:creationId xmlns:p14="http://schemas.microsoft.com/office/powerpoint/2010/main" val="3383239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1A6C62EA-089B-4DEB-80B1-455C9790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FA79062D-6796-40F5-B415-209D4AB2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828A1817-24F3-41EE-823E-DDE4FE5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5A54D-5EBC-45E4-B539-1677EC2D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4D62CFA-28D1-4984-BC3D-D4E74CF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6">
            <a:extLst xmlns:a="http://schemas.openxmlformats.org/drawingml/2006/main">
              <a:ext uri="{FF2B5EF4-FFF2-40B4-BE49-F238E27FC236}">
                <a16:creationId xmlns:a16="http://schemas.microsoft.com/office/drawing/2014/main" id="{F00AD8AE-82E3-4683-A73D-9B801EB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56</a:t>
            </a:r>
          </a:p>
        </p:txBody>
      </p:sp>
    </p:spTree>
    <p:extLst>
      <p:ext uri="{BB962C8B-B14F-4D97-AF65-F5344CB8AC3E}">
        <p14:creationId xmlns:p14="http://schemas.microsoft.com/office/powerpoint/2010/main" val="25525767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88428A28-7BF7-4ADD-8974-41B6D74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207CBAF9-04D5-454D-88A7-DE78C70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4E426EA7-5061-48FF-8618-1EC7C80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E9779-53B2-4F82-B444-13B3E147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BE9C80B-C16C-4DF4-8670-3255918F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6">
            <a:extLst xmlns:a="http://schemas.openxmlformats.org/drawingml/2006/main">
              <a:ext uri="{FF2B5EF4-FFF2-40B4-BE49-F238E27FC236}">
                <a16:creationId xmlns:a16="http://schemas.microsoft.com/office/drawing/2014/main" id="{5BC081E1-776E-41EA-9F7C-2662D158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56</a:t>
            </a:r>
          </a:p>
        </p:txBody>
      </p:sp>
    </p:spTree>
    <p:extLst>
      <p:ext uri="{BB962C8B-B14F-4D97-AF65-F5344CB8AC3E}">
        <p14:creationId xmlns:p14="http://schemas.microsoft.com/office/powerpoint/2010/main" val="102978337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18E7BAC9-B3E6-4993-84AA-5C05DAB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D50F3E95-5005-41FA-B5CC-BD823EE0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99F6A1AB-B387-416E-B05C-B5BE3DDD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1AD3F-6BAB-4678-A667-8266CBD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36113D6-34CC-4369-9FD3-000006C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6">
            <a:extLst xmlns:a="http://schemas.openxmlformats.org/drawingml/2006/main">
              <a:ext uri="{FF2B5EF4-FFF2-40B4-BE49-F238E27FC236}">
                <a16:creationId xmlns:a16="http://schemas.microsoft.com/office/drawing/2014/main" id="{D14636D1-69C2-455E-BED4-62E24DB8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56</a:t>
            </a:r>
          </a:p>
        </p:txBody>
      </p:sp>
    </p:spTree>
    <p:extLst>
      <p:ext uri="{BB962C8B-B14F-4D97-AF65-F5344CB8AC3E}">
        <p14:creationId xmlns:p14="http://schemas.microsoft.com/office/powerpoint/2010/main" val="29461152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7B86B23E-496A-44C0-9D0C-86844B7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CA7527D3-A548-45EE-9D53-453E2250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3F22A6B2-E365-4328-8716-BD03EE1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2709A-8B6F-469B-BDF7-2349493D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6FA71A9-CBC4-4AE2-9590-DAA2782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6">
            <a:extLst xmlns:a="http://schemas.openxmlformats.org/drawingml/2006/main">
              <a:ext uri="{FF2B5EF4-FFF2-40B4-BE49-F238E27FC236}">
                <a16:creationId xmlns:a16="http://schemas.microsoft.com/office/drawing/2014/main" id="{6A64CE95-0A0D-420F-BBE1-5E841BC6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56</a:t>
            </a:r>
          </a:p>
        </p:txBody>
      </p:sp>
    </p:spTree>
    <p:extLst>
      <p:ext uri="{BB962C8B-B14F-4D97-AF65-F5344CB8AC3E}">
        <p14:creationId xmlns:p14="http://schemas.microsoft.com/office/powerpoint/2010/main" val="64176309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EB454BAC-0D32-4459-B17C-C98E29E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FA5EAA2F-385F-4BB9-B071-6C869B3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844BBA00-FAB3-41F7-BEC6-16F9117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B946C-74F5-4674-B466-537F13BF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6D49009-0BB1-4750-B8A0-0DA39158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6">
            <a:extLst xmlns:a="http://schemas.openxmlformats.org/drawingml/2006/main">
              <a:ext uri="{FF2B5EF4-FFF2-40B4-BE49-F238E27FC236}">
                <a16:creationId xmlns:a16="http://schemas.microsoft.com/office/drawing/2014/main" id="{F8E76FC5-D223-4A29-93D9-9A50BB4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56</a:t>
            </a:r>
          </a:p>
        </p:txBody>
      </p:sp>
    </p:spTree>
    <p:extLst>
      <p:ext uri="{BB962C8B-B14F-4D97-AF65-F5344CB8AC3E}">
        <p14:creationId xmlns:p14="http://schemas.microsoft.com/office/powerpoint/2010/main" val="21842674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AD4DEA9D-DABC-44E9-85B6-D7BCAF2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6900E020-5185-4149-B0D7-B5C9B842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C8A2740B-C474-4874-80B1-082D66CE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03712-A4F5-4F03-BA30-DCC4F14D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60AB4C8-D502-4F4C-8C8A-5F141A88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6">
            <a:extLst xmlns:a="http://schemas.openxmlformats.org/drawingml/2006/main">
              <a:ext uri="{FF2B5EF4-FFF2-40B4-BE49-F238E27FC236}">
                <a16:creationId xmlns:a16="http://schemas.microsoft.com/office/drawing/2014/main" id="{10EA7D2F-F285-490F-A020-22BB155B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56</a:t>
            </a:r>
          </a:p>
        </p:txBody>
      </p:sp>
    </p:spTree>
    <p:extLst>
      <p:ext uri="{BB962C8B-B14F-4D97-AF65-F5344CB8AC3E}">
        <p14:creationId xmlns:p14="http://schemas.microsoft.com/office/powerpoint/2010/main" val="201805354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7918BDEA-FDF3-4355-AA29-2F28221F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0CEB4256-B130-4C33-B0D2-5EA9E1B2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18C6D3A5-33C8-430D-9103-4D4E98A1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81411-C540-435E-A671-37EAB27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170A62A-2421-441E-AE9F-34BA5BD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6">
            <a:extLst xmlns:a="http://schemas.openxmlformats.org/drawingml/2006/main">
              <a:ext uri="{FF2B5EF4-FFF2-40B4-BE49-F238E27FC236}">
                <a16:creationId xmlns:a16="http://schemas.microsoft.com/office/drawing/2014/main" id="{D44E261C-B006-45F2-8605-A61024D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56</a:t>
            </a:r>
          </a:p>
        </p:txBody>
      </p:sp>
    </p:spTree>
    <p:extLst>
      <p:ext uri="{BB962C8B-B14F-4D97-AF65-F5344CB8AC3E}">
        <p14:creationId xmlns:p14="http://schemas.microsoft.com/office/powerpoint/2010/main" val="59965662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604C0A24-BBEF-444F-A970-0E2A7614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451DC9EE-04D6-4D91-BB89-A8C2C29B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B98EF335-6BE0-4451-89CB-7EF5779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4D85A-B254-475C-828D-D4EB681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99B5753-EB10-4D5D-975A-C57B5CFF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6">
            <a:extLst xmlns:a="http://schemas.openxmlformats.org/drawingml/2006/main">
              <a:ext uri="{FF2B5EF4-FFF2-40B4-BE49-F238E27FC236}">
                <a16:creationId xmlns:a16="http://schemas.microsoft.com/office/drawing/2014/main" id="{F5292A3A-F3BB-4C8E-A55F-4108D30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56</a:t>
            </a:r>
          </a:p>
        </p:txBody>
      </p:sp>
    </p:spTree>
    <p:extLst>
      <p:ext uri="{BB962C8B-B14F-4D97-AF65-F5344CB8AC3E}">
        <p14:creationId xmlns:p14="http://schemas.microsoft.com/office/powerpoint/2010/main" val="183082788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0C237157-E5EC-4132-A0C5-06E5AC5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0AF55880-01D9-447B-8BD8-933FFA99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65426C0B-6274-414E-AF4B-7411F42F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A6988-05E4-4B5F-8104-D1B6CBC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6897C00-597A-432D-95C8-C85CE19A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6">
            <a:extLst xmlns:a="http://schemas.openxmlformats.org/drawingml/2006/main">
              <a:ext uri="{FF2B5EF4-FFF2-40B4-BE49-F238E27FC236}">
                <a16:creationId xmlns:a16="http://schemas.microsoft.com/office/drawing/2014/main" id="{B0F9C8DB-BC2A-482D-AC31-21AC77BE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56</a:t>
            </a:r>
          </a:p>
        </p:txBody>
      </p:sp>
    </p:spTree>
    <p:extLst>
      <p:ext uri="{BB962C8B-B14F-4D97-AF65-F5344CB8AC3E}">
        <p14:creationId xmlns:p14="http://schemas.microsoft.com/office/powerpoint/2010/main" val="151256836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921BFD04-E99E-471E-85D3-5A23C730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06C37D84-312F-4BFF-B757-0CD883A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3B76B216-CA3A-4144-B077-A23A9F1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60FEB-8EBA-44F4-9849-A6585E73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3547148-40CB-4B06-BFC6-8F03FBE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6">
            <a:extLst xmlns:a="http://schemas.openxmlformats.org/drawingml/2006/main">
              <a:ext uri="{FF2B5EF4-FFF2-40B4-BE49-F238E27FC236}">
                <a16:creationId xmlns:a16="http://schemas.microsoft.com/office/drawing/2014/main" id="{2BE90495-B1BF-41D2-9325-BD1EBBB4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56</a:t>
            </a:r>
          </a:p>
        </p:txBody>
      </p:sp>
    </p:spTree>
    <p:extLst>
      <p:ext uri="{BB962C8B-B14F-4D97-AF65-F5344CB8AC3E}">
        <p14:creationId xmlns:p14="http://schemas.microsoft.com/office/powerpoint/2010/main" val="50815829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8C278B37-3270-4E66-92DF-84065776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18C68476-09E1-406B-81CE-5C111CC6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85FA74BE-4105-4CE8-A60C-08D16F8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87B39-4F7D-4B65-BC93-B73C52C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7DA97D5-3377-402E-8A4F-B787E836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6">
            <a:extLst xmlns:a="http://schemas.openxmlformats.org/drawingml/2006/main">
              <a:ext uri="{FF2B5EF4-FFF2-40B4-BE49-F238E27FC236}">
                <a16:creationId xmlns:a16="http://schemas.microsoft.com/office/drawing/2014/main" id="{1C24775C-4721-4ED0-AAFC-18BE7294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56</a:t>
            </a:r>
          </a:p>
        </p:txBody>
      </p:sp>
    </p:spTree>
    <p:extLst>
      <p:ext uri="{BB962C8B-B14F-4D97-AF65-F5344CB8AC3E}">
        <p14:creationId xmlns:p14="http://schemas.microsoft.com/office/powerpoint/2010/main" val="12105690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80BE7B96-9A39-4FDE-8071-608E7AC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3D4B0035-41A8-4B8D-9338-E0E73DC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7BDE0CC2-28CF-4598-B485-52B0986B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1E262-B6C3-4D88-9119-D0375DF6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59A7FA4-F891-408E-85E7-882C5E42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6">
            <a:extLst xmlns:a="http://schemas.openxmlformats.org/drawingml/2006/main">
              <a:ext uri="{FF2B5EF4-FFF2-40B4-BE49-F238E27FC236}">
                <a16:creationId xmlns:a16="http://schemas.microsoft.com/office/drawing/2014/main" id="{42D2F3F1-2F73-452A-B32C-B13404C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56</a:t>
            </a:r>
          </a:p>
        </p:txBody>
      </p:sp>
    </p:spTree>
    <p:extLst>
      <p:ext uri="{BB962C8B-B14F-4D97-AF65-F5344CB8AC3E}">
        <p14:creationId xmlns:p14="http://schemas.microsoft.com/office/powerpoint/2010/main" val="86265761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BC1416D0-2962-4587-9DE0-8038116A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1BFF0C80-F0E0-4C0A-91C7-CCC97E1A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4933A5E1-F3DC-4CC5-BAED-350AD540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8F198-94A1-4E7F-A299-BF9C55E1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83F838A-29B0-4270-A30F-98EF858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6">
            <a:extLst xmlns:a="http://schemas.openxmlformats.org/drawingml/2006/main">
              <a:ext uri="{FF2B5EF4-FFF2-40B4-BE49-F238E27FC236}">
                <a16:creationId xmlns:a16="http://schemas.microsoft.com/office/drawing/2014/main" id="{DC1BF9C3-8BE9-412E-9FDB-984D598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56</a:t>
            </a:r>
          </a:p>
        </p:txBody>
      </p:sp>
    </p:spTree>
    <p:extLst>
      <p:ext uri="{BB962C8B-B14F-4D97-AF65-F5344CB8AC3E}">
        <p14:creationId xmlns:p14="http://schemas.microsoft.com/office/powerpoint/2010/main" val="2054009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2026-10-08T11:11:10.9650000Z</dcterms:created>
  <dcterms:modified xsi:type="dcterms:W3CDTF">2026-10-08T11:11:10.9650000Z</dcterms:modified>
</coreProperties>
</file>