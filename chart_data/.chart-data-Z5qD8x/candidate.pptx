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a9a35987449e1" /><Relationship Type="http://schemas.openxmlformats.org/officeDocument/2006/relationships/extended-properties" Target="/docProps/app.xml" Id="R5384234709d94035" /><Relationship Type="http://schemas.openxmlformats.org/officeDocument/2006/relationships/officeDocument" Target="/ppt/presentation.xml" Id="Rd40ddd879d9a4d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7aca636a548fd"/>
  </p:sldMasterIdLst>
  <p:notesMasterIdLst>
    <p:notesMasterId xmlns:r="http://schemas.openxmlformats.org/officeDocument/2006/relationships" r:id="R5fc475e9fce14070"/>
  </p:notesMasterIdLst>
  <p:sldIdLst>
    <p:sldId xmlns:r="http://schemas.openxmlformats.org/officeDocument/2006/relationships" id="256" r:id="R1d025ef1acb04afa"/>
    <p:sldId xmlns:r="http://schemas.openxmlformats.org/officeDocument/2006/relationships" id="257" r:id="R1d853910a86e412c"/>
    <p:sldId xmlns:r="http://schemas.openxmlformats.org/officeDocument/2006/relationships" id="258" r:id="Rb97bb9c16c5a488a"/>
    <p:sldId xmlns:r="http://schemas.openxmlformats.org/officeDocument/2006/relationships" id="259" r:id="Rceb1ea5a5b074fad"/>
    <p:sldId xmlns:r="http://schemas.openxmlformats.org/officeDocument/2006/relationships" id="260" r:id="R980565cf8def4fa9"/>
    <p:sldId xmlns:r="http://schemas.openxmlformats.org/officeDocument/2006/relationships" id="261" r:id="Rf929c4235fa74071"/>
    <p:sldId xmlns:r="http://schemas.openxmlformats.org/officeDocument/2006/relationships" id="262" r:id="Re6eaf8f4cce54782"/>
    <p:sldId xmlns:r="http://schemas.openxmlformats.org/officeDocument/2006/relationships" id="263" r:id="R930422fec4594f87"/>
    <p:sldId xmlns:r="http://schemas.openxmlformats.org/officeDocument/2006/relationships" id="264" r:id="R31c4bd7decd04eb4"/>
    <p:sldId xmlns:r="http://schemas.openxmlformats.org/officeDocument/2006/relationships" id="265" r:id="R604ae214e55f4b78"/>
    <p:sldId xmlns:r="http://schemas.openxmlformats.org/officeDocument/2006/relationships" id="266" r:id="R9535f4cedc924673"/>
    <p:sldId xmlns:r="http://schemas.openxmlformats.org/officeDocument/2006/relationships" id="267" r:id="R873f823f31604be6"/>
    <p:sldId xmlns:r="http://schemas.openxmlformats.org/officeDocument/2006/relationships" id="268" r:id="Rb91c8be0af4a4366"/>
    <p:sldId xmlns:r="http://schemas.openxmlformats.org/officeDocument/2006/relationships" id="269" r:id="R942cc1246c0444a1"/>
    <p:sldId xmlns:r="http://schemas.openxmlformats.org/officeDocument/2006/relationships" id="270" r:id="R95b2ef6b33e6412b"/>
    <p:sldId xmlns:r="http://schemas.openxmlformats.org/officeDocument/2006/relationships" id="271" r:id="Ra65f41366d234f07"/>
    <p:sldId xmlns:r="http://schemas.openxmlformats.org/officeDocument/2006/relationships" id="272" r:id="Ra01168d45a344af1"/>
    <p:sldId xmlns:r="http://schemas.openxmlformats.org/officeDocument/2006/relationships" id="273" r:id="Ra45c488187da44d4"/>
    <p:sldId xmlns:r="http://schemas.openxmlformats.org/officeDocument/2006/relationships" id="274" r:id="Rcfe8a48e58804e91"/>
    <p:sldId xmlns:r="http://schemas.openxmlformats.org/officeDocument/2006/relationships" id="275" r:id="Rc2b8ac6c69bf49cc"/>
    <p:sldId xmlns:r="http://schemas.openxmlformats.org/officeDocument/2006/relationships" id="276" r:id="Ra66bfde693f64390"/>
    <p:sldId xmlns:r="http://schemas.openxmlformats.org/officeDocument/2006/relationships" id="277" r:id="Re9a06d99c4d04da6"/>
    <p:sldId xmlns:r="http://schemas.openxmlformats.org/officeDocument/2006/relationships" id="278" r:id="R4df2940d35ad40e1"/>
    <p:sldId xmlns:r="http://schemas.openxmlformats.org/officeDocument/2006/relationships" id="279" r:id="R76ff61786fc64290"/>
    <p:sldId xmlns:r="http://schemas.openxmlformats.org/officeDocument/2006/relationships" id="280" r:id="R46efad8d253d4c44"/>
    <p:sldId xmlns:r="http://schemas.openxmlformats.org/officeDocument/2006/relationships" id="281" r:id="R6b915b3a484540a9"/>
    <p:sldId xmlns:r="http://schemas.openxmlformats.org/officeDocument/2006/relationships" id="282" r:id="Ref2bc0b103204648"/>
    <p:sldId xmlns:r="http://schemas.openxmlformats.org/officeDocument/2006/relationships" id="283" r:id="R9698a47a50a04ba0"/>
    <p:sldId xmlns:r="http://schemas.openxmlformats.org/officeDocument/2006/relationships" id="284" r:id="R76fb43024ecd4939"/>
    <p:sldId xmlns:r="http://schemas.openxmlformats.org/officeDocument/2006/relationships" id="285" r:id="Rddd9df89a9614abf"/>
    <p:sldId xmlns:r="http://schemas.openxmlformats.org/officeDocument/2006/relationships" id="286" r:id="R4297dffd089b4924"/>
    <p:sldId xmlns:r="http://schemas.openxmlformats.org/officeDocument/2006/relationships" id="287" r:id="Rf68819d64feb4945"/>
    <p:sldId xmlns:r="http://schemas.openxmlformats.org/officeDocument/2006/relationships" id="288" r:id="Rebc0ba1e5dd44422"/>
    <p:sldId xmlns:r="http://schemas.openxmlformats.org/officeDocument/2006/relationships" id="289" r:id="R9fe2031fb7d4410b"/>
    <p:sldId xmlns:r="http://schemas.openxmlformats.org/officeDocument/2006/relationships" id="290" r:id="R8d2f1fab27244036"/>
    <p:sldId xmlns:r="http://schemas.openxmlformats.org/officeDocument/2006/relationships" id="291" r:id="Rba2c6d7e962644c6"/>
    <p:sldId xmlns:r="http://schemas.openxmlformats.org/officeDocument/2006/relationships" id="292" r:id="Rd8f82154221b4ef6"/>
    <p:sldId xmlns:r="http://schemas.openxmlformats.org/officeDocument/2006/relationships" id="293" r:id="R3e09edff622646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d07d5cff149a7" /><Relationship Type="http://schemas.openxmlformats.org/officeDocument/2006/relationships/slideMaster" Target="/ppt/slideMasters/slideMaster1.xml" Id="R8a07aca636a548fd" /><Relationship Type="http://schemas.openxmlformats.org/officeDocument/2006/relationships/notesMaster" Target="/ppt/notesMasters/notesMaster1.xml" Id="R5fc475e9fce14070" /><Relationship Type="http://schemas.openxmlformats.org/officeDocument/2006/relationships/presProps" Target="/ppt/presProps.xml" Id="R0d6e752b304641db" /><Relationship Type="http://schemas.openxmlformats.org/officeDocument/2006/relationships/tableStyles" Target="/ppt/tableStyles.xml" Id="Rf9f928d1b0ba4556" /><Relationship Type="http://schemas.openxmlformats.org/officeDocument/2006/relationships/slide" Target="/ppt/slides/slide1.xml" Id="R1d025ef1acb04afa" /><Relationship Type="http://schemas.openxmlformats.org/officeDocument/2006/relationships/slide" Target="/ppt/slides/slide2.xml" Id="R1d853910a86e412c" /><Relationship Type="http://schemas.openxmlformats.org/officeDocument/2006/relationships/slide" Target="/ppt/slides/slide3.xml" Id="Rb97bb9c16c5a488a" /><Relationship Type="http://schemas.openxmlformats.org/officeDocument/2006/relationships/slide" Target="/ppt/slides/slide4.xml" Id="Rceb1ea5a5b074fad" /><Relationship Type="http://schemas.openxmlformats.org/officeDocument/2006/relationships/slide" Target="/ppt/slides/slide5.xml" Id="R980565cf8def4fa9" /><Relationship Type="http://schemas.openxmlformats.org/officeDocument/2006/relationships/slide" Target="/ppt/slides/slide6.xml" Id="Rf929c4235fa74071" /><Relationship Type="http://schemas.openxmlformats.org/officeDocument/2006/relationships/slide" Target="/ppt/slides/slide7.xml" Id="Re6eaf8f4cce54782" /><Relationship Type="http://schemas.openxmlformats.org/officeDocument/2006/relationships/slide" Target="/ppt/slides/slide8.xml" Id="R930422fec4594f87" /><Relationship Type="http://schemas.openxmlformats.org/officeDocument/2006/relationships/slide" Target="/ppt/slides/slide9.xml" Id="R31c4bd7decd04eb4" /><Relationship Type="http://schemas.openxmlformats.org/officeDocument/2006/relationships/slide" Target="/ppt/slides/slide10.xml" Id="R604ae214e55f4b78" /><Relationship Type="http://schemas.openxmlformats.org/officeDocument/2006/relationships/slide" Target="/ppt/slides/slide11.xml" Id="R9535f4cedc924673" /><Relationship Type="http://schemas.openxmlformats.org/officeDocument/2006/relationships/slide" Target="/ppt/slides/slide12.xml" Id="R873f823f31604be6" /><Relationship Type="http://schemas.openxmlformats.org/officeDocument/2006/relationships/slide" Target="/ppt/slides/slide13.xml" Id="Rb91c8be0af4a4366" /><Relationship Type="http://schemas.openxmlformats.org/officeDocument/2006/relationships/slide" Target="/ppt/slides/slide14.xml" Id="R942cc1246c0444a1" /><Relationship Type="http://schemas.openxmlformats.org/officeDocument/2006/relationships/slide" Target="/ppt/slides/slide15.xml" Id="R95b2ef6b33e6412b" /><Relationship Type="http://schemas.openxmlformats.org/officeDocument/2006/relationships/slide" Target="/ppt/slides/slide16.xml" Id="Ra65f41366d234f07" /><Relationship Type="http://schemas.openxmlformats.org/officeDocument/2006/relationships/slide" Target="/ppt/slides/slide17.xml" Id="Ra01168d45a344af1" /><Relationship Type="http://schemas.openxmlformats.org/officeDocument/2006/relationships/slide" Target="/ppt/slides/slide18.xml" Id="Ra45c488187da44d4" /><Relationship Type="http://schemas.openxmlformats.org/officeDocument/2006/relationships/slide" Target="/ppt/slides/slide19.xml" Id="Rcfe8a48e58804e91" /><Relationship Type="http://schemas.openxmlformats.org/officeDocument/2006/relationships/slide" Target="/ppt/slides/slide20.xml" Id="Rc2b8ac6c69bf49cc" /><Relationship Type="http://schemas.openxmlformats.org/officeDocument/2006/relationships/slide" Target="/ppt/slides/slide21.xml" Id="Ra66bfde693f64390" /><Relationship Type="http://schemas.openxmlformats.org/officeDocument/2006/relationships/slide" Target="/ppt/slides/slide22.xml" Id="Re9a06d99c4d04da6" /><Relationship Type="http://schemas.openxmlformats.org/officeDocument/2006/relationships/slide" Target="/ppt/slides/slide23.xml" Id="R4df2940d35ad40e1" /><Relationship Type="http://schemas.openxmlformats.org/officeDocument/2006/relationships/slide" Target="/ppt/slides/slide24.xml" Id="R76ff61786fc64290" /><Relationship Type="http://schemas.openxmlformats.org/officeDocument/2006/relationships/slide" Target="/ppt/slides/slide25.xml" Id="R46efad8d253d4c44" /><Relationship Type="http://schemas.openxmlformats.org/officeDocument/2006/relationships/slide" Target="/ppt/slides/slide26.xml" Id="R6b915b3a484540a9" /><Relationship Type="http://schemas.openxmlformats.org/officeDocument/2006/relationships/slide" Target="/ppt/slides/slide27.xml" Id="Ref2bc0b103204648" /><Relationship Type="http://schemas.openxmlformats.org/officeDocument/2006/relationships/slide" Target="/ppt/slides/slide28.xml" Id="R9698a47a50a04ba0" /><Relationship Type="http://schemas.openxmlformats.org/officeDocument/2006/relationships/slide" Target="/ppt/slides/slide29.xml" Id="R76fb43024ecd4939" /><Relationship Type="http://schemas.openxmlformats.org/officeDocument/2006/relationships/slide" Target="/ppt/slides/slide30.xml" Id="Rddd9df89a9614abf" /><Relationship Type="http://schemas.openxmlformats.org/officeDocument/2006/relationships/slide" Target="/ppt/slides/slide31.xml" Id="R4297dffd089b4924" /><Relationship Type="http://schemas.openxmlformats.org/officeDocument/2006/relationships/slide" Target="/ppt/slides/slide32.xml" Id="Rf68819d64feb4945" /><Relationship Type="http://schemas.openxmlformats.org/officeDocument/2006/relationships/slide" Target="/ppt/slides/slide33.xml" Id="Rebc0ba1e5dd44422" /><Relationship Type="http://schemas.openxmlformats.org/officeDocument/2006/relationships/slide" Target="/ppt/slides/slide34.xml" Id="R9fe2031fb7d4410b" /><Relationship Type="http://schemas.openxmlformats.org/officeDocument/2006/relationships/slide" Target="/ppt/slides/slide35.xml" Id="R8d2f1fab27244036" /><Relationship Type="http://schemas.openxmlformats.org/officeDocument/2006/relationships/slide" Target="/ppt/slides/slide36.xml" Id="Rba2c6d7e962644c6" /><Relationship Type="http://schemas.openxmlformats.org/officeDocument/2006/relationships/slide" Target="/ppt/slides/slide37.xml" Id="Rd8f82154221b4ef6" /><Relationship Type="http://schemas.openxmlformats.org/officeDocument/2006/relationships/slide" Target="/ppt/slides/slide38.xml" Id="R3e09edff622646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68dd88c71e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12564d91746f3" /><Relationship Type="http://schemas.openxmlformats.org/officeDocument/2006/relationships/notesMaster" Target="/ppt/notesMasters/notesMaster1.xml" Id="Rc5be8b67e227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259f8fa1a4323" /><Relationship Type="http://schemas.openxmlformats.org/officeDocument/2006/relationships/notesMaster" Target="/ppt/notesMasters/notesMaster1.xml" Id="R45f728e3b571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95b2d83e944f0e" /><Relationship Type="http://schemas.openxmlformats.org/officeDocument/2006/relationships/notesMaster" Target="/ppt/notesMasters/notesMaster1.xml" Id="Rff1023269b544d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3d06ccc734072" /><Relationship Type="http://schemas.openxmlformats.org/officeDocument/2006/relationships/notesMaster" Target="/ppt/notesMasters/notesMaster1.xml" Id="R16a1131e251e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c20dbe92b41a9" /><Relationship Type="http://schemas.openxmlformats.org/officeDocument/2006/relationships/notesMaster" Target="/ppt/notesMasters/notesMaster1.xml" Id="R5a12278ce137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1490bc5bd1452d" /><Relationship Type="http://schemas.openxmlformats.org/officeDocument/2006/relationships/notesMaster" Target="/ppt/notesMasters/notesMaster1.xml" Id="R4a42ec4de0424a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bf4a59cae747ed" /><Relationship Type="http://schemas.openxmlformats.org/officeDocument/2006/relationships/notesMaster" Target="/ppt/notesMasters/notesMaster1.xml" Id="R6c439fbedf7948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1438b587a649a1" /><Relationship Type="http://schemas.openxmlformats.org/officeDocument/2006/relationships/notesMaster" Target="/ppt/notesMasters/notesMaster1.xml" Id="Rf10c74793df440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dfd1e137bd40bc" /><Relationship Type="http://schemas.openxmlformats.org/officeDocument/2006/relationships/notesMaster" Target="/ppt/notesMasters/notesMaster1.xml" Id="R9423a617fdef41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157457ca9e4081" /><Relationship Type="http://schemas.openxmlformats.org/officeDocument/2006/relationships/notesMaster" Target="/ppt/notesMasters/notesMaster1.xml" Id="R92e62a4938114d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8d8b3ae79a46c2" /><Relationship Type="http://schemas.openxmlformats.org/officeDocument/2006/relationships/notesMaster" Target="/ppt/notesMasters/notesMaster1.xml" Id="Rcb59d7b7f09646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06f426ff4f47a2" /><Relationship Type="http://schemas.openxmlformats.org/officeDocument/2006/relationships/notesMaster" Target="/ppt/notesMasters/notesMaster1.xml" Id="R91ad3d1ebd3640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234928271e4179" /><Relationship Type="http://schemas.openxmlformats.org/officeDocument/2006/relationships/notesMaster" Target="/ppt/notesMasters/notesMaster1.xml" Id="Rb0a36f4a694e46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56b6a643f44df1" /><Relationship Type="http://schemas.openxmlformats.org/officeDocument/2006/relationships/notesMaster" Target="/ppt/notesMasters/notesMaster1.xml" Id="Rcec4eee028ae4a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839028ba68454f" /><Relationship Type="http://schemas.openxmlformats.org/officeDocument/2006/relationships/notesMaster" Target="/ppt/notesMasters/notesMaster1.xml" Id="Ra4b932bd2a9442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162abd549f47a8" /><Relationship Type="http://schemas.openxmlformats.org/officeDocument/2006/relationships/notesMaster" Target="/ppt/notesMasters/notesMaster1.xml" Id="R3c2d404afd6b49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2f104bf8294ec3" /><Relationship Type="http://schemas.openxmlformats.org/officeDocument/2006/relationships/notesMaster" Target="/ppt/notesMasters/notesMaster1.xml" Id="R5ee43f2cab1a47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736eb108a749ba" /><Relationship Type="http://schemas.openxmlformats.org/officeDocument/2006/relationships/notesMaster" Target="/ppt/notesMasters/notesMaster1.xml" Id="R5f13e517b9d349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a9932815dc407a" /><Relationship Type="http://schemas.openxmlformats.org/officeDocument/2006/relationships/notesMaster" Target="/ppt/notesMasters/notesMaster1.xml" Id="R3824dd75178142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4bf4a0d49b4fe4" /><Relationship Type="http://schemas.openxmlformats.org/officeDocument/2006/relationships/notesMaster" Target="/ppt/notesMasters/notesMaster1.xml" Id="Rab888608f6c446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701e287d5a4678" /><Relationship Type="http://schemas.openxmlformats.org/officeDocument/2006/relationships/notesMaster" Target="/ppt/notesMasters/notesMaster1.xml" Id="R84ad18f1ac544f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5c5ee3fc624ab3" /><Relationship Type="http://schemas.openxmlformats.org/officeDocument/2006/relationships/notesMaster" Target="/ppt/notesMasters/notesMaster1.xml" Id="R3862ff5bead5454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a1d1a132554d23" /><Relationship Type="http://schemas.openxmlformats.org/officeDocument/2006/relationships/notesMaster" Target="/ppt/notesMasters/notesMaster1.xml" Id="Rabdecca4c46d40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d2d14c6364342a9" /><Relationship Type="http://schemas.openxmlformats.org/officeDocument/2006/relationships/notesMaster" Target="/ppt/notesMasters/notesMaster1.xml" Id="Rda2ca599a07048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252775a1d04f04" /><Relationship Type="http://schemas.openxmlformats.org/officeDocument/2006/relationships/notesMaster" Target="/ppt/notesMasters/notesMaster1.xml" Id="R655728d2ebda48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379e29b11148b4" /><Relationship Type="http://schemas.openxmlformats.org/officeDocument/2006/relationships/notesMaster" Target="/ppt/notesMasters/notesMaster1.xml" Id="R136df8bab5624f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f485d4d8c2432d" /><Relationship Type="http://schemas.openxmlformats.org/officeDocument/2006/relationships/notesMaster" Target="/ppt/notesMasters/notesMaster1.xml" Id="R43f275422fa34dc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2a6b7f3b7a4137" /><Relationship Type="http://schemas.openxmlformats.org/officeDocument/2006/relationships/notesMaster" Target="/ppt/notesMasters/notesMaster1.xml" Id="R2dd191e06344478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b732a1ac49f4d9a" /><Relationship Type="http://schemas.openxmlformats.org/officeDocument/2006/relationships/notesMaster" Target="/ppt/notesMasters/notesMaster1.xml" Id="R28dd47c03b0c49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0e0b651d09d428f" /><Relationship Type="http://schemas.openxmlformats.org/officeDocument/2006/relationships/notesMaster" Target="/ppt/notesMasters/notesMaster1.xml" Id="R478b6061c1124e8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7dbefd301d41c1" /><Relationship Type="http://schemas.openxmlformats.org/officeDocument/2006/relationships/notesMaster" Target="/ppt/notesMasters/notesMaster1.xml" Id="R70440dfefc98461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a0b78dda2f4cdb" /><Relationship Type="http://schemas.openxmlformats.org/officeDocument/2006/relationships/notesMaster" Target="/ppt/notesMasters/notesMaster1.xml" Id="R5d429c1e622541a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4fd5846c76437f" /><Relationship Type="http://schemas.openxmlformats.org/officeDocument/2006/relationships/notesMaster" Target="/ppt/notesMasters/notesMaster1.xml" Id="Ra3cc891b5c1d45b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76a215a1d854be6" /><Relationship Type="http://schemas.openxmlformats.org/officeDocument/2006/relationships/notesMaster" Target="/ppt/notesMasters/notesMaster1.xml" Id="R31851b420ff647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35bfbdca2f3408d" /><Relationship Type="http://schemas.openxmlformats.org/officeDocument/2006/relationships/notesMaster" Target="/ppt/notesMasters/notesMaster1.xml" Id="Rd3f3ecf8cd9e4b7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c419744c1bd45c3" /><Relationship Type="http://schemas.openxmlformats.org/officeDocument/2006/relationships/notesMaster" Target="/ppt/notesMasters/notesMaster1.xml" Id="Rf03568835571449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026e24a2276474e" /><Relationship Type="http://schemas.openxmlformats.org/officeDocument/2006/relationships/notesMaster" Target="/ppt/notesMasters/notesMaster1.xml" Id="R25322329854646b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5742b86ef514f4b" /><Relationship Type="http://schemas.openxmlformats.org/officeDocument/2006/relationships/notesMaster" Target="/ppt/notesMasters/notesMaster1.xml" Id="R476e29641709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e0badaa574e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6bc39f8cd48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c5366d3ca42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5cb60288642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c9a6be2bc4c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c0e2bace545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568B6-7A83-4CF0-A34F-43F4A9304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022F51-8E7F-4028-B253-C38BF1C206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8CD765-A9C9-41AF-A512-F044A4FC5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B11E0-6A7E-41D9-BF59-F76DB01F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698D91-79AF-4895-9274-3472BA250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75EBC4-0EEC-473E-937C-A7D2A5FBD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9BE7C6-E531-4E84-81A8-2BD3797629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B4D9E6-F646-4028-A05E-967B15227A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EF6AEB-4290-4716-9BB0-FB68309DB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98BCC4-0657-48AF-A856-2A9CC2203F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b62e336428467d" /><Relationship Type="http://schemas.openxmlformats.org/officeDocument/2006/relationships/slideLayout" Target="/ppt/slideLayouts/slideLayout1.xml" Id="R5353da7ccd5b4132" /><Relationship Type="http://schemas.openxmlformats.org/officeDocument/2006/relationships/slideLayout" Target="/ppt/slideLayouts/slideLayout2.xml" Id="R0b5eb5866b0d4e0a" /><Relationship Type="http://schemas.openxmlformats.org/officeDocument/2006/relationships/slideLayout" Target="/ppt/slideLayouts/slideLayout3.xml" Id="Re0d16a438a2d4087" /><Relationship Type="http://schemas.openxmlformats.org/officeDocument/2006/relationships/slideLayout" Target="/ppt/slideLayouts/slideLayout4.xml" Id="Rcb7a5865984c49fd" /><Relationship Type="http://schemas.openxmlformats.org/officeDocument/2006/relationships/slideLayout" Target="/ppt/slideLayouts/slideLayout5.xml" Id="R27742b3372c448ac" /><Relationship Type="http://schemas.openxmlformats.org/officeDocument/2006/relationships/slideLayout" Target="/ppt/slideLayouts/slideLayout6.xml" Id="R5b8de06b12f1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53da7ccd5b4132"/>
    <p:sldLayoutId xmlns:r="http://schemas.openxmlformats.org/officeDocument/2006/relationships" id="2147483650" r:id="R0b5eb5866b0d4e0a"/>
    <p:sldLayoutId xmlns:r="http://schemas.openxmlformats.org/officeDocument/2006/relationships" id="2147483651" r:id="Re0d16a438a2d4087"/>
    <p:sldLayoutId xmlns:r="http://schemas.openxmlformats.org/officeDocument/2006/relationships" id="2147483652" r:id="Rcb7a5865984c49fd"/>
    <p:sldLayoutId xmlns:r="http://schemas.openxmlformats.org/officeDocument/2006/relationships" id="2147483653" r:id="R27742b3372c448ac"/>
    <p:sldLayoutId xmlns:r="http://schemas.openxmlformats.org/officeDocument/2006/relationships" id="2147483654" r:id="R5b8de06b12f1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4fcd73f264307" /><Relationship Type="http://schemas.openxmlformats.org/officeDocument/2006/relationships/notesSlide" Target="/ppt/notesSlides/notesSlide1.xml" Id="Rf05e8dd27e1f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8fd431dbb4a34" /><Relationship Type="http://schemas.openxmlformats.org/officeDocument/2006/relationships/notesSlide" Target="/ppt/notesSlides/notesSlide2.xml" Id="R0d0e7210be21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908ea79cc4d2b" /><Relationship Type="http://schemas.openxmlformats.org/officeDocument/2006/relationships/chart" Target="/ppt/slides/charts/chart1.xml" Id="R7cb55f090ebc4ebc" /><Relationship Type="http://schemas.openxmlformats.org/officeDocument/2006/relationships/chart" Target="/ppt/slides/charts/chart2.xml" Id="R8ca8d3ad59f74adb" /><Relationship Type="http://schemas.openxmlformats.org/officeDocument/2006/relationships/notesSlide" Target="/ppt/notesSlides/notesSlide3.xml" Id="Rc8654535ac2c4d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31c3fb299477f" /><Relationship Type="http://schemas.openxmlformats.org/officeDocument/2006/relationships/notesSlide" Target="/ppt/notesSlides/notesSlide4.xml" Id="Ra72f5195a85b4f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ae2fe1daa4c5a" /><Relationship Type="http://schemas.openxmlformats.org/officeDocument/2006/relationships/notesSlide" Target="/ppt/notesSlides/notesSlide5.xml" Id="R8af66280dc294f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b5da41802463e" /><Relationship Type="http://schemas.openxmlformats.org/officeDocument/2006/relationships/notesSlide" Target="/ppt/notesSlides/notesSlide6.xml" Id="Rff4b088866a544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94cce61654eda" /><Relationship Type="http://schemas.openxmlformats.org/officeDocument/2006/relationships/notesSlide" Target="/ppt/notesSlides/notesSlide7.xml" Id="Rf77fa78ff9f14e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47cdd75524019" /><Relationship Type="http://schemas.openxmlformats.org/officeDocument/2006/relationships/notesSlide" Target="/ppt/notesSlides/notesSlide8.xml" Id="R5412ae7e0fb94f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096b8923f4a8b" /><Relationship Type="http://schemas.openxmlformats.org/officeDocument/2006/relationships/notesSlide" Target="/ppt/notesSlides/notesSlide9.xml" Id="Rd72e578a1a9b43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1d5180ee8495d" /><Relationship Type="http://schemas.openxmlformats.org/officeDocument/2006/relationships/notesSlide" Target="/ppt/notesSlides/notesSlide10.xml" Id="R9bc5d263f6a94c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fbf5709d24b51" /><Relationship Type="http://schemas.openxmlformats.org/officeDocument/2006/relationships/notesSlide" Target="/ppt/notesSlides/notesSlide11.xml" Id="R7edc2a07d4f641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f26ac91214908" /><Relationship Type="http://schemas.openxmlformats.org/officeDocument/2006/relationships/notesSlide" Target="/ppt/notesSlides/notesSlide12.xml" Id="R83fa17c0cf9f45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ac1c7422b4d56" /><Relationship Type="http://schemas.openxmlformats.org/officeDocument/2006/relationships/notesSlide" Target="/ppt/notesSlides/notesSlide13.xml" Id="R0126a66a45e046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4761585364769" /><Relationship Type="http://schemas.openxmlformats.org/officeDocument/2006/relationships/notesSlide" Target="/ppt/notesSlides/notesSlide14.xml" Id="Rf54ae58c49044b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2dc79e9474843" /><Relationship Type="http://schemas.openxmlformats.org/officeDocument/2006/relationships/notesSlide" Target="/ppt/notesSlides/notesSlide15.xml" Id="Rc661ed3d95b248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6ee230e3849d1" /><Relationship Type="http://schemas.openxmlformats.org/officeDocument/2006/relationships/notesSlide" Target="/ppt/notesSlides/notesSlide16.xml" Id="Rc5a178bb64304a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173d0add84a75" /><Relationship Type="http://schemas.openxmlformats.org/officeDocument/2006/relationships/notesSlide" Target="/ppt/notesSlides/notesSlide17.xml" Id="Rc241ba4b5eee4c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f40b84b0846b7" /><Relationship Type="http://schemas.openxmlformats.org/officeDocument/2006/relationships/hyperlink" Target="https://docs.nvidia.com/cuda/cuda-c-best-practices-guide/index.html" TargetMode="External" Id="Rf0de19201f88474b" /><Relationship Type="http://schemas.openxmlformats.org/officeDocument/2006/relationships/hyperlink" Target="https://docs.nvidia.com/gpudirect-storage/overview-guide/index.html" TargetMode="External" Id="R196a70a57b754c6a" /><Relationship Type="http://schemas.openxmlformats.org/officeDocument/2006/relationships/notesSlide" Target="/ppt/notesSlides/notesSlide18.xml" Id="Rc5a597a119d147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4340275edf4740" /><Relationship Type="http://schemas.openxmlformats.org/officeDocument/2006/relationships/hyperlink" Target="https://docs.nvidia.com/gpudirect-storage/design-guide/index.html" TargetMode="External" Id="Ra03f9935d6724eac" /><Relationship Type="http://schemas.openxmlformats.org/officeDocument/2006/relationships/hyperlink" Target="https://docs.nvidia.com/megatron-core/developer-guide/latest/user-guide/parallelism-guide.html" TargetMode="External" Id="R1f4a578b295243c6" /><Relationship Type="http://schemas.openxmlformats.org/officeDocument/2006/relationships/hyperlink" Target="https://www.iea.org/reports/key-questions-on-energy-and-ai/executive-summary" TargetMode="External" Id="R08e7699e60484e66" /><Relationship Type="http://schemas.openxmlformats.org/officeDocument/2006/relationships/hyperlink" Target="https://www.nsf.gov/cise/updates/nairr-2-years-advancing-american-artificial-intelligence" TargetMode="External" Id="R7692ee13f0f445db" /><Relationship Type="http://schemas.openxmlformats.org/officeDocument/2006/relationships/notesSlide" Target="/ppt/notesSlides/notesSlide19.xml" Id="R9c8e865a22284c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0847c53d4433f" /><Relationship Type="http://schemas.openxmlformats.org/officeDocument/2006/relationships/hyperlink" Target="https://aclanthology.org/P19-1355/" TargetMode="External" Id="Rb2fe49c695ff4f70" /><Relationship Type="http://schemas.openxmlformats.org/officeDocument/2006/relationships/hyperlink" Target="https://arxiv.org/abs/2304.03271v5" TargetMode="External" Id="R520092a737b646c9" /><Relationship Type="http://schemas.openxmlformats.org/officeDocument/2006/relationships/hyperlink" Target="https://arxiv.org/abs/1907.10597" TargetMode="External" Id="Rc447e639aab2449c" /><Relationship Type="http://schemas.openxmlformats.org/officeDocument/2006/relationships/hyperlink" Target="https://arxiv.org/abs/1906.08935v2" TargetMode="External" Id="R046884f6711d4507" /><Relationship Type="http://schemas.openxmlformats.org/officeDocument/2006/relationships/notesSlide" Target="/ppt/notesSlides/notesSlide20.xml" Id="Ra9d733e88c7048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535a9ba3b4071" /><Relationship Type="http://schemas.openxmlformats.org/officeDocument/2006/relationships/hyperlink" Target="https://aclanthology.org/2024.cl-3.8/" TargetMode="External" Id="R7a8c0ff603d54ef4" /><Relationship Type="http://schemas.openxmlformats.org/officeDocument/2006/relationships/hyperlink" Target="https://arxiv.org/abs/2010.15581v1" TargetMode="External" Id="R8d87282132474f0d" /><Relationship Type="http://schemas.openxmlformats.org/officeDocument/2006/relationships/hyperlink" Target="https://arxiv.org/abs/2106.11750v1" TargetMode="External" Id="R0f915e45ab3a4420" /><Relationship Type="http://schemas.openxmlformats.org/officeDocument/2006/relationships/hyperlink" Target="https://www.oecd.org/en/topics/ai-principles.html" TargetMode="External" Id="R06d5de3dbd054ddc" /><Relationship Type="http://schemas.openxmlformats.org/officeDocument/2006/relationships/notesSlide" Target="/ppt/notesSlides/notesSlide21.xml" Id="R76878bc0223b4d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393f22f264683" /><Relationship Type="http://schemas.openxmlformats.org/officeDocument/2006/relationships/hyperlink" Target="https://airc.nist.gov/airmf-resources/playbook/" TargetMode="External" Id="Rb81d9a0b812c42ea" /><Relationship Type="http://schemas.openxmlformats.org/officeDocument/2006/relationships/notesSlide" Target="/ppt/notesSlides/notesSlide22.xml" Id="R3d0762b83cb143f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7cb60851e4513" /><Relationship Type="http://schemas.openxmlformats.org/officeDocument/2006/relationships/notesSlide" Target="/ppt/notesSlides/notesSlide23.xml" Id="R3b8896d505e24d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63d10b2964b81" /><Relationship Type="http://schemas.openxmlformats.org/officeDocument/2006/relationships/notesSlide" Target="/ppt/notesSlides/notesSlide24.xml" Id="R8f0220a1fe354b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2466a74d9407d" /><Relationship Type="http://schemas.openxmlformats.org/officeDocument/2006/relationships/notesSlide" Target="/ppt/notesSlides/notesSlide25.xml" Id="Re4901ec42e504f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f4c294c1f457b" /><Relationship Type="http://schemas.openxmlformats.org/officeDocument/2006/relationships/notesSlide" Target="/ppt/notesSlides/notesSlide26.xml" Id="Rfc45f156c4ad4f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d04e8ea0c476b" /><Relationship Type="http://schemas.openxmlformats.org/officeDocument/2006/relationships/notesSlide" Target="/ppt/notesSlides/notesSlide27.xml" Id="Rf8c6bd09bf9340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1bf320dae4db3" /><Relationship Type="http://schemas.openxmlformats.org/officeDocument/2006/relationships/notesSlide" Target="/ppt/notesSlides/notesSlide28.xml" Id="Raea75cb125374be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2ed4a75094646" /><Relationship Type="http://schemas.openxmlformats.org/officeDocument/2006/relationships/notesSlide" Target="/ppt/notesSlides/notesSlide29.xml" Id="Ra95302242aa146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2815a2a8e428b" /><Relationship Type="http://schemas.openxmlformats.org/officeDocument/2006/relationships/notesSlide" Target="/ppt/notesSlides/notesSlide30.xml" Id="R848e31cb3e0b4c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a390f388f4dc0" /><Relationship Type="http://schemas.openxmlformats.org/officeDocument/2006/relationships/notesSlide" Target="/ppt/notesSlides/notesSlide31.xml" Id="R1dd8d66fb67d402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9e799cf344af3" /><Relationship Type="http://schemas.openxmlformats.org/officeDocument/2006/relationships/notesSlide" Target="/ppt/notesSlides/notesSlide32.xml" Id="Ra098f148ca32485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5b6faafe442d1" /><Relationship Type="http://schemas.openxmlformats.org/officeDocument/2006/relationships/notesSlide" Target="/ppt/notesSlides/notesSlide33.xml" Id="R2e7efcfa9b3a42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5db5a225a4ac2" /><Relationship Type="http://schemas.openxmlformats.org/officeDocument/2006/relationships/notesSlide" Target="/ppt/notesSlides/notesSlide34.xml" Id="Rb50fbdb60ecb4a7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c65e957af4a6c" /><Relationship Type="http://schemas.openxmlformats.org/officeDocument/2006/relationships/notesSlide" Target="/ppt/notesSlides/notesSlide35.xml" Id="R019e588173c0433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e9fd86c8b4c0a" /><Relationship Type="http://schemas.openxmlformats.org/officeDocument/2006/relationships/notesSlide" Target="/ppt/notesSlides/notesSlide36.xml" Id="Rba25802bc7de4d0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6a44479f440be" /><Relationship Type="http://schemas.openxmlformats.org/officeDocument/2006/relationships/notesSlide" Target="/ppt/notesSlides/notesSlide37.xml" Id="R1bc2bb8b2a484fe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6f940606b4e41" /><Relationship Type="http://schemas.openxmlformats.org/officeDocument/2006/relationships/notesSlide" Target="/ppt/notesSlides/notesSlide38.xml" Id="R0dfb1f63abeb40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765C4415-DDDB-4267-A195-3B598087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7B5195BE-0F56-4365-A960-047F7E8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048AEA57-6F07-413D-B6D2-9A0B1FC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96851-93CA-4F57-A56E-88B861F9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98743448-DD8C-4BDB-9F94-3B6B5079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098DB5D5-2549-49A9-A953-82BEDE54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3F4CCBCD-9734-4A65-AD1C-F81B72DB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197909AE-6529-4998-B0EB-F5803D33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9253F1E1-1B79-4895-9933-58C7F7F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844637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8209F090-180F-423B-B1B9-C5C4943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7D138B7F-29C8-4FA0-B108-3CE5C1D1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1235C-9D9A-43A9-9AA8-0AD6F8C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31D35-DB2C-4FC5-AEA7-85545CB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95406-6776-425F-BA10-F6C51889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77BFD-F141-4462-B0B5-332A4D17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4AC0A-D8AC-40D1-8480-FCE3C14B3B2E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66073-E12C-4272-B4E3-017D991FDC68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710DE-7C78-4384-9619-7FD5BBA6B576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B225E238-1438-4AED-934B-D01D126C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C670F142-DA6E-4EED-825D-5579FB3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8B5452BC-B32F-4F4A-BF4A-56A2289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83922110-0A85-45C8-8217-4FD10302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58368-6CC4-4A98-99B9-98AD852C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52EB7A4B-8410-49F1-AFD0-77B7E5CC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54422-B75B-4205-94D0-4E1FF33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B060A922-EBB7-44BA-AA3E-ABD8200E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2 / 38">
            <a:extLst xmlns:a="http://schemas.openxmlformats.org/drawingml/2006/main">
              <a:ext uri="{FF2B5EF4-FFF2-40B4-BE49-F238E27FC236}">
                <a16:creationId xmlns:a16="http://schemas.microsoft.com/office/drawing/2014/main" id="{B7BAB0B0-6362-45ED-BB4D-C9CD701B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221062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54CDB23E-7635-45DA-A0C1-993CAAC2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8925D08F-EDEA-42B2-9DC9-78E7F2F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57E6B0ED-8281-429F-9264-47FD242A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F6C8E44B-FAD3-4098-989B-6CA7DDE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8AB2A1A-A420-49A1-8BF4-B95E5E7C9937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b55f090ebc4eb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F6F60C8-1B94-4E85-9859-F68719A5B872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a8d3ad59f74adb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2E660FB4-F1FF-4DD6-A8ED-BEF9484A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B4CC58B9-34C0-4A4A-966C-89E5CF9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9D4C0-7120-4A19-A730-94D7E61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B5E2EE45-6CFD-4F72-A61E-21A8C565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3 / 38">
            <a:extLst xmlns:a="http://schemas.openxmlformats.org/drawingml/2006/main">
              <a:ext uri="{FF2B5EF4-FFF2-40B4-BE49-F238E27FC236}">
                <a16:creationId xmlns:a16="http://schemas.microsoft.com/office/drawing/2014/main" id="{BFEA94D1-F5AE-4E67-9EB4-5EEE4E8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1048922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5C9DE-30CD-40DB-809E-B256D138655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E808E-9428-4A71-ABF7-C0939E83F6A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C7460F0B-2B1D-4D4B-A482-64F15D8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ECEE59BD-8679-44AA-BC0A-833F766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BCA3159E-62F5-42D6-9F3E-39DE704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A54C8684-CEBC-4C0C-BB5B-077BFB3B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354E-E800-4A60-BC5C-503A7B3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CE8B9-C3E6-4B28-9F0B-6CEDF573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63B25-69AB-40BE-9451-1A3C56A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0187E-591C-4247-9B28-0F6B816D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1FE393BD-6A18-47BF-BE27-22B78DE1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22142672-E416-4A20-BCB6-F21F3F9C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47CCB03F-9514-47FB-BFF4-2B100AC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AE12-FC55-4020-BB3B-4FE4F648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1C21C53F-F1B8-4A02-9015-388CD78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ADE7A-F18C-4D28-BADE-FB7DF0DF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17460947-23F8-408D-AB90-9C65788F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4 / 38">
            <a:extLst xmlns:a="http://schemas.openxmlformats.org/drawingml/2006/main">
              <a:ext uri="{FF2B5EF4-FFF2-40B4-BE49-F238E27FC236}">
                <a16:creationId xmlns:a16="http://schemas.microsoft.com/office/drawing/2014/main" id="{6D6EC4F5-29A8-47A1-A607-30F41C9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1483056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72DC4B5A-DA8A-401E-B17F-74917816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B484F0C9-6114-49A1-925E-D4530FD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5AD03-DA07-4819-8967-ACCAF53E6E56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E29AB70E-9B77-4538-96A4-906F97E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2AECCE18-50E2-477F-BB4F-729DF5C5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D9E879DC-5466-4213-9F5E-C39AE066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DA048-0FF9-4A23-9B47-7783799B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B8FB2C3B-ACD0-4C4D-A164-BDA82F4B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EB9F0-49C3-4A57-88D6-5955DB7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999C1807-6475-4E96-8F83-20B28998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5 / 38">
            <a:extLst xmlns:a="http://schemas.openxmlformats.org/drawingml/2006/main">
              <a:ext uri="{FF2B5EF4-FFF2-40B4-BE49-F238E27FC236}">
                <a16:creationId xmlns:a16="http://schemas.microsoft.com/office/drawing/2014/main" id="{A5C21F06-0DF9-43FF-AA99-DBBEE9BF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1847239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C0F42-1768-4078-9C33-F51531CCC8F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72A71-2331-4B35-8577-EF77CDF2E03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B6DA7A4D-F9CD-4A08-82C8-4D18DAD8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83190A6C-469C-4CEA-972E-B326818A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8AE77-1B0D-45BE-9640-A8E5A10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CF38-CD44-4CE6-BF60-0BAADD3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FC7DF-709D-4182-B747-707B7E70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D9FE5C19-29C2-4F8D-B66A-11ED1D4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8DEFAAF0-19F7-42AA-AFE2-F30A7FF4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155E371D-0700-4BD8-B453-58352002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3B7A22D0-B614-4ECF-85FA-0732C3F8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D7268-602C-4F46-A4D6-F0FB5F66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794EA5B5-F577-4DEF-B5EE-B1E31A0A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8305B-5B86-494E-8B01-695E6074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6057F716-9845-48DF-9472-CBD49F1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6 / 38">
            <a:extLst xmlns:a="http://schemas.openxmlformats.org/drawingml/2006/main">
              <a:ext uri="{FF2B5EF4-FFF2-40B4-BE49-F238E27FC236}">
                <a16:creationId xmlns:a16="http://schemas.microsoft.com/office/drawing/2014/main" id="{5DBD9B6A-AAC3-4C28-9A19-B3ABE242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97460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B530B5B3-0261-4125-96B9-274E804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66634B16-CC9F-43BD-BD11-9BD541C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2A4E6389-4369-427E-86E9-B99C0676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CE73EB41-3425-471D-872E-C4F51E6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62760393-63A8-49D2-90B9-43EEC915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E10B1F3F-249C-472A-9E21-19D23DC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932B6208-1B99-45A6-8BF1-A98EB12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59BD5E70-B13D-4115-9812-09CFF06C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01A6351A-8CAE-49E5-85DE-ED812EA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38464FE0-BF52-46EB-B11D-2C892D8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11A0D-9626-4490-8F3A-A56CB2C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07576-4911-46B2-909F-DC99A14F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7E9A28B-CF58-4C7C-8187-78EAF2F7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7 / 38">
            <a:extLst xmlns:a="http://schemas.openxmlformats.org/drawingml/2006/main">
              <a:ext uri="{FF2B5EF4-FFF2-40B4-BE49-F238E27FC236}">
                <a16:creationId xmlns:a16="http://schemas.microsoft.com/office/drawing/2014/main" id="{C217A73C-EED0-457F-BBEE-D30ADEA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1005132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73552D65-26EA-4FD2-8125-84D2FAB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71C6995D-12E6-4C01-847A-628E9AA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131CD-9D3A-4BCB-A8D5-CBABCE571AD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126A4734-A8B5-4DBC-8EC3-DAE9512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63426-0F21-4B3B-9371-72E4888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C00A5E3D-247B-42B0-AFBB-A6C3D635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8 / 38">
            <a:extLst xmlns:a="http://schemas.openxmlformats.org/drawingml/2006/main">
              <a:ext uri="{FF2B5EF4-FFF2-40B4-BE49-F238E27FC236}">
                <a16:creationId xmlns:a16="http://schemas.microsoft.com/office/drawing/2014/main" id="{3C9A2B64-0597-4F01-A691-8A5608B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2025422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06FE2FAB-1B4F-4C71-808D-39AC0C26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4FDB8564-9582-4F74-BE0A-54117F1D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FA0D4-BBB0-4812-9A67-C5A602FF96B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666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666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227A21BE-7320-4142-B617-6D19BFC3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more 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3F6FCA89-99D3-4D07-BA95-74B1956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FDE9F-A681-4154-A351-AC008E3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FFA772D9-C93E-4E41-9573-8050422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9 / 38">
            <a:extLst xmlns:a="http://schemas.openxmlformats.org/drawingml/2006/main">
              <a:ext uri="{FF2B5EF4-FFF2-40B4-BE49-F238E27FC236}">
                <a16:creationId xmlns:a16="http://schemas.microsoft.com/office/drawing/2014/main" id="{DAE368CC-082A-4033-BE76-6225B26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973905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358CA734-4A5D-4FF8-9B82-C0BB505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DE06276A-2365-4380-861D-C9D30D33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BB93CECF-2784-453B-8768-F3A2129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DA01D57F-2140-4A62-A2BE-D5C99DE8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DE91D3BF-7171-4437-8750-23AA9B9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B69FC352-FB4F-448C-8A9F-8B1F9F8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52BEF747-C2B8-401D-B53E-5FC072EF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B0A8B132-F2A6-4D46-A26F-1767B6F1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04635ED1-F4B8-40FD-8768-0344C13C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052592A4-C505-473E-8821-CEB46BA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CA4AF-0173-484F-AA82-D0B0FBC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047A5-5F48-4074-A85B-48F7D83C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E2D0E986-B454-4754-A367-281ABCB7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0 / 38">
            <a:extLst xmlns:a="http://schemas.openxmlformats.org/drawingml/2006/main">
              <a:ext uri="{FF2B5EF4-FFF2-40B4-BE49-F238E27FC236}">
                <a16:creationId xmlns:a16="http://schemas.microsoft.com/office/drawing/2014/main" id="{5C923B3D-93AD-4C31-B14D-59A74A76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2076485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28283609-4C01-4982-B6C2-017AB203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1CF0349A-DF58-4C3E-97A2-73A55AE4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999D7-DAEE-4834-9FB6-9456BB635BA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CE4AA2CA-CEC5-4C05-874C-48DB0A6D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CFF8-8F61-429F-9B00-A3A35E52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4B34FF6B-30F4-4B59-BA8A-323E5E7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11 / 38">
            <a:extLst xmlns:a="http://schemas.openxmlformats.org/drawingml/2006/main">
              <a:ext uri="{FF2B5EF4-FFF2-40B4-BE49-F238E27FC236}">
                <a16:creationId xmlns:a16="http://schemas.microsoft.com/office/drawing/2014/main" id="{2F184186-DDBE-4EFF-9CBF-898D8B1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194519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774EF296-33FF-422D-A0CE-F40A576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DCA55705-BDDD-4192-BB87-C8ECAE0B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8891868A-36E3-456A-8545-2B79802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93BA26EA-92B7-44D1-B79E-F1360D4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15619828-A666-48E7-A4F4-F389831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14470FF3-C970-4252-AB2D-B7C3F6A6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8F3C7670-5D36-4C2E-A79F-CCE548A3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8301FC64-2268-4307-B43B-14245693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520203D9-5DEE-4E87-861E-17FDD3DE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D933A96F-AD71-47BB-83AD-108B5EA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47AB0-5B18-4618-8E40-E4384371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5D59E-E591-40CD-8B1E-80BD6DD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BBDF6182-4A53-4FF5-82EB-BFC6EBA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12 / 38">
            <a:extLst xmlns:a="http://schemas.openxmlformats.org/drawingml/2006/main">
              <a:ext uri="{FF2B5EF4-FFF2-40B4-BE49-F238E27FC236}">
                <a16:creationId xmlns:a16="http://schemas.microsoft.com/office/drawing/2014/main" id="{2C5774D3-F2AE-4815-8691-625CF7EE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16081220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FFA333ED-2229-4C9F-AD3A-DCE407FA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CA9C7034-37CE-42AD-8F14-49714AA5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A8FB15D9-4470-4BB2-87B8-D4D30ED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DB0026B1-BB54-4029-8002-10E270E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5D8D6C54-EEB4-47E2-A293-01C2688D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D55BEBE2-E253-4B79-BACD-9A1273CE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CF0CE198-A1DD-4C43-8579-38678760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B110BBA3-0A90-4846-A6C4-B4069A87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340F1F1E-065F-4F0E-B7FD-9EBC3DE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F6463500-F562-456E-8A74-15FFD18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2E449-BB6A-4436-AB5C-ECE7693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90917-E7A2-42C2-A604-D237B3EE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257A3E84-0792-4C73-BB55-AC1545E3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13 / 38">
            <a:extLst xmlns:a="http://schemas.openxmlformats.org/drawingml/2006/main">
              <a:ext uri="{FF2B5EF4-FFF2-40B4-BE49-F238E27FC236}">
                <a16:creationId xmlns:a16="http://schemas.microsoft.com/office/drawing/2014/main" id="{023E4CBB-0DD1-4E4E-9B8E-C8D226E4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12149943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6DCDDDEF-4F6D-46AA-B6C1-9B101755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B6A8A5B6-A77A-4312-8572-E71E4ED4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2CD2-FBE3-45B1-98B0-0CD9EF5B1F3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Green AI motivates measurement; scheduling research sup">
            <a:extLst xmlns:a="http://schemas.openxmlformats.org/drawingml/2006/main">
              <a:ext uri="{FF2B5EF4-FFF2-40B4-BE49-F238E27FC236}">
                <a16:creationId xmlns:a16="http://schemas.microsoft.com/office/drawing/2014/main" id="{4744E687-BA80-43E8-8104-C81F15DC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Green AI motivates measurement; scheduling research supplies a mechanism; OECD/NIST guide values and risk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management. The combination is our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90239-938F-4BD5-848C-842133B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88395383-0FC6-4273-9AE2-1FA1437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4 / 38">
            <a:extLst xmlns:a="http://schemas.openxmlformats.org/drawingml/2006/main">
              <a:ext uri="{FF2B5EF4-FFF2-40B4-BE49-F238E27FC236}">
                <a16:creationId xmlns:a16="http://schemas.microsoft.com/office/drawing/2014/main" id="{FE090DCD-2CE6-4461-A6E4-76501B1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14196985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6104-DBA7-4960-91E8-2E6375B848B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E8CAF-6268-4B2D-9F6B-7B0C8E0F280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40C99EAF-A436-4B93-A96B-AB6E663D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E45634DE-5C6A-42CB-94A7-257648CB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828B5-88C6-4BE4-85BA-B691E3D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24BD6-D86A-4975-A32C-33F46E7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F91E5-76E8-4C3B-BB09-3D1C568D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DEA24CAB-B57E-4EDC-A21A-A5FEF381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A40B11FE-62DD-4FBE-9327-92EA5BCC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0F187D7C-9180-421E-A70F-2713EB54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815D8-7ECE-454A-B525-DA7A5BBF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6A8B2296-8458-46D9-A60F-CF1060A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02DCB-D78E-4B7D-9791-D87716DE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E2B2748B-75AC-49D0-826D-490F681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15 / 38">
            <a:extLst xmlns:a="http://schemas.openxmlformats.org/drawingml/2006/main">
              <a:ext uri="{FF2B5EF4-FFF2-40B4-BE49-F238E27FC236}">
                <a16:creationId xmlns:a16="http://schemas.microsoft.com/office/drawing/2014/main" id="{1E9311A7-90B1-4F77-8081-70D15CAA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637475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A3D3A989-6B3A-41AF-AB7C-6D8C1737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80A77357-4E55-41D6-8A3D-B281DC2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B7F0-0E42-4820-8117-B93CC6A8F45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518F08DF-E5CE-409B-B4A8-DB990417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7423-18C5-4498-AB1B-514E3DA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EF124042-6E7A-4BB4-AAAB-DAA7D3C9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16 / 38">
            <a:extLst xmlns:a="http://schemas.openxmlformats.org/drawingml/2006/main">
              <a:ext uri="{FF2B5EF4-FFF2-40B4-BE49-F238E27FC236}">
                <a16:creationId xmlns:a16="http://schemas.microsoft.com/office/drawing/2014/main" id="{AB0F7D97-54D8-459C-81D1-CBE7AF6E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5830212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BC88D040-4E62-46D8-98FB-1540BDA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AD5C1B81-8E1F-419A-985E-33E858C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638953BD-47F3-49FF-82BE-8F995794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6047419D-9B74-43D0-ADA9-924556E7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73556DC0-DC4D-480E-9180-82B427DE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5FBBF946-5315-4D63-95E8-CD5A5E6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F869EACC-D32C-482E-82CE-0B944752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B3CB1898-54DB-4755-AD55-C05F22A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5CFD63A4-3AFA-4B70-8928-01A4F87C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C2B3D671-DACB-48EE-A24E-595179E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E49A7-2A5A-484A-9D42-E84E96D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BCAF7-46B5-4C1D-9717-8161B5FD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8575FD41-E347-48C9-B8E0-E1DCDF6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17 / 38">
            <a:extLst xmlns:a="http://schemas.openxmlformats.org/drawingml/2006/main">
              <a:ext uri="{FF2B5EF4-FFF2-40B4-BE49-F238E27FC236}">
                <a16:creationId xmlns:a16="http://schemas.microsoft.com/office/drawing/2014/main" id="{A51E8A8C-6D46-4276-B56C-CD2BD5FF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7109694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7D2603A5-D762-4915-8938-0E1AD7B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91F90AA-7CAD-44A4-90A0-B1AAF6A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5C894FE4-6FF9-472F-AADA-0F792695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4" name="../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40570EE0-E6FC-4A11-9EF6-E3D8EE4A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../../context/FIT3143-Topic-7A-2024.pdf</a:t>
            </a:r>
          </a:p>
        </p:txBody>
      </p:sp>
      <p:sp>
        <p:nvSpPr>
          <p:cNvPr id="5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A6147480-8FBC-4D08-9D95-A097DE8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6" name="../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14FBD715-9DB1-44CD-9CDF-B3AC7B5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../../context/FIT3143-Topic-9A-2024.pdf</a:t>
            </a:r>
          </a:p>
        </p:txBody>
      </p:sp>
      <p:sp>
        <p:nvSpPr>
          <p:cNvPr id="7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7BC77374-EEC0-4EEE-A107-3D769159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8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488328F8-9ECE-4F11-86A0-9CB7C9D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0de19201f88474b"/>
              </a:rPr>
              <a:t>https://docs.nvidia.com/cuda/cuda-c-best-practices-guide/index.html</a:t>
            </a:r>
          </a:p>
        </p:txBody>
      </p:sp>
      <p:sp>
        <p:nvSpPr>
          <p:cNvPr id="9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94C597CD-88BC-4008-9421-8C02284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10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81B6A18A-F97B-4206-84BA-BA07B9A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96a70a57b754c6a"/>
              </a:rPr>
              <a:t>https://docs.nvidia.com/gpudirect-storage/overview-guide/index.html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B04EB-D4CB-443A-9433-2641BB3A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4C81B44-C2E6-437E-B1F8-FBD13079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38">
            <a:extLst xmlns:a="http://schemas.openxmlformats.org/drawingml/2006/main">
              <a:ext uri="{FF2B5EF4-FFF2-40B4-BE49-F238E27FC236}">
                <a16:creationId xmlns:a16="http://schemas.microsoft.com/office/drawing/2014/main" id="{119EDB3F-96E9-4D23-9EE9-CC038D2A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10864692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86CAEC6E-FDBA-45AE-8FF7-71572E80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3FE861D-AB8A-4C96-9627-E617131E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29A7B5AD-F7F6-46B5-B239-035B3E3A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4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1CA752C1-808A-4C75-ACEE-339FFFAD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03f9935d6724eac"/>
              </a:rPr>
              <a:t>https://docs.nvidia.com/gpudirect-storage/design-guide/index.html</a:t>
            </a:r>
          </a:p>
        </p:txBody>
      </p:sp>
      <p:sp>
        <p:nvSpPr>
          <p:cNvPr id="5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C3DD9313-A16C-48E5-AE06-D5D056CB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6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83A00BA8-D546-4A48-92B3-FC04F2B4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f4a578b295243c6"/>
              </a:rPr>
              <a:t>https://docs.nvidia.com/megatron-core/developer-guide/latest/user-guide/parallelism-guide.html</a:t>
            </a:r>
          </a:p>
        </p:txBody>
      </p:sp>
      <p:sp>
        <p:nvSpPr>
          <p:cNvPr id="7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D3F232F1-B09F-489D-A423-4BA495EF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8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7F7FD431-B48A-4E81-B913-B4935268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8e7699e60484e66"/>
              </a:rPr>
              <a:t>https://www.iea.org/reports/key-questions-on-energy-and-ai/executive-summary</a:t>
            </a:r>
          </a:p>
        </p:txBody>
      </p:sp>
      <p:sp>
        <p:nvSpPr>
          <p:cNvPr id="9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37165976-B03A-49E2-8358-3DA4EB23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10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743FB692-487D-456B-988B-BD3FCFF9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692ee13f0f445db"/>
              </a:rPr>
              <a:t>https://www.nsf.gov/cise/updates/nairr-2-years-advancing-american-artificial-intelligence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6D654-AE05-4F24-9651-3828C2C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6C4B1B8-B6D4-49B7-BF06-9D5171D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38">
            <a:extLst xmlns:a="http://schemas.openxmlformats.org/drawingml/2006/main">
              <a:ext uri="{FF2B5EF4-FFF2-40B4-BE49-F238E27FC236}">
                <a16:creationId xmlns:a16="http://schemas.microsoft.com/office/drawing/2014/main" id="{1DF51A7D-773B-45E0-A6D9-AB3A254E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2760220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078F56C4-840D-414C-9962-4F6B920E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755A9BD1-48F6-45C3-B4C8-B5DBBCA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85660556-6431-4974-A0BE-6CD93D18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4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68AE0DB7-411F-436C-8C99-1A5B2540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2fe49c695ff4f70"/>
              </a:rPr>
              <a:t>https://aclanthology.org/P19-1355/</a:t>
            </a:r>
          </a:p>
        </p:txBody>
      </p:sp>
      <p:sp>
        <p:nvSpPr>
          <p:cNvPr id="5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CDFB0FC4-68F5-418D-9189-1BCDB5CD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6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1E457339-5865-4C3D-8ECD-06F52CF3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20092a737b646c9"/>
              </a:rPr>
              <a:t>https://arxiv.org/abs/2304.03271v5</a:t>
            </a:r>
          </a:p>
        </p:txBody>
      </p:sp>
      <p:sp>
        <p:nvSpPr>
          <p:cNvPr id="7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FEEE86A2-A643-4402-8825-B5971B85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8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064D62FD-8A3B-48FD-A2F0-929C833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447e639aab2449c"/>
              </a:rPr>
              <a:t>https://arxiv.org/abs/1907.10597</a:t>
            </a:r>
          </a:p>
        </p:txBody>
      </p:sp>
      <p:sp>
        <p:nvSpPr>
          <p:cNvPr id="9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DDF26464-D203-4E78-B212-6CD2775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10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8D939144-6737-4F26-A3DF-E7F7303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46884f6711d4507"/>
              </a:rPr>
              <a:t>https://arxiv.org/abs/1906.08935v2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418A2-1E01-446F-B1E6-FF8559C7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1B1EAD5-5544-422C-9863-5A9C7B34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38">
            <a:extLst xmlns:a="http://schemas.openxmlformats.org/drawingml/2006/main">
              <a:ext uri="{FF2B5EF4-FFF2-40B4-BE49-F238E27FC236}">
                <a16:creationId xmlns:a16="http://schemas.microsoft.com/office/drawing/2014/main" id="{67DEFCF5-320B-41C0-BB4C-CE29D8EF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19632725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EDE6EAEE-3F05-4D68-B579-1DD87F8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EF68EE8-7524-4E00-BAA8-2B01500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DAE3814E-56DA-486F-82A2-F66311D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4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E1E8C9D1-1126-443D-A691-95B8268B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a8c0ff603d54ef4"/>
              </a:rPr>
              <a:t>https://aclanthology.org/2024.cl-3.8/</a:t>
            </a:r>
          </a:p>
        </p:txBody>
      </p:sp>
      <p:sp>
        <p:nvSpPr>
          <p:cNvPr id="5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D9C53463-8A2C-4D0C-A838-10A3BF94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6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B2266688-25C1-4D61-8B6C-4C2385B1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d87282132474f0d"/>
              </a:rPr>
              <a:t>https://arxiv.org/abs/2010.15581v1</a:t>
            </a:r>
          </a:p>
        </p:txBody>
      </p:sp>
      <p:sp>
        <p:nvSpPr>
          <p:cNvPr id="7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40731AE0-D77C-4E9C-9114-332BF2D3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8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11F26331-FC04-4697-94B3-721E438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f915e45ab3a4420"/>
              </a:rPr>
              <a:t>https://arxiv.org/abs/2106.11750v1</a:t>
            </a:r>
          </a:p>
        </p:txBody>
      </p:sp>
      <p:sp>
        <p:nvSpPr>
          <p:cNvPr id="9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E78EC931-504F-46F7-B4DD-5F6C60B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10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2C630A11-66E3-423D-AE47-B1DCB4E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6d5de3dbd054ddc"/>
              </a:rPr>
              <a:t>https://www.oecd.org/en/topics/ai-principles.html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9E1ED-2E71-4E3E-B038-74647F3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EA366DB-DFE9-4B63-87A6-266E2A38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1 / 38">
            <a:extLst xmlns:a="http://schemas.openxmlformats.org/drawingml/2006/main">
              <a:ext uri="{FF2B5EF4-FFF2-40B4-BE49-F238E27FC236}">
                <a16:creationId xmlns:a16="http://schemas.microsoft.com/office/drawing/2014/main" id="{9FB3E204-ACA1-47F1-9D57-B63F122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17330519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81E98778-A16F-4F87-B199-6FB60EC5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401EC46E-2BAA-4A72-9ADF-EF143B5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99E9E937-A1DE-45A2-A71F-16FC5F9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4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2674BDC0-C45B-4482-A77C-2401E05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81d9a0b812c42ea"/>
              </a:rPr>
              <a:t>https://airc.nist.gov/airmf-resources/playbook/</a:t>
            </a:r>
          </a:p>
        </p:txBody>
      </p:sp>
      <p:sp>
        <p:nvSpPr>
          <p:cNvPr id="5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EF2E132E-6469-4507-B107-93DD37D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6" name="../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D7317B0E-E409-4138-877B-D080831D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../../context/FIT3143_Week_5_Combined.pdf</a:t>
            </a:r>
          </a:p>
        </p:txBody>
      </p:sp>
      <p:sp>
        <p:nvSpPr>
          <p:cNvPr id="7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A7D8EDC8-DAC6-446D-B8F3-78CD8831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8" name="../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879F4820-D074-4993-9928-21A47898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../../context/FIT3143-Topic-9B-2024.pdf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16834-1B8E-4B3B-92D7-53A3720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E76777C-F086-4526-82C1-B094125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2 / 38">
            <a:extLst xmlns:a="http://schemas.openxmlformats.org/drawingml/2006/main">
              <a:ext uri="{FF2B5EF4-FFF2-40B4-BE49-F238E27FC236}">
                <a16:creationId xmlns:a16="http://schemas.microsoft.com/office/drawing/2014/main" id="{84337B84-FC0E-421E-BD6B-9DE81C4A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8656225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968821E4-8C4D-449A-96D7-E5E8AE50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E0C66F7F-A119-4A1E-A705-3269261C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17F11ACF-3735-4094-9242-8DE61A32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0E1F6107-EB0E-470A-B302-B0DB191C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CC0FD20A-0273-48E5-9D2A-E8E16949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95524A14-6ECE-4E24-AB16-0DA26B2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17FC97A4-4532-4235-B229-649D9103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D3E59032-4D74-432C-B7B4-B7A242B3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ACFEE681-EFAF-40BE-B432-DACC574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73D5C641-6A8F-48C9-BE82-9A27E865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1CBA7-64C4-4778-B275-54ED4F18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B6945-E080-4D32-8A7F-2EE51A7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FAED65A-3C31-4E55-8F89-705CE34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23 / 38">
            <a:extLst xmlns:a="http://schemas.openxmlformats.org/drawingml/2006/main">
              <a:ext uri="{FF2B5EF4-FFF2-40B4-BE49-F238E27FC236}">
                <a16:creationId xmlns:a16="http://schemas.microsoft.com/office/drawing/2014/main" id="{A73C9A42-0DBF-489C-BD61-B45CABAE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14023203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BF20421E-8A6F-4654-964C-8A400FB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2FCCC526-30CC-4396-A01D-F649ED8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AE76BD27-5B50-4A18-825C-28A0195A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83DEC-2BA1-4B69-85BE-509C89B3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4B2FFD9-0CE1-466A-9658-11AD802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4 / 38">
            <a:extLst xmlns:a="http://schemas.openxmlformats.org/drawingml/2006/main">
              <a:ext uri="{FF2B5EF4-FFF2-40B4-BE49-F238E27FC236}">
                <a16:creationId xmlns:a16="http://schemas.microsoft.com/office/drawing/2014/main" id="{C88112D5-CA99-4AAC-A9DD-183973F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11584310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E3B5DA36-0463-45E3-8754-6904319A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5E676A84-AC5E-4650-8B46-DAB82E3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C254096A-0313-4A99-A889-84D3620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176CF-7280-4F66-8AF2-3946A2D0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0ADE1A2-28AA-43C2-B137-5FF0009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5 / 38">
            <a:extLst xmlns:a="http://schemas.openxmlformats.org/drawingml/2006/main">
              <a:ext uri="{FF2B5EF4-FFF2-40B4-BE49-F238E27FC236}">
                <a16:creationId xmlns:a16="http://schemas.microsoft.com/office/drawing/2014/main" id="{5164D9BF-63F6-4F50-B969-223E01D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8768510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156D277E-7A91-4CFD-9EDD-262707DB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675FACE0-01DE-4B0D-9A22-3C4AF269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71EDD302-7B04-4A04-8A6A-A31C283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FE4B7-224D-4430-B401-40BD74A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AD06683-7544-46C6-B778-4080559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6 / 38">
            <a:extLst xmlns:a="http://schemas.openxmlformats.org/drawingml/2006/main">
              <a:ext uri="{FF2B5EF4-FFF2-40B4-BE49-F238E27FC236}">
                <a16:creationId xmlns:a16="http://schemas.microsoft.com/office/drawing/2014/main" id="{C04D330C-624B-4C5A-9F62-5996BC8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15250484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6F5B10A1-39FA-4FC7-8BEB-44968A0E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2856F207-C0FA-420C-AED5-4554AD46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FA66929D-61BC-48A6-A07F-B5F5732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9BD11-7602-485E-8E2B-01AD6FC9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A757BA9-C00C-4E2F-8886-909CF256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7 / 38">
            <a:extLst xmlns:a="http://schemas.openxmlformats.org/drawingml/2006/main">
              <a:ext uri="{FF2B5EF4-FFF2-40B4-BE49-F238E27FC236}">
                <a16:creationId xmlns:a16="http://schemas.microsoft.com/office/drawing/2014/main" id="{BBFD6CE9-EF37-4E09-8E43-1A724E78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632844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18C30B6B-1486-470E-9A8D-3AF89848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DA5F9FF3-C569-4DEA-805F-FE679E6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D6023F96-C972-47B9-A0D8-638B54F0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3D59A-28CE-4D01-A614-C2BCDA93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262276A-0794-4334-9745-385E728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8 / 38">
            <a:extLst xmlns:a="http://schemas.openxmlformats.org/drawingml/2006/main">
              <a:ext uri="{FF2B5EF4-FFF2-40B4-BE49-F238E27FC236}">
                <a16:creationId xmlns:a16="http://schemas.microsoft.com/office/drawing/2014/main" id="{0A7FAE3E-4E32-4D64-9A21-F370B472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9298303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B5DACF6A-F541-460C-BFF8-7F19333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EA242D62-C241-4D38-BB13-A2F20989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8B22E491-EE57-48CB-8055-5437EFA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A36BE-6BB2-47F3-9EA0-B7F94FA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D75F98B-DC20-46BA-8139-6719498B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9 / 38">
            <a:extLst xmlns:a="http://schemas.openxmlformats.org/drawingml/2006/main">
              <a:ext uri="{FF2B5EF4-FFF2-40B4-BE49-F238E27FC236}">
                <a16:creationId xmlns:a16="http://schemas.microsoft.com/office/drawing/2014/main" id="{E0EE5416-323E-4F6F-80E5-2ACFEC09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1803877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ABD5DCA2-84CF-4116-BE8C-1A135F25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7E326FC5-4778-4284-8EE5-69A3B05C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546931CC-F0F1-4B3F-92FB-5BC411A8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7AEC3-BDD9-44AC-B15D-51AAD911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1756301-82E0-4C05-94BE-C359B14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0 / 38">
            <a:extLst xmlns:a="http://schemas.openxmlformats.org/drawingml/2006/main">
              <a:ext uri="{FF2B5EF4-FFF2-40B4-BE49-F238E27FC236}">
                <a16:creationId xmlns:a16="http://schemas.microsoft.com/office/drawing/2014/main" id="{0BEEBD2F-7A6F-4324-8433-C330DB1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4200313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1402D1F4-F398-4CAD-BD60-24E10B3F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95CDEE8A-40E4-4DD1-BD1A-1BACCE7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23DF8D3C-3695-41E1-B2F0-DB582B39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E1D4-43DC-442D-B29E-9BF60037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B94AE1C-CFF8-4DF0-AF96-A1C1B522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1 / 38">
            <a:extLst xmlns:a="http://schemas.openxmlformats.org/drawingml/2006/main">
              <a:ext uri="{FF2B5EF4-FFF2-40B4-BE49-F238E27FC236}">
                <a16:creationId xmlns:a16="http://schemas.microsoft.com/office/drawing/2014/main" id="{A7EA1456-05B5-4AF3-8360-4A273FD0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76064524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706FDE72-17B4-4DD1-8F1E-E2D4D960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A4D7088D-F3AE-45E4-A06A-A1F9E118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99069700-55F6-4EB0-8BBC-0D21359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6D70-A729-4393-8578-E4EB3694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BAFCBA2-E329-4C97-AC82-43ABAC71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2 / 38">
            <a:extLst xmlns:a="http://schemas.openxmlformats.org/drawingml/2006/main">
              <a:ext uri="{FF2B5EF4-FFF2-40B4-BE49-F238E27FC236}">
                <a16:creationId xmlns:a16="http://schemas.microsoft.com/office/drawing/2014/main" id="{F30E9B63-D080-40C9-A4FF-687EC52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2594343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2E8A3142-26C3-4920-B125-4586673B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CD5E8CE2-8D24-4F22-B005-B042E6D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05988FB2-C93A-4C57-ADBC-DF3B80B6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52D9-FD46-4C30-8B2F-B97025DA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A176E60-2CD6-42DE-8674-701E4D10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3 / 38">
            <a:extLst xmlns:a="http://schemas.openxmlformats.org/drawingml/2006/main">
              <a:ext uri="{FF2B5EF4-FFF2-40B4-BE49-F238E27FC236}">
                <a16:creationId xmlns:a16="http://schemas.microsoft.com/office/drawing/2014/main" id="{2D65C416-F6F8-43BB-A8D8-38826B7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7113792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2ED8F577-41B6-4016-9588-B286054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C1C90115-3BF7-484D-8E8B-E460DAD8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854C9084-80D1-45DC-8E97-FF5255F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4F764-2589-4EA0-AD29-09CB3413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ACFDD5A-ECFD-4BC7-AD25-ECFBD49F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4 / 38">
            <a:extLst xmlns:a="http://schemas.openxmlformats.org/drawingml/2006/main">
              <a:ext uri="{FF2B5EF4-FFF2-40B4-BE49-F238E27FC236}">
                <a16:creationId xmlns:a16="http://schemas.microsoft.com/office/drawing/2014/main" id="{656FB754-AD31-4DB2-B95C-EF12D4C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21202589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EE7FFC9E-A0E7-4D6D-B2D2-5D51827E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953B69E1-D784-43B9-BEF9-8D431DB2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1AD31C7A-D3E5-43D8-987A-0F8ADBD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D1877-0550-4903-9278-6AF51F81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D5738A2-114B-4FD4-84D0-D0837D4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5 / 38">
            <a:extLst xmlns:a="http://schemas.openxmlformats.org/drawingml/2006/main">
              <a:ext uri="{FF2B5EF4-FFF2-40B4-BE49-F238E27FC236}">
                <a16:creationId xmlns:a16="http://schemas.microsoft.com/office/drawing/2014/main" id="{160F849D-4A3E-4B87-AB60-CC36B3B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6497799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22E4B117-1DCE-44F1-943E-E73BC0E3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50B486E0-458A-4372-984C-A881FB68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17AD158A-A9C5-4BAE-8701-E241DC61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C46BB-554C-4876-95FC-E07EBDB7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D351EBB-286B-472C-B705-DABD421D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6 / 38">
            <a:extLst xmlns:a="http://schemas.openxmlformats.org/drawingml/2006/main">
              <a:ext uri="{FF2B5EF4-FFF2-40B4-BE49-F238E27FC236}">
                <a16:creationId xmlns:a16="http://schemas.microsoft.com/office/drawing/2014/main" id="{DC6CF371-4720-458B-A504-D52D4D8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19170525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429DB77E-5145-4B34-B9C0-5F98E71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A09635AA-B866-43EB-A13F-D87E9AA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EBC32F92-7B73-4AAD-89CD-931AEFF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3C459-FB2E-4D71-BA8F-2144F476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1500B5D-ABB5-47CE-95D5-A7446753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7 / 38">
            <a:extLst xmlns:a="http://schemas.openxmlformats.org/drawingml/2006/main">
              <a:ext uri="{FF2B5EF4-FFF2-40B4-BE49-F238E27FC236}">
                <a16:creationId xmlns:a16="http://schemas.microsoft.com/office/drawing/2014/main" id="{64C6C315-CB2A-44BD-8B71-A3A7EF90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19385015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0A962A71-52D1-4ADB-B80F-F11433DA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CDC243D0-97D5-4B94-B44B-93047593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5532E074-F286-4081-8625-270E40E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5AC75-E1AF-4633-80D7-DDEB688E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CBD9DD2-AFFD-451C-88B4-1DE8605E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8 / 38">
            <a:extLst xmlns:a="http://schemas.openxmlformats.org/drawingml/2006/main">
              <a:ext uri="{FF2B5EF4-FFF2-40B4-BE49-F238E27FC236}">
                <a16:creationId xmlns:a16="http://schemas.microsoft.com/office/drawing/2014/main" id="{C2F3F942-3B77-4F5E-9962-27CCDD4D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2118171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2026-10-08T11:05:55.5340000Z</dcterms:created>
  <dcterms:modified xsi:type="dcterms:W3CDTF">2026-10-08T11:05:55.5340000Z</dcterms:modified>
</coreProperties>
</file>