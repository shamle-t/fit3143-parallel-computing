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3bf98999bb4517" /><Relationship Type="http://schemas.openxmlformats.org/officeDocument/2006/relationships/extended-properties" Target="/docProps/app.xml" Id="Rd0d30d610d1f4f9e" /><Relationship Type="http://schemas.openxmlformats.org/officeDocument/2006/relationships/officeDocument" Target="/ppt/presentation.xml" Id="R75d7e686c80749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16d435206467b"/>
  </p:sldMasterIdLst>
  <p:notesMasterIdLst>
    <p:notesMasterId xmlns:r="http://schemas.openxmlformats.org/officeDocument/2006/relationships" r:id="R8000a5fb69714787"/>
  </p:notesMasterIdLst>
  <p:sldIdLst>
    <p:sldId xmlns:r="http://schemas.openxmlformats.org/officeDocument/2006/relationships" id="256" r:id="Ra13f800fcd474124"/>
    <p:sldId xmlns:r="http://schemas.openxmlformats.org/officeDocument/2006/relationships" id="257" r:id="Rc468ccee03724e42"/>
    <p:sldId xmlns:r="http://schemas.openxmlformats.org/officeDocument/2006/relationships" id="258" r:id="R18b1dc80290140c8"/>
    <p:sldId xmlns:r="http://schemas.openxmlformats.org/officeDocument/2006/relationships" id="259" r:id="R887470a04b0e484b"/>
    <p:sldId xmlns:r="http://schemas.openxmlformats.org/officeDocument/2006/relationships" id="260" r:id="Rfdfad72e30ab43e6"/>
    <p:sldId xmlns:r="http://schemas.openxmlformats.org/officeDocument/2006/relationships" id="261" r:id="Ra34511f2d8e44c2b"/>
    <p:sldId xmlns:r="http://schemas.openxmlformats.org/officeDocument/2006/relationships" id="262" r:id="R430d9ffed5704790"/>
    <p:sldId xmlns:r="http://schemas.openxmlformats.org/officeDocument/2006/relationships" id="263" r:id="Ra338fa7c68534e19"/>
    <p:sldId xmlns:r="http://schemas.openxmlformats.org/officeDocument/2006/relationships" id="264" r:id="R65adcf6ea6564d0a"/>
    <p:sldId xmlns:r="http://schemas.openxmlformats.org/officeDocument/2006/relationships" id="265" r:id="Rc7ef2c66044c4be2"/>
    <p:sldId xmlns:r="http://schemas.openxmlformats.org/officeDocument/2006/relationships" id="266" r:id="Rb205c02e26794fc5"/>
    <p:sldId xmlns:r="http://schemas.openxmlformats.org/officeDocument/2006/relationships" id="267" r:id="R08512814b64c44ba"/>
    <p:sldId xmlns:r="http://schemas.openxmlformats.org/officeDocument/2006/relationships" id="268" r:id="Re380ce1a3e2d4e53"/>
    <p:sldId xmlns:r="http://schemas.openxmlformats.org/officeDocument/2006/relationships" id="269" r:id="R6d6783a4353b4137"/>
    <p:sldId xmlns:r="http://schemas.openxmlformats.org/officeDocument/2006/relationships" id="270" r:id="R56c23d1099e14bff"/>
    <p:sldId xmlns:r="http://schemas.openxmlformats.org/officeDocument/2006/relationships" id="271" r:id="Rfda2d0208f1c4c90"/>
    <p:sldId xmlns:r="http://schemas.openxmlformats.org/officeDocument/2006/relationships" id="272" r:id="R00798b1e3d24453c"/>
    <p:sldId xmlns:r="http://schemas.openxmlformats.org/officeDocument/2006/relationships" id="273" r:id="Rd171958dd8ce4c27"/>
    <p:sldId xmlns:r="http://schemas.openxmlformats.org/officeDocument/2006/relationships" id="274" r:id="Reb962fa419f4453b"/>
    <p:sldId xmlns:r="http://schemas.openxmlformats.org/officeDocument/2006/relationships" id="275" r:id="Rb7953c1832d84f30"/>
    <p:sldId xmlns:r="http://schemas.openxmlformats.org/officeDocument/2006/relationships" id="276" r:id="R64f0ac8e269c4712"/>
    <p:sldId xmlns:r="http://schemas.openxmlformats.org/officeDocument/2006/relationships" id="277" r:id="Re7c94dcc9aad46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17736c9a54823" /><Relationship Type="http://schemas.openxmlformats.org/officeDocument/2006/relationships/slideMaster" Target="/ppt/slideMasters/slideMaster1.xml" Id="Rafd16d435206467b" /><Relationship Type="http://schemas.openxmlformats.org/officeDocument/2006/relationships/notesMaster" Target="/ppt/notesMasters/notesMaster1.xml" Id="R8000a5fb69714787" /><Relationship Type="http://schemas.openxmlformats.org/officeDocument/2006/relationships/presProps" Target="/ppt/presProps.xml" Id="Raaa9748c7869452b" /><Relationship Type="http://schemas.openxmlformats.org/officeDocument/2006/relationships/tableStyles" Target="/ppt/tableStyles.xml" Id="Rf09c59553d85479d" /><Relationship Type="http://schemas.openxmlformats.org/officeDocument/2006/relationships/slide" Target="/ppt/slides/slide1.xml" Id="Ra13f800fcd474124" /><Relationship Type="http://schemas.openxmlformats.org/officeDocument/2006/relationships/slide" Target="/ppt/slides/slide2.xml" Id="Rc468ccee03724e42" /><Relationship Type="http://schemas.openxmlformats.org/officeDocument/2006/relationships/slide" Target="/ppt/slides/slide3.xml" Id="R18b1dc80290140c8" /><Relationship Type="http://schemas.openxmlformats.org/officeDocument/2006/relationships/slide" Target="/ppt/slides/slide4.xml" Id="R887470a04b0e484b" /><Relationship Type="http://schemas.openxmlformats.org/officeDocument/2006/relationships/slide" Target="/ppt/slides/slide5.xml" Id="Rfdfad72e30ab43e6" /><Relationship Type="http://schemas.openxmlformats.org/officeDocument/2006/relationships/slide" Target="/ppt/slides/slide6.xml" Id="Ra34511f2d8e44c2b" /><Relationship Type="http://schemas.openxmlformats.org/officeDocument/2006/relationships/slide" Target="/ppt/slides/slide7.xml" Id="R430d9ffed5704790" /><Relationship Type="http://schemas.openxmlformats.org/officeDocument/2006/relationships/slide" Target="/ppt/slides/slide8.xml" Id="Ra338fa7c68534e19" /><Relationship Type="http://schemas.openxmlformats.org/officeDocument/2006/relationships/slide" Target="/ppt/slides/slide9.xml" Id="R65adcf6ea6564d0a" /><Relationship Type="http://schemas.openxmlformats.org/officeDocument/2006/relationships/slide" Target="/ppt/slides/slide10.xml" Id="Rc7ef2c66044c4be2" /><Relationship Type="http://schemas.openxmlformats.org/officeDocument/2006/relationships/slide" Target="/ppt/slides/slide11.xml" Id="Rb205c02e26794fc5" /><Relationship Type="http://schemas.openxmlformats.org/officeDocument/2006/relationships/slide" Target="/ppt/slides/slide12.xml" Id="R08512814b64c44ba" /><Relationship Type="http://schemas.openxmlformats.org/officeDocument/2006/relationships/slide" Target="/ppt/slides/slide13.xml" Id="Re380ce1a3e2d4e53" /><Relationship Type="http://schemas.openxmlformats.org/officeDocument/2006/relationships/slide" Target="/ppt/slides/slide14.xml" Id="R6d6783a4353b4137" /><Relationship Type="http://schemas.openxmlformats.org/officeDocument/2006/relationships/slide" Target="/ppt/slides/slide15.xml" Id="R56c23d1099e14bff" /><Relationship Type="http://schemas.openxmlformats.org/officeDocument/2006/relationships/slide" Target="/ppt/slides/slide16.xml" Id="Rfda2d0208f1c4c90" /><Relationship Type="http://schemas.openxmlformats.org/officeDocument/2006/relationships/slide" Target="/ppt/slides/slide17.xml" Id="R00798b1e3d24453c" /><Relationship Type="http://schemas.openxmlformats.org/officeDocument/2006/relationships/slide" Target="/ppt/slides/slide18.xml" Id="Rd171958dd8ce4c27" /><Relationship Type="http://schemas.openxmlformats.org/officeDocument/2006/relationships/slide" Target="/ppt/slides/slide19.xml" Id="Reb962fa419f4453b" /><Relationship Type="http://schemas.openxmlformats.org/officeDocument/2006/relationships/slide" Target="/ppt/slides/slide20.xml" Id="Rb7953c1832d84f30" /><Relationship Type="http://schemas.openxmlformats.org/officeDocument/2006/relationships/slide" Target="/ppt/slides/slide21.xml" Id="R64f0ac8e269c4712" /><Relationship Type="http://schemas.openxmlformats.org/officeDocument/2006/relationships/slide" Target="/ppt/slides/slide22.xml" Id="Re7c94dcc9aad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dc32bb70c04c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49378c35b2446b" /><Relationship Type="http://schemas.openxmlformats.org/officeDocument/2006/relationships/notesMaster" Target="/ppt/notesMasters/notesMaster1.xml" Id="R137fef59eca445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15e1ece16e42bf" /><Relationship Type="http://schemas.openxmlformats.org/officeDocument/2006/relationships/notesMaster" Target="/ppt/notesMasters/notesMaster1.xml" Id="R762c36ec1d2d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5c4741cb134088" /><Relationship Type="http://schemas.openxmlformats.org/officeDocument/2006/relationships/notesMaster" Target="/ppt/notesMasters/notesMaster1.xml" Id="R5d3ee56af76a4b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a5c22c46ff417b" /><Relationship Type="http://schemas.openxmlformats.org/officeDocument/2006/relationships/notesMaster" Target="/ppt/notesMasters/notesMaster1.xml" Id="Rf437b360a8774c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8843f46f184865" /><Relationship Type="http://schemas.openxmlformats.org/officeDocument/2006/relationships/notesMaster" Target="/ppt/notesMasters/notesMaster1.xml" Id="Rac5a0eaa55d84a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d9c9a5104d43cf" /><Relationship Type="http://schemas.openxmlformats.org/officeDocument/2006/relationships/notesMaster" Target="/ppt/notesMasters/notesMaster1.xml" Id="R640788a750bf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ce15916a24682" /><Relationship Type="http://schemas.openxmlformats.org/officeDocument/2006/relationships/notesMaster" Target="/ppt/notesMasters/notesMaster1.xml" Id="Rccedd2bf05814f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5194e273c24aee" /><Relationship Type="http://schemas.openxmlformats.org/officeDocument/2006/relationships/notesMaster" Target="/ppt/notesMasters/notesMaster1.xml" Id="Rb95cf9c7e60a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cfbdf911d041f8" /><Relationship Type="http://schemas.openxmlformats.org/officeDocument/2006/relationships/notesMaster" Target="/ppt/notesMasters/notesMaster1.xml" Id="R023d67e8e0f94d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8a4ef0f4d14494" /><Relationship Type="http://schemas.openxmlformats.org/officeDocument/2006/relationships/notesMaster" Target="/ppt/notesMasters/notesMaster1.xml" Id="R8b6f6e34a8614e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90b9d5911645ff" /><Relationship Type="http://schemas.openxmlformats.org/officeDocument/2006/relationships/notesMaster" Target="/ppt/notesMasters/notesMaster1.xml" Id="Rc0838fa9c4c748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fbd40b45e44871" /><Relationship Type="http://schemas.openxmlformats.org/officeDocument/2006/relationships/notesMaster" Target="/ppt/notesMasters/notesMaster1.xml" Id="R1c75aee6955448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4baa8a875b49d8" /><Relationship Type="http://schemas.openxmlformats.org/officeDocument/2006/relationships/notesMaster" Target="/ppt/notesMasters/notesMaster1.xml" Id="R6b97c3967b0443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f8e51a0bc74662" /><Relationship Type="http://schemas.openxmlformats.org/officeDocument/2006/relationships/notesMaster" Target="/ppt/notesMasters/notesMaster1.xml" Id="R42732ef2cdcb4e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af6e7371f94021" /><Relationship Type="http://schemas.openxmlformats.org/officeDocument/2006/relationships/notesMaster" Target="/ppt/notesMasters/notesMaster1.xml" Id="Rd56b2a4023ff42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4a7b3733874e14" /><Relationship Type="http://schemas.openxmlformats.org/officeDocument/2006/relationships/notesMaster" Target="/ppt/notesMasters/notesMaster1.xml" Id="R44d1ef331c454e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d961148a33476d" /><Relationship Type="http://schemas.openxmlformats.org/officeDocument/2006/relationships/notesMaster" Target="/ppt/notesMasters/notesMaster1.xml" Id="Rbe913e9b86dd41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4af2fbcefb43bd" /><Relationship Type="http://schemas.openxmlformats.org/officeDocument/2006/relationships/notesMaster" Target="/ppt/notesMasters/notesMaster1.xml" Id="Rcc8c1a8973a145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1c5f773d2d40d5" /><Relationship Type="http://schemas.openxmlformats.org/officeDocument/2006/relationships/notesMaster" Target="/ppt/notesMasters/notesMaster1.xml" Id="R9e7dc831d4434d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dadfae22d14c15" /><Relationship Type="http://schemas.openxmlformats.org/officeDocument/2006/relationships/notesMaster" Target="/ppt/notesMasters/notesMaster1.xml" Id="R3b259164ca2f41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3a4647678f4889" /><Relationship Type="http://schemas.openxmlformats.org/officeDocument/2006/relationships/notesMaster" Target="/ppt/notesMasters/notesMaster1.xml" Id="R0487bb29fa334e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7983543b51416e" /><Relationship Type="http://schemas.openxmlformats.org/officeDocument/2006/relationships/notesMaster" Target="/ppt/notesMasters/notesMaster1.xml" Id="Rd18e201118a04b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7a7ab3c8b45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fa7bfb59d4b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adc28c66741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d1955270446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2144bd8d349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8d4b5b44347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810BD-389C-429D-855A-FB826C39CA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8B5750-50FA-468C-843C-813111C395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EEA489-0F1D-4F41-A552-2650755C1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A42965-F7EC-4A1E-8EDE-D0CA4CEB5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62E654-E5AD-41DA-B0C8-C58FC5D2E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0F9BB3-75AF-41EE-BD6F-34379DF69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9F58FB-CCE7-4C66-83A1-DEB8343E10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B2303D-E9E9-40F7-B14B-ED5A675F65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761608-2066-443F-B4B1-93F31E114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350B29-C361-447C-B078-F0BDE7F99D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e058a431764ce5" /><Relationship Type="http://schemas.openxmlformats.org/officeDocument/2006/relationships/slideLayout" Target="/ppt/slideLayouts/slideLayout1.xml" Id="R9a646d3a47324022" /><Relationship Type="http://schemas.openxmlformats.org/officeDocument/2006/relationships/slideLayout" Target="/ppt/slideLayouts/slideLayout2.xml" Id="R34c59802c9594ea5" /><Relationship Type="http://schemas.openxmlformats.org/officeDocument/2006/relationships/slideLayout" Target="/ppt/slideLayouts/slideLayout3.xml" Id="R85acf6848fb34c74" /><Relationship Type="http://schemas.openxmlformats.org/officeDocument/2006/relationships/slideLayout" Target="/ppt/slideLayouts/slideLayout4.xml" Id="R56888df380dc4a78" /><Relationship Type="http://schemas.openxmlformats.org/officeDocument/2006/relationships/slideLayout" Target="/ppt/slideLayouts/slideLayout5.xml" Id="Rd640e1cfe2284acc" /><Relationship Type="http://schemas.openxmlformats.org/officeDocument/2006/relationships/slideLayout" Target="/ppt/slideLayouts/slideLayout6.xml" Id="Rdcc08be04f1644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646d3a47324022"/>
    <p:sldLayoutId xmlns:r="http://schemas.openxmlformats.org/officeDocument/2006/relationships" id="2147483650" r:id="R34c59802c9594ea5"/>
    <p:sldLayoutId xmlns:r="http://schemas.openxmlformats.org/officeDocument/2006/relationships" id="2147483651" r:id="R85acf6848fb34c74"/>
    <p:sldLayoutId xmlns:r="http://schemas.openxmlformats.org/officeDocument/2006/relationships" id="2147483652" r:id="R56888df380dc4a78"/>
    <p:sldLayoutId xmlns:r="http://schemas.openxmlformats.org/officeDocument/2006/relationships" id="2147483653" r:id="Rd640e1cfe2284acc"/>
    <p:sldLayoutId xmlns:r="http://schemas.openxmlformats.org/officeDocument/2006/relationships" id="2147483654" r:id="Rdcc08be04f1644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19517d96f4649" /><Relationship Type="http://schemas.openxmlformats.org/officeDocument/2006/relationships/notesSlide" Target="/ppt/notesSlides/notesSlide1.xml" Id="R449df18765d7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825558ff240d2" /><Relationship Type="http://schemas.openxmlformats.org/officeDocument/2006/relationships/notesSlide" Target="/ppt/notesSlides/notesSlide2.xml" Id="Rf1dcf16bf0eb43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57ffa46ba4bb7" /><Relationship Type="http://schemas.openxmlformats.org/officeDocument/2006/relationships/chart" Target="/ppt/slides/charts/chart1.xml" Id="Rb63a430c7b274cac" /><Relationship Type="http://schemas.openxmlformats.org/officeDocument/2006/relationships/chart" Target="/ppt/slides/charts/chart2.xml" Id="R3d403c6f63c34115" /><Relationship Type="http://schemas.openxmlformats.org/officeDocument/2006/relationships/notesSlide" Target="/ppt/notesSlides/notesSlide3.xml" Id="R55981d6743a249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8b75f5f2a4b11" /><Relationship Type="http://schemas.openxmlformats.org/officeDocument/2006/relationships/notesSlide" Target="/ppt/notesSlides/notesSlide4.xml" Id="R10216fba324e49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109d6ef914b8f" /><Relationship Type="http://schemas.openxmlformats.org/officeDocument/2006/relationships/notesSlide" Target="/ppt/notesSlides/notesSlide5.xml" Id="R73b4c14da8fc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a9961805d4b95" /><Relationship Type="http://schemas.openxmlformats.org/officeDocument/2006/relationships/notesSlide" Target="/ppt/notesSlides/notesSlide6.xml" Id="R545793b0d638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4990c291a4480" /><Relationship Type="http://schemas.openxmlformats.org/officeDocument/2006/relationships/notesSlide" Target="/ppt/notesSlides/notesSlide7.xml" Id="Rcbe2e368e68640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a91f35ffa40ce" /><Relationship Type="http://schemas.openxmlformats.org/officeDocument/2006/relationships/notesSlide" Target="/ppt/notesSlides/notesSlide8.xml" Id="R4eb0a75037394f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785cb80c84fa0" /><Relationship Type="http://schemas.openxmlformats.org/officeDocument/2006/relationships/notesSlide" Target="/ppt/notesSlides/notesSlide9.xml" Id="Re2e494c4a05648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3058fd2f548b1" /><Relationship Type="http://schemas.openxmlformats.org/officeDocument/2006/relationships/notesSlide" Target="/ppt/notesSlides/notesSlide10.xml" Id="R01bed79b37254a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ecdb5b5f54591" /><Relationship Type="http://schemas.openxmlformats.org/officeDocument/2006/relationships/notesSlide" Target="/ppt/notesSlides/notesSlide11.xml" Id="R82df82d5720a4b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44c7d71744394" /><Relationship Type="http://schemas.openxmlformats.org/officeDocument/2006/relationships/notesSlide" Target="/ppt/notesSlides/notesSlide12.xml" Id="Ra8a0b5ada6fc48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15411ec554ffa" /><Relationship Type="http://schemas.openxmlformats.org/officeDocument/2006/relationships/notesSlide" Target="/ppt/notesSlides/notesSlide13.xml" Id="Ra7496bf8ee904f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99c555b57d4a32" /><Relationship Type="http://schemas.openxmlformats.org/officeDocument/2006/relationships/notesSlide" Target="/ppt/notesSlides/notesSlide14.xml" Id="R55cde1fb84274f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ad3c19f024b7c" /><Relationship Type="http://schemas.openxmlformats.org/officeDocument/2006/relationships/notesSlide" Target="/ppt/notesSlides/notesSlide15.xml" Id="R288143a46f4047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6112008c3499d" /><Relationship Type="http://schemas.openxmlformats.org/officeDocument/2006/relationships/notesSlide" Target="/ppt/notesSlides/notesSlide16.xml" Id="R577d3256c3eb4f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94040ecc249bb" /><Relationship Type="http://schemas.openxmlformats.org/officeDocument/2006/relationships/notesSlide" Target="/ppt/notesSlides/notesSlide17.xml" Id="R3b30973f5ab74e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6a7b583f149a2" /><Relationship Type="http://schemas.openxmlformats.org/officeDocument/2006/relationships/hyperlink" Target="https://docs.nvidia.com/cuda/cuda-c-best-practices-guide/index.html" TargetMode="External" Id="R6b96df96b5a344d6" /><Relationship Type="http://schemas.openxmlformats.org/officeDocument/2006/relationships/hyperlink" Target="https://docs.nvidia.com/gpudirect-storage/overview-guide/index.html" TargetMode="External" Id="R801ca1d2b4fc4767" /><Relationship Type="http://schemas.openxmlformats.org/officeDocument/2006/relationships/hyperlink" Target="https://docs.nvidia.com/gpudirect-storage/design-guide/index.html" TargetMode="External" Id="R6dae107cc3fd43ac" /><Relationship Type="http://schemas.openxmlformats.org/officeDocument/2006/relationships/hyperlink" Target="https://docs.nvidia.com/megatron-core/developer-guide/latest/user-guide/parallelism-guide.html" TargetMode="External" Id="R42af40da57dc4396" /><Relationship Type="http://schemas.openxmlformats.org/officeDocument/2006/relationships/notesSlide" Target="/ppt/notesSlides/notesSlide18.xml" Id="Re9702618f4ef4e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223ee09594096" /><Relationship Type="http://schemas.openxmlformats.org/officeDocument/2006/relationships/hyperlink" Target="https://www.iea.org/reports/key-questions-on-energy-and-ai/executive-summary" TargetMode="External" Id="Rc1801f4acf3a471d" /><Relationship Type="http://schemas.openxmlformats.org/officeDocument/2006/relationships/hyperlink" Target="https://www.nsf.gov/cise/updates/nairr-2-years-advancing-american-artificial-intelligence" TargetMode="External" Id="R21379610aba34d6c" /><Relationship Type="http://schemas.openxmlformats.org/officeDocument/2006/relationships/hyperlink" Target="https://aclanthology.org/P19-1355/" TargetMode="External" Id="R713ef0c972f94824" /><Relationship Type="http://schemas.openxmlformats.org/officeDocument/2006/relationships/hyperlink" Target="https://arxiv.org/abs/2304.03271v5" TargetMode="External" Id="R0717903c655f46c2" /><Relationship Type="http://schemas.openxmlformats.org/officeDocument/2006/relationships/notesSlide" Target="/ppt/notesSlides/notesSlide19.xml" Id="R9c071cc3d99943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52dc3f06d5481c" /><Relationship Type="http://schemas.openxmlformats.org/officeDocument/2006/relationships/hyperlink" Target="https://arxiv.org/abs/1907.10597" TargetMode="External" Id="R7df65d6209f0455a" /><Relationship Type="http://schemas.openxmlformats.org/officeDocument/2006/relationships/hyperlink" Target="https://arxiv.org/abs/1906.08935v2" TargetMode="External" Id="Rbecc4447e5744266" /><Relationship Type="http://schemas.openxmlformats.org/officeDocument/2006/relationships/hyperlink" Target="https://aclanthology.org/2024.cl-3.8/" TargetMode="External" Id="Re842a697861e46a1" /><Relationship Type="http://schemas.openxmlformats.org/officeDocument/2006/relationships/hyperlink" Target="https://arxiv.org/abs/2010.15581v1" TargetMode="External" Id="Re1301d04db4242b5" /><Relationship Type="http://schemas.openxmlformats.org/officeDocument/2006/relationships/notesSlide" Target="/ppt/notesSlides/notesSlide20.xml" Id="Rc496d5d3e9e349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db3b3602341ea" /><Relationship Type="http://schemas.openxmlformats.org/officeDocument/2006/relationships/hyperlink" Target="https://arxiv.org/abs/2106.11750v1" TargetMode="External" Id="R79257484b90a410a" /><Relationship Type="http://schemas.openxmlformats.org/officeDocument/2006/relationships/hyperlink" Target="https://www.oecd.org/en/topics/ai-principles.html" TargetMode="External" Id="R572167e8f50543c3" /><Relationship Type="http://schemas.openxmlformats.org/officeDocument/2006/relationships/hyperlink" Target="https://airc.nist.gov/airmf-resources/playbook/" TargetMode="External" Id="R162f9048c31748aa" /><Relationship Type="http://schemas.openxmlformats.org/officeDocument/2006/relationships/notesSlide" Target="/ppt/notesSlides/notesSlide21.xml" Id="Rbd11594ffdb743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b388eec0a419e" /><Relationship Type="http://schemas.openxmlformats.org/officeDocument/2006/relationships/notesSlide" Target="/ppt/notesSlides/notesSlide22.xml" Id="R7d0d8043fb5b47a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6BF7339D-47C8-4773-B175-9150496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F032FF6F-1820-4F04-8EE3-B6FAEBF5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44345CBD-9AF4-41DE-B350-5C442160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BAAAF-04C5-4041-9542-8CEAA205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BCB44B27-D418-433B-B918-0B2ADE04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E174C090-E150-4084-B7A9-1AC7ED23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91594274-C4F2-432C-B270-21EFF2BB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6B8BC6D8-CE3B-4071-B484-858D107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Core evidence within each answer sec">
            <a:extLst xmlns:a="http://schemas.openxmlformats.org/drawingml/2006/main">
              <a:ext uri="{FF2B5EF4-FFF2-40B4-BE49-F238E27FC236}">
                <a16:creationId xmlns:a16="http://schemas.microsoft.com/office/drawing/2014/main" id="{253EB489-5AF8-40ED-A28F-9BA512DB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Core evidence within each answer section; optional supporting material follows</a:t>
            </a:r>
          </a:p>
        </p:txBody>
      </p:sp>
    </p:spTree>
    <p:extLst>
      <p:ext uri="{BB962C8B-B14F-4D97-AF65-F5344CB8AC3E}">
        <p14:creationId xmlns:p14="http://schemas.microsoft.com/office/powerpoint/2010/main" val="813990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DFE79390-76C5-40F4-A16B-1D2822E1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95C816A6-706C-4992-A442-51BF0F53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A8ACA-4725-4AA9-A069-7BC81186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1488F-5B53-4179-89AD-41187233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7AE66-53D3-49CF-99F2-2DD8E4D8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F0EC0-08CA-40DD-816F-DA346F37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7F8CB-F6B1-4F5A-BFEE-0F88C6110ED6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1CDA2-E51B-4E33-9F87-A0F1F6C63136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14873-CB24-4582-BE57-E8F490B50949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9DBAB761-B16C-45D7-86F5-6A66F671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83255D51-0EBB-4563-935C-5EAA19A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3875ACC0-8972-4AB8-8D3B-0897828D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2ABE8020-6098-4238-A585-CAE6D580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54B82-D131-497A-BC3A-EFCA78E1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01B76FE9-76F2-46EF-A90B-3DF26EC0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2006E-0610-40F8-9006-627A562C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F647C7D4-D7BA-4CAA-B252-71E25B9F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2 / 22">
            <a:extLst xmlns:a="http://schemas.openxmlformats.org/drawingml/2006/main">
              <a:ext uri="{FF2B5EF4-FFF2-40B4-BE49-F238E27FC236}">
                <a16:creationId xmlns:a16="http://schemas.microsoft.com/office/drawing/2014/main" id="{F94BBA51-2CEA-433C-8D16-8ADAC748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22</a:t>
            </a:r>
          </a:p>
        </p:txBody>
      </p:sp>
    </p:spTree>
    <p:extLst>
      <p:ext uri="{BB962C8B-B14F-4D97-AF65-F5344CB8AC3E}">
        <p14:creationId xmlns:p14="http://schemas.microsoft.com/office/powerpoint/2010/main" val="1052411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E264EA97-B709-479B-8FF7-985B7AD6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86A90E6F-8C17-4D2E-AADD-D8DC7E15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675FCC0D-AF7E-47DC-A28F-75EC4049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11A09955-CA65-4132-BE64-15E55EF7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E8611F-6BC4-4B33-91ED-DB191959AD21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3a430c7b274cac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F2AA226-F764-4803-8704-7DA43022AEEA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403c6f63c34115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30FC9ED2-F96A-43BB-88DF-B9A4548E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25F4D023-C9EB-478E-962E-E559B69B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97A78-5A2A-4CBA-A6F8-9BC3055A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EB95CE40-C803-4C4B-A46F-668254B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3 / 22">
            <a:extLst xmlns:a="http://schemas.openxmlformats.org/drawingml/2006/main">
              <a:ext uri="{FF2B5EF4-FFF2-40B4-BE49-F238E27FC236}">
                <a16:creationId xmlns:a16="http://schemas.microsoft.com/office/drawing/2014/main" id="{AD420799-2AB0-4ED7-A61D-9443548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22</a:t>
            </a:r>
          </a:p>
        </p:txBody>
      </p:sp>
    </p:spTree>
    <p:extLst>
      <p:ext uri="{BB962C8B-B14F-4D97-AF65-F5344CB8AC3E}">
        <p14:creationId xmlns:p14="http://schemas.microsoft.com/office/powerpoint/2010/main" val="580309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ask 2(a) • Illustrative energy calculation">
            <a:extLst xmlns:a="http://schemas.openxmlformats.org/drawingml/2006/main">
              <a:ext uri="{FF2B5EF4-FFF2-40B4-BE49-F238E27FC236}">
                <a16:creationId xmlns:a16="http://schemas.microsoft.com/office/drawing/2014/main" id="{F13A258B-A700-4591-A30E-09EE883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Illustrative energy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9E8C9AF8-C836-42D2-AC39-62471DC8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00D92-28FB-4860-9A74-75F04C19C86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8ECCFC3A-9B31-4F6C-A832-B59E1855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929D7EE7-2FB9-4F3D-AA37-42E1AB73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7221F-D958-4611-B94A-631DD92F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26EA7B32-300E-4BCE-A99A-45970C84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4 / 22">
            <a:extLst xmlns:a="http://schemas.openxmlformats.org/drawingml/2006/main">
              <a:ext uri="{FF2B5EF4-FFF2-40B4-BE49-F238E27FC236}">
                <a16:creationId xmlns:a16="http://schemas.microsoft.com/office/drawing/2014/main" id="{8D96DEE6-C597-4D1A-BAE5-164CDC80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22</a:t>
            </a:r>
          </a:p>
        </p:txBody>
      </p:sp>
    </p:spTree>
    <p:extLst>
      <p:ext uri="{BB962C8B-B14F-4D97-AF65-F5344CB8AC3E}">
        <p14:creationId xmlns:p14="http://schemas.microsoft.com/office/powerpoint/2010/main" val="298462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a) • Environmental accounting">
            <a:extLst xmlns:a="http://schemas.openxmlformats.org/drawingml/2006/main">
              <a:ext uri="{FF2B5EF4-FFF2-40B4-BE49-F238E27FC236}">
                <a16:creationId xmlns:a16="http://schemas.microsoft.com/office/drawing/2014/main" id="{FC78A296-3E65-4EA9-A0A4-19CC4954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Environmental accounting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ECC039BE-C1ED-4E78-8D8B-0EAEF61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4EE4C8D2-D7EC-4D46-9871-B59A0A1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6ACDFCB3-926F-40BE-B4BC-6A79F9AB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34DF05C6-69D1-40E3-9D9E-B70ADC4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610B04B3-45CA-441E-91D5-7E88D1D9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F7B74185-13AA-4FBE-8138-DA15EF66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F7C437CB-16E3-4B62-A9BC-203ECC4C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6B00E388-8216-41F7-A37F-9162354A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DE3A4C40-30A4-4DC6-B026-08B7CCDD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A6244-E06C-4AC4-9146-A3F3CE6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396AD-0400-4B30-9A1C-3EB0E88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8068FC08-C5B7-4B50-B5B4-E9E1C79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5 / 22">
            <a:extLst xmlns:a="http://schemas.openxmlformats.org/drawingml/2006/main">
              <a:ext uri="{FF2B5EF4-FFF2-40B4-BE49-F238E27FC236}">
                <a16:creationId xmlns:a16="http://schemas.microsoft.com/office/drawing/2014/main" id="{7AABD340-34DA-4458-B416-BC034D02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22</a:t>
            </a:r>
          </a:p>
        </p:txBody>
      </p:sp>
    </p:spTree>
    <p:extLst>
      <p:ext uri="{BB962C8B-B14F-4D97-AF65-F5344CB8AC3E}">
        <p14:creationId xmlns:p14="http://schemas.microsoft.com/office/powerpoint/2010/main" val="1633303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13281-4AE2-4291-82C9-43D1070BDD4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E8BC8-18F3-4A7C-82E3-B0CF4A4F874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48736773-E736-40FF-A6CB-07B030B5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0722CE5F-28ED-4A2D-97E6-3061B634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6A7696AD-7842-41B5-A16F-3ACC595D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474EBAAD-6398-4989-816A-6CEB568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E3FB0-5064-4838-9BAC-6CCA9B8B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7A997-D1FD-4212-A43F-00DD108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50322-AD19-49C6-94BC-81EE2139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A6432-9A2C-4C60-B800-5295CD0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66CE5CBC-35E1-4E76-805F-47D1ACDF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6C75A4F4-3BA8-4A81-BA75-D110C7C0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6805684B-44E2-49EA-ADBA-58C72A5E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BC9CB-31A8-467C-8039-DE4698DA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68B2F7C6-1587-4F32-9AB7-359634A2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5772E-BE07-41F9-AF58-DD1F5C93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E1F19E32-BDEF-4206-98FE-D3F98B4B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6 / 22">
            <a:extLst xmlns:a="http://schemas.openxmlformats.org/drawingml/2006/main">
              <a:ext uri="{FF2B5EF4-FFF2-40B4-BE49-F238E27FC236}">
                <a16:creationId xmlns:a16="http://schemas.microsoft.com/office/drawing/2014/main" id="{6C64F215-B726-4ED1-8DD3-5206471E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22</a:t>
            </a:r>
          </a:p>
        </p:txBody>
      </p:sp>
    </p:spTree>
    <p:extLst>
      <p:ext uri="{BB962C8B-B14F-4D97-AF65-F5344CB8AC3E}">
        <p14:creationId xmlns:p14="http://schemas.microsoft.com/office/powerpoint/2010/main" val="602856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b) • Proposed governance controls">
            <a:extLst xmlns:a="http://schemas.openxmlformats.org/drawingml/2006/main">
              <a:ext uri="{FF2B5EF4-FFF2-40B4-BE49-F238E27FC236}">
                <a16:creationId xmlns:a16="http://schemas.microsoft.com/office/drawing/2014/main" id="{3F8A3BD3-2789-4B83-BBB7-D2431FB4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Proposed governance controls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BD9F0C70-ED96-4812-9EDE-576AA18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A4BEB-9E47-4A95-86D5-51DE08B5E52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31CCD554-4CCC-4967-9008-D1674322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0D017-0D39-41B5-A9A4-66A70E86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6C798EDF-C8DD-413C-93D0-D504B4D0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7 / 22">
            <a:extLst xmlns:a="http://schemas.openxmlformats.org/drawingml/2006/main">
              <a:ext uri="{FF2B5EF4-FFF2-40B4-BE49-F238E27FC236}">
                <a16:creationId xmlns:a16="http://schemas.microsoft.com/office/drawing/2014/main" id="{D50A3BCA-81C1-42E2-97E0-B554803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22</a:t>
            </a:r>
          </a:p>
        </p:txBody>
      </p:sp>
    </p:spTree>
    <p:extLst>
      <p:ext uri="{BB962C8B-B14F-4D97-AF65-F5344CB8AC3E}">
        <p14:creationId xmlns:p14="http://schemas.microsoft.com/office/powerpoint/2010/main" val="1593918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b) • Fairness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5BA4D4B6-6EF6-4375-9B4B-E17B3830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Fairness with large-scale compute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AB057E2C-BF2E-4105-878B-35584D9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96EBE074-EF04-4A6B-B9D2-C21C64D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F5E0397C-4A08-49F1-AC09-431B7E51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283FBB19-FCD9-4068-908D-136F7A69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C6E93FD6-C312-47D0-B724-B4DE296F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13E8A2D4-07D2-4E3A-ADC8-76D06520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4527EB52-D1B2-4FEC-BFEB-8B70F3C8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33803605-F9DA-4A22-874B-98A71994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F465FC1F-34C8-4C44-852C-533DA312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52E60-23A1-4947-B3A2-ABCB70A2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EA00F-E2D9-4C56-A264-A99E552E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4EBB8A75-D52C-46BF-BE78-2818F23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8 / 22">
            <a:extLst xmlns:a="http://schemas.openxmlformats.org/drawingml/2006/main">
              <a:ext uri="{FF2B5EF4-FFF2-40B4-BE49-F238E27FC236}">
                <a16:creationId xmlns:a16="http://schemas.microsoft.com/office/drawing/2014/main" id="{D0347D4F-3203-4545-BAAD-E34FC5EA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22</a:t>
            </a:r>
          </a:p>
        </p:txBody>
      </p:sp>
    </p:spTree>
    <p:extLst>
      <p:ext uri="{BB962C8B-B14F-4D97-AF65-F5344CB8AC3E}">
        <p14:creationId xmlns:p14="http://schemas.microsoft.com/office/powerpoint/2010/main" val="878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E7BFA4E4-5B4E-4648-A9B7-43F5A927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692578BD-275C-4E5A-984C-366D95F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B4711-2306-4546-94BD-536BE39EC57C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B3FD4BE1-769E-4E2C-AA9D-42C452F8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AD0D86AF-8CDD-41AB-84F4-6DCF420E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E6891E31-C249-478E-A034-22E11846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46CB2-A95F-4547-A125-021ECB94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6FDA9066-ECD8-43F1-9ED3-FB7EACBD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A7CC8-AE4E-4A7A-A76C-9C1A1CB4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4A71ACF1-30C8-4D37-92F2-CD59391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9 / 22">
            <a:extLst xmlns:a="http://schemas.openxmlformats.org/drawingml/2006/main">
              <a:ext uri="{FF2B5EF4-FFF2-40B4-BE49-F238E27FC236}">
                <a16:creationId xmlns:a16="http://schemas.microsoft.com/office/drawing/2014/main" id="{824ED944-598D-449B-BC49-BC5DFDFD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22</a:t>
            </a:r>
          </a:p>
        </p:txBody>
      </p:sp>
    </p:spTree>
    <p:extLst>
      <p:ext uri="{BB962C8B-B14F-4D97-AF65-F5344CB8AC3E}">
        <p14:creationId xmlns:p14="http://schemas.microsoft.com/office/powerpoint/2010/main" val="60179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c) • Research and allocation decisions">
            <a:extLst xmlns:a="http://schemas.openxmlformats.org/drawingml/2006/main">
              <a:ext uri="{FF2B5EF4-FFF2-40B4-BE49-F238E27FC236}">
                <a16:creationId xmlns:a16="http://schemas.microsoft.com/office/drawing/2014/main" id="{32AF4310-0714-42BF-9714-64A6197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 • Research and allocation decisions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053BE698-8E6E-42C1-A6D4-1FABC03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1C431C64-BBC5-49A0-A505-FD39FF2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CE4E1EB6-E12E-4B3A-B057-0B0C795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50E86984-BA1B-404E-B295-6C91EEE7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D193B3E4-1DF2-480C-AB08-679F0A3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6F6E00D6-23DD-4D2C-BAE4-839CECA8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4089AA70-520A-48CC-8215-BEE43DAC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C7F41372-0C71-4D4D-95AC-7C0A225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E8681E3A-BEA4-41EF-B0A5-D55D6AD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E64A8-D3B1-4F4E-8B75-5FC9A378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15F38-36DD-47DA-A8A6-D5580CD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6F4A77AF-BB28-41A8-BF99-FB04246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10 / 22">
            <a:extLst xmlns:a="http://schemas.openxmlformats.org/drawingml/2006/main">
              <a:ext uri="{FF2B5EF4-FFF2-40B4-BE49-F238E27FC236}">
                <a16:creationId xmlns:a16="http://schemas.microsoft.com/office/drawing/2014/main" id="{F95B74E0-B3F5-4BCC-80A3-72F26A18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1987235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9FF36-C0B7-484C-892D-DA269FDCDB2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C17C9-F33C-4014-B42E-A059E6758C6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D085E244-79A3-4AA5-AA26-668B575C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5E68A729-5259-42B7-A62B-B6E655B1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46915-4399-49D3-83F8-5445B786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7D565-60CF-41BD-9C57-429219D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AF8FF-ADEC-4396-9096-BB8085C6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4C884D5A-4689-4486-8B8B-4A1959F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4B601086-08DD-4A73-805C-B338E127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C434D346-DD89-4FAF-8DED-A32F3F3E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38CFB831-8F2C-4627-AC57-DD96F362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D9B16-6DB4-4E37-A665-3B6071BB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64BFD191-A8AA-4C2D-B9FA-B991E124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A648A-CE3C-4B25-8EA1-0B9DAE26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AE169F46-D922-4D10-A8C0-EEFF02F5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1 / 22">
            <a:extLst xmlns:a="http://schemas.openxmlformats.org/drawingml/2006/main">
              <a:ext uri="{FF2B5EF4-FFF2-40B4-BE49-F238E27FC236}">
                <a16:creationId xmlns:a16="http://schemas.microsoft.com/office/drawing/2014/main" id="{BF6F343A-0FED-47FB-9073-3966180C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9665003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d) • Framework actions and owners">
            <a:extLst xmlns:a="http://schemas.openxmlformats.org/drawingml/2006/main">
              <a:ext uri="{FF2B5EF4-FFF2-40B4-BE49-F238E27FC236}">
                <a16:creationId xmlns:a16="http://schemas.microsoft.com/office/drawing/2014/main" id="{FC2C22BC-B283-4D6E-80E1-8B3E04DD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Framework actions and owners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6930C950-F182-4F38-BCFF-BEAE1DC5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4BA8D-5BFF-4F93-8B9C-5F02DD8A4C7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CF0F3D64-260E-4545-806B-09F6C63F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19559-9D04-486F-8E16-C434AD9F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BDF7AD67-CB09-4293-B8C6-2608179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2 / 22">
            <a:extLst xmlns:a="http://schemas.openxmlformats.org/drawingml/2006/main">
              <a:ext uri="{FF2B5EF4-FFF2-40B4-BE49-F238E27FC236}">
                <a16:creationId xmlns:a16="http://schemas.microsoft.com/office/drawing/2014/main" id="{A9E20B18-7D05-4E55-8B1A-B395C22F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248094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A49CF-CED3-4712-8423-E076FD28014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5AFB5-AAB3-4AEC-865B-79EA1E0E78F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Task 2(d) • Carbon-aware scheduling">
            <a:extLst xmlns:a="http://schemas.openxmlformats.org/drawingml/2006/main">
              <a:ext uri="{FF2B5EF4-FFF2-40B4-BE49-F238E27FC236}">
                <a16:creationId xmlns:a16="http://schemas.microsoft.com/office/drawing/2014/main" id="{AD2BBDD0-0907-46B8-A56F-85A3BF55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Carbon-aware scheduling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D397AAE0-522A-4700-8A82-C6C4DCF0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5C917-2646-453D-B4AD-C639F0B6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9FC04-3AF5-4AFF-8A6C-09E7647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BCF5F-FDA2-4BE0-90A3-9326FF9F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D0585F5D-F999-4B1D-A7CB-0BD3B3DE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FC5A8DB2-FAB2-4EA8-9ED4-09EF3CF0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1C8F2A4A-B68B-44DE-8CE7-BF6A60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D1B99-8531-4349-A1CC-CF47D28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E90AD8BC-AB9A-463E-B774-FCD78B47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3CDEB-1812-488F-BEC8-7509793E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1053D961-163E-4515-B52F-DE40416B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13 / 22">
            <a:extLst xmlns:a="http://schemas.openxmlformats.org/drawingml/2006/main">
              <a:ext uri="{FF2B5EF4-FFF2-40B4-BE49-F238E27FC236}">
                <a16:creationId xmlns:a16="http://schemas.microsoft.com/office/drawing/2014/main" id="{C84BE42B-A49B-452A-BEB1-2065A231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333482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s 1 and 2 • Conclusions and limitations">
            <a:extLst xmlns:a="http://schemas.openxmlformats.org/drawingml/2006/main">
              <a:ext uri="{FF2B5EF4-FFF2-40B4-BE49-F238E27FC236}">
                <a16:creationId xmlns:a16="http://schemas.microsoft.com/office/drawing/2014/main" id="{09AB6923-38F4-49EF-B59C-8B7798CC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Tasks 1 and 2 • Conclusions and limitations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973FF320-2581-469F-8B74-C0D85AB2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149318FB-5EDC-4504-BBBB-8CC6733D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72510E9F-28F9-41A0-BCBF-ABC3041E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6C6255FE-9A34-452C-84F6-29592593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FCA34573-4483-434B-9807-FC44F691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DB68D2CF-2F7F-4DB7-A719-2A8CDD2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36B94191-69B2-4B5A-BF0C-50D72E94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B54CB973-322A-4F6C-8EDE-0D091A1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1640E1A0-7124-4859-AF9F-70B19137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DCD44-5F1C-4EFB-9E4B-76EA342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E733D-C462-4D1B-9DCF-C977092B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10628D34-5ECB-487E-A019-1B2FF24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14 / 22">
            <a:extLst xmlns:a="http://schemas.openxmlformats.org/drawingml/2006/main">
              <a:ext uri="{FF2B5EF4-FFF2-40B4-BE49-F238E27FC236}">
                <a16:creationId xmlns:a16="http://schemas.microsoft.com/office/drawing/2014/main" id="{89980712-1961-4876-87E2-2DFF27BA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3768906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CB135DF5-DACA-46C9-8716-F14DB0E5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Optional supporting material">
            <a:extLst xmlns:a="http://schemas.openxmlformats.org/drawingml/2006/main">
              <a:ext uri="{FF2B5EF4-FFF2-40B4-BE49-F238E27FC236}">
                <a16:creationId xmlns:a16="http://schemas.microsoft.com/office/drawing/2014/main" id="{8A357F8D-E900-4A9D-962B-C676CC1B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supporting material</a:t>
            </a:r>
          </a:p>
        </p:txBody>
      </p:sp>
      <p:sp>
        <p:nvSpPr>
          <p:cNvPr id="3" name="Task 1: implementation expansions">
            <a:extLst xmlns:a="http://schemas.openxmlformats.org/drawingml/2006/main">
              <a:ext uri="{FF2B5EF4-FFF2-40B4-BE49-F238E27FC236}">
                <a16:creationId xmlns:a16="http://schemas.microsoft.com/office/drawing/2014/main" id="{5739FC0C-5221-45FA-AE30-3D519395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implementation expansions</a:t>
            </a:r>
          </a:p>
        </p:txBody>
      </p:sp>
      <p:sp>
        <p:nvSpPr>
          <p:cNvPr id="4" name="The Task 1 answers already contain the rotation formula">
            <a:extLst xmlns:a="http://schemas.openxmlformats.org/drawingml/2006/main">
              <a:ext uri="{FF2B5EF4-FFF2-40B4-BE49-F238E27FC236}">
                <a16:creationId xmlns:a16="http://schemas.microsoft.com/office/drawing/2014/main" id="{A2C51E07-529F-4D0D-B6CA-1D510EA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1 answers already contain the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formula, worked calculation, kernel, host launch,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launch-shape comparison and stream/overlap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5" name="The following slides expand coordinate conventions and ">
            <a:extLst xmlns:a="http://schemas.openxmlformats.org/drawingml/2006/main">
              <a:ext uri="{FF2B5EF4-FFF2-40B4-BE49-F238E27FC236}">
                <a16:creationId xmlns:a16="http://schemas.microsoft.com/office/drawing/2014/main" id="{650C1F7D-181D-4D0D-A1D9-14EBE1BB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following slides expand coordinate conventions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complete source examples, then give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profiling plan and GDS background.</a:t>
            </a:r>
          </a:p>
        </p:txBody>
      </p:sp>
      <p:sp>
        <p:nvSpPr>
          <p:cNvPr id="6" name="Task 2: supplementary comparisons">
            <a:extLst xmlns:a="http://schemas.openxmlformats.org/drawingml/2006/main">
              <a:ext uri="{FF2B5EF4-FFF2-40B4-BE49-F238E27FC236}">
                <a16:creationId xmlns:a16="http://schemas.microsoft.com/office/drawing/2014/main" id="{708316FE-BB5D-43F0-873E-2BE3A70A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supplementary comparisons</a:t>
            </a:r>
          </a:p>
        </p:txBody>
      </p:sp>
      <p:sp>
        <p:nvSpPr>
          <p:cNvPr id="7" name="The Task 2 answers already contain energy/carbon calcul">
            <a:extLst xmlns:a="http://schemas.openxmlformats.org/drawingml/2006/main">
              <a:ext uri="{FF2B5EF4-FFF2-40B4-BE49-F238E27FC236}">
                <a16:creationId xmlns:a16="http://schemas.microsoft.com/office/drawing/2014/main" id="{21E915F2-FC91-4640-8EFC-5FC22D11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2 answers already contain energy/carbon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calculations, research comparisons, governance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fairness decisions, access policy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accountable scheduling.</a:t>
            </a:r>
          </a:p>
        </p:txBody>
      </p:sp>
      <p:sp>
        <p:nvSpPr>
          <p:cNvPr id="8" name="Additional parallelism and cross-topic comparison table">
            <a:extLst xmlns:a="http://schemas.openxmlformats.org/drawingml/2006/main">
              <a:ext uri="{FF2B5EF4-FFF2-40B4-BE49-F238E27FC236}">
                <a16:creationId xmlns:a16="http://schemas.microsoft.com/office/drawing/2014/main" id="{FABB3FA6-EE7D-4E07-9678-CEBEE276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Additional parallelism and cross-topic comparison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tables follow. Website references and one brief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AI-use declaration complete the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67148-94B2-47BF-9AFF-3C9B15A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E8AA2-C707-4526-ABCD-D19D0A4E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C13B3F2-83D6-4A09-97CC-6B8FC9B1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22">
            <a:extLst xmlns:a="http://schemas.openxmlformats.org/drawingml/2006/main">
              <a:ext uri="{FF2B5EF4-FFF2-40B4-BE49-F238E27FC236}">
                <a16:creationId xmlns:a16="http://schemas.microsoft.com/office/drawing/2014/main" id="{A5BFFDD3-C46E-4A4E-9C4D-32AAB57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16586657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189329E9-5AAF-4377-97C6-81ACF379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27662AE3-FC5C-4752-9A71-29D7839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FFE34-803D-4709-B0EA-3AC8DD24CF5C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AE658BF9-035E-4723-8A14-F3EB421F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D0600-552D-4B17-AEA6-1446D5F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F75A445D-E1E2-40A7-8016-B2347368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16 / 22">
            <a:extLst xmlns:a="http://schemas.openxmlformats.org/drawingml/2006/main">
              <a:ext uri="{FF2B5EF4-FFF2-40B4-BE49-F238E27FC236}">
                <a16:creationId xmlns:a16="http://schemas.microsoft.com/office/drawing/2014/main" id="{D988C125-4D57-4529-9865-8EEB445B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9678051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2">
            <a:extLst xmlns:a="http://schemas.openxmlformats.org/drawingml/2006/main">
              <a:ext uri="{FF2B5EF4-FFF2-40B4-BE49-F238E27FC236}">
                <a16:creationId xmlns:a16="http://schemas.microsoft.com/office/drawing/2014/main" id="{0F192FF4-5050-40A0-AE58-BC5FE64B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0CCF2B21-7B83-45E8-A6FA-D8824F34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1592D-B8A1-4012-9BE0-9AEA6E032EF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599D84EA-57E3-4F2B-A9DE-70B9105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7E9FE-4FDE-494F-9AE5-7DFFD425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8818D98F-041A-4776-AC31-8F08C7D9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17 / 22">
            <a:extLst xmlns:a="http://schemas.openxmlformats.org/drawingml/2006/main">
              <a:ext uri="{FF2B5EF4-FFF2-40B4-BE49-F238E27FC236}">
                <a16:creationId xmlns:a16="http://schemas.microsoft.com/office/drawing/2014/main" id="{55C09CC9-545B-49E2-8D2C-790659B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1503833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4">
            <a:extLst xmlns:a="http://schemas.openxmlformats.org/drawingml/2006/main">
              <a:ext uri="{FF2B5EF4-FFF2-40B4-BE49-F238E27FC236}">
                <a16:creationId xmlns:a16="http://schemas.microsoft.com/office/drawing/2014/main" id="{77F564AB-24A5-4FC6-9612-607D73F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1331FC9-6210-41ED-A448-64D29367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E5A8A583-8B20-409C-BCF9-E9690F6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D948AE55-C88C-4A88-BEBD-6D9C099A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b96df96b5a344d6"/>
              </a:rPr>
              <a:t>https://docs.nvidia.com/cuda/cuda-c-best-practices-guide/index.html</a:t>
            </a:r>
          </a:p>
        </p:txBody>
      </p:sp>
      <p:sp>
        <p:nvSpPr>
          <p:cNvPr id="5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B46BF0D3-F1C1-4961-9B1B-A9E200B4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00852410-613C-4FB6-B27C-CAEB5BFC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01ca1d2b4fc4767"/>
              </a:rPr>
              <a:t>https://docs.nvidia.com/gpudirect-storage/overview-guide/index.html</a:t>
            </a:r>
          </a:p>
        </p:txBody>
      </p:sp>
      <p:sp>
        <p:nvSpPr>
          <p:cNvPr id="7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2EF140C5-5533-4EE0-82FA-7112E30B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1DA04395-AF9B-42CE-BF08-C560FF9C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dae107cc3fd43ac"/>
              </a:rPr>
              <a:t>https://docs.nvidia.com/gpudirect-storage/design-guide/index.html</a:t>
            </a:r>
          </a:p>
        </p:txBody>
      </p:sp>
      <p:sp>
        <p:nvSpPr>
          <p:cNvPr id="9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229924E9-3942-4731-A269-096BC086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3FEFA1F0-227C-4EA5-961D-2EF84E2B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2af40da57dc4396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189CE-78CC-48EB-9A9E-55C2A38A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4B3B1C4-D8D1-4142-AC2F-0E72A5C8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22">
            <a:extLst xmlns:a="http://schemas.openxmlformats.org/drawingml/2006/main">
              <a:ext uri="{FF2B5EF4-FFF2-40B4-BE49-F238E27FC236}">
                <a16:creationId xmlns:a16="http://schemas.microsoft.com/office/drawing/2014/main" id="{93D8F759-28D5-4324-8382-5A35A2E9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377761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4">
            <a:extLst xmlns:a="http://schemas.openxmlformats.org/drawingml/2006/main">
              <a:ext uri="{FF2B5EF4-FFF2-40B4-BE49-F238E27FC236}">
                <a16:creationId xmlns:a16="http://schemas.microsoft.com/office/drawing/2014/main" id="{9742E099-9BA6-4F0D-B5B0-3C2E757E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4691C6D8-DA05-4630-9679-CBBD5FFC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3BB9B254-0711-4481-932D-BD049D5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D306C6A0-520D-4800-9206-6F15FDB4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1801f4acf3a471d"/>
              </a:rPr>
              <a:t>https://www.iea.org/reports/key-questions-on-energy-and-ai/executive-summary</a:t>
            </a:r>
          </a:p>
        </p:txBody>
      </p:sp>
      <p:sp>
        <p:nvSpPr>
          <p:cNvPr id="5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C0B3A8DB-540E-4179-8991-B61DECD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439D5852-6529-4525-A3F3-59230817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1379610aba34d6c"/>
              </a:rPr>
              <a:t>https://www.nsf.gov/cise/updates/nairr-2-years-advancing-american-artificial-intelligence</a:t>
            </a:r>
          </a:p>
        </p:txBody>
      </p:sp>
      <p:sp>
        <p:nvSpPr>
          <p:cNvPr id="7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71230897-56D7-4851-9D08-5A38B9B0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8C97E34F-CDD0-4ECD-B0C9-C9F884A3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13ef0c972f94824"/>
              </a:rPr>
              <a:t>https://aclanthology.org/P19-1355/</a:t>
            </a:r>
          </a:p>
        </p:txBody>
      </p:sp>
      <p:sp>
        <p:nvSpPr>
          <p:cNvPr id="9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C1014F90-C0DB-4736-B04A-9A36F9D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AEF2C1B3-24C7-45EC-B6E1-0915A6BA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717903c655f46c2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418F8-ED0D-4AAA-884A-22907495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78FA2AF-4C9E-4678-9C41-7C5BDB64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22">
            <a:extLst xmlns:a="http://schemas.openxmlformats.org/drawingml/2006/main">
              <a:ext uri="{FF2B5EF4-FFF2-40B4-BE49-F238E27FC236}">
                <a16:creationId xmlns:a16="http://schemas.microsoft.com/office/drawing/2014/main" id="{09642357-9607-4F57-9A97-88351CCB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8419556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4">
            <a:extLst xmlns:a="http://schemas.openxmlformats.org/drawingml/2006/main">
              <a:ext uri="{FF2B5EF4-FFF2-40B4-BE49-F238E27FC236}">
                <a16:creationId xmlns:a16="http://schemas.microsoft.com/office/drawing/2014/main" id="{7E7621FF-40D9-46BE-9798-98BA7017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C43293F-0CFD-4799-98B9-59C83D7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E9368190-FC89-4A17-8F00-A6D8D2B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A65220C4-948C-46C4-ACF5-243E56B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df65d6209f0455a"/>
              </a:rPr>
              <a:t>https://arxiv.org/abs/1907.10597</a:t>
            </a:r>
          </a:p>
        </p:txBody>
      </p:sp>
      <p:sp>
        <p:nvSpPr>
          <p:cNvPr id="5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5375B743-C624-48E8-9D5D-D472114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18CEE957-4BFE-433D-B94C-E44D0FB1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ecc4447e5744266"/>
              </a:rPr>
              <a:t>https://arxiv.org/abs/1906.08935v2</a:t>
            </a:r>
          </a:p>
        </p:txBody>
      </p:sp>
      <p:sp>
        <p:nvSpPr>
          <p:cNvPr id="7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3B066AF4-72C7-4B66-91E9-242E0960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269BBF26-F243-44E5-8200-00EFE404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842a697861e46a1"/>
              </a:rPr>
              <a:t>https://aclanthology.org/2024.cl-3.8/</a:t>
            </a:r>
          </a:p>
        </p:txBody>
      </p:sp>
      <p:sp>
        <p:nvSpPr>
          <p:cNvPr id="9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B4F9B436-142F-4259-81B4-4F446FE5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6D7517C6-17DA-4220-9F69-A387AF85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1301d04db4242b5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51EAA-02AD-4EDF-AD06-CD877300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7707714-A5C7-4E63-8A6A-C8BB9E33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22">
            <a:extLst xmlns:a="http://schemas.openxmlformats.org/drawingml/2006/main">
              <a:ext uri="{FF2B5EF4-FFF2-40B4-BE49-F238E27FC236}">
                <a16:creationId xmlns:a16="http://schemas.microsoft.com/office/drawing/2014/main" id="{E23BC724-0CAA-48B5-82F9-E1CF62A2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3735792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4/4">
            <a:extLst xmlns:a="http://schemas.openxmlformats.org/drawingml/2006/main">
              <a:ext uri="{FF2B5EF4-FFF2-40B4-BE49-F238E27FC236}">
                <a16:creationId xmlns:a16="http://schemas.microsoft.com/office/drawing/2014/main" id="{B4325DD5-EC6B-4003-B780-4C7F826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29AE47F-ABA7-4E3F-BBCE-2EC0D8F2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7237EB8A-B7D9-4E49-8C13-3003C294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9F2AFE5F-9885-419D-A3CF-2D827AB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9257484b90a410a"/>
              </a:rPr>
              <a:t>https://arxiv.org/abs/2106.11750v1</a:t>
            </a:r>
          </a:p>
        </p:txBody>
      </p:sp>
      <p:sp>
        <p:nvSpPr>
          <p:cNvPr id="5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D624193A-6D14-4FFD-85A9-A9DD0B9F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687752DC-CD18-43C5-A783-DB436A88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72167e8f50543c3"/>
              </a:rPr>
              <a:t>https://www.oecd.org/en/topics/ai-principles.html</a:t>
            </a:r>
          </a:p>
        </p:txBody>
      </p:sp>
      <p:sp>
        <p:nvSpPr>
          <p:cNvPr id="7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58A46F1F-A31A-47F2-A4E3-9E27B674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281A9DDE-D40F-4C94-9B1C-269A90E8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62f9048c31748aa"/>
              </a:rPr>
              <a:t>https://airc.nist.gov/airmf-resources/playbook/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BA891-9BDF-4BD2-A6FC-A4F6AD6F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5B1E3FC-C3DD-4E9E-8BDC-B149F571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1 / 22">
            <a:extLst xmlns:a="http://schemas.openxmlformats.org/drawingml/2006/main">
              <a:ext uri="{FF2B5EF4-FFF2-40B4-BE49-F238E27FC236}">
                <a16:creationId xmlns:a16="http://schemas.microsoft.com/office/drawing/2014/main" id="{81B0C031-B73B-4D37-ACBC-6F1A09E5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2481128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BE2CC064-F561-4E83-AACA-36FC1F4C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1BC332E7-B595-4DA4-ACCF-3A3FC1D8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66760FAE-CE2D-4140-8282-355E19B1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C3CC86E3-2EBA-40EA-93F0-47DA8616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4054FF0D-EFD8-4060-AFF9-31B48BB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9E0AEA06-2A02-4DA1-AD4A-93AEB69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06132-6E87-4B6E-89C8-B74DFE89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FBA45-45C7-40BC-89E1-70C1A480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6E435D5-9970-4149-9279-DDDAE715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22 / 22">
            <a:extLst xmlns:a="http://schemas.openxmlformats.org/drawingml/2006/main">
              <a:ext uri="{FF2B5EF4-FFF2-40B4-BE49-F238E27FC236}">
                <a16:creationId xmlns:a16="http://schemas.microsoft.com/office/drawing/2014/main" id="{D82555B6-2449-4CEF-8F93-15485120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197194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2026-10-08T12:59:49.5490000Z</dcterms:created>
  <dcterms:modified xsi:type="dcterms:W3CDTF">2026-10-08T12:59:49.5490000Z</dcterms:modified>
</coreProperties>
</file>