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b270c73504253" /><Relationship Type="http://schemas.openxmlformats.org/officeDocument/2006/relationships/extended-properties" Target="/docProps/app.xml" Id="Rfe2f418d06644043" /><Relationship Type="http://schemas.openxmlformats.org/officeDocument/2006/relationships/officeDocument" Target="/ppt/presentation.xml" Id="R5628d2375ba740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dc312254d409f"/>
  </p:sldMasterIdLst>
  <p:notesMasterIdLst>
    <p:notesMasterId xmlns:r="http://schemas.openxmlformats.org/officeDocument/2006/relationships" r:id="R829437fe0e0546fb"/>
  </p:notesMasterIdLst>
  <p:sldIdLst>
    <p:sldId xmlns:r="http://schemas.openxmlformats.org/officeDocument/2006/relationships" id="256" r:id="Ra1d4e1740f26491b"/>
    <p:sldId xmlns:r="http://schemas.openxmlformats.org/officeDocument/2006/relationships" id="257" r:id="R1cc45845ae244e1f"/>
    <p:sldId xmlns:r="http://schemas.openxmlformats.org/officeDocument/2006/relationships" id="258" r:id="Ra3050797173942d0"/>
    <p:sldId xmlns:r="http://schemas.openxmlformats.org/officeDocument/2006/relationships" id="259" r:id="R6ca7a0352c6f4a39"/>
    <p:sldId xmlns:r="http://schemas.openxmlformats.org/officeDocument/2006/relationships" id="260" r:id="R89321303ba054b18"/>
    <p:sldId xmlns:r="http://schemas.openxmlformats.org/officeDocument/2006/relationships" id="261" r:id="R0e5ecfaa984c4093"/>
    <p:sldId xmlns:r="http://schemas.openxmlformats.org/officeDocument/2006/relationships" id="262" r:id="Ra42a96743bd04bb8"/>
    <p:sldId xmlns:r="http://schemas.openxmlformats.org/officeDocument/2006/relationships" id="263" r:id="R9a4f73d9d0464e89"/>
    <p:sldId xmlns:r="http://schemas.openxmlformats.org/officeDocument/2006/relationships" id="264" r:id="Rbf1f886fd30649d5"/>
    <p:sldId xmlns:r="http://schemas.openxmlformats.org/officeDocument/2006/relationships" id="265" r:id="R5cb87ee51ed04e7c"/>
    <p:sldId xmlns:r="http://schemas.openxmlformats.org/officeDocument/2006/relationships" id="266" r:id="R6d23d0796cc34e47"/>
    <p:sldId xmlns:r="http://schemas.openxmlformats.org/officeDocument/2006/relationships" id="267" r:id="R4803cdc6c58c41d4"/>
    <p:sldId xmlns:r="http://schemas.openxmlformats.org/officeDocument/2006/relationships" id="268" r:id="R2120baeab2ee443f"/>
    <p:sldId xmlns:r="http://schemas.openxmlformats.org/officeDocument/2006/relationships" id="269" r:id="Rf03aeac79bd2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6d47908624f97" /><Relationship Type="http://schemas.openxmlformats.org/officeDocument/2006/relationships/slideMaster" Target="/ppt/slideMasters/slideMaster1.xml" Id="R05ddc312254d409f" /><Relationship Type="http://schemas.openxmlformats.org/officeDocument/2006/relationships/notesMaster" Target="/ppt/notesMasters/notesMaster1.xml" Id="R829437fe0e0546fb" /><Relationship Type="http://schemas.openxmlformats.org/officeDocument/2006/relationships/presProps" Target="/ppt/presProps.xml" Id="R39a1a15dadcf4949" /><Relationship Type="http://schemas.openxmlformats.org/officeDocument/2006/relationships/tableStyles" Target="/ppt/tableStyles.xml" Id="Re9c8f89c75d542c5" /><Relationship Type="http://schemas.openxmlformats.org/officeDocument/2006/relationships/slide" Target="/ppt/slides/slide1.xml" Id="Ra1d4e1740f26491b" /><Relationship Type="http://schemas.openxmlformats.org/officeDocument/2006/relationships/slide" Target="/ppt/slides/slide2.xml" Id="R1cc45845ae244e1f" /><Relationship Type="http://schemas.openxmlformats.org/officeDocument/2006/relationships/slide" Target="/ppt/slides/slide3.xml" Id="Ra3050797173942d0" /><Relationship Type="http://schemas.openxmlformats.org/officeDocument/2006/relationships/slide" Target="/ppt/slides/slide4.xml" Id="R6ca7a0352c6f4a39" /><Relationship Type="http://schemas.openxmlformats.org/officeDocument/2006/relationships/slide" Target="/ppt/slides/slide5.xml" Id="R89321303ba054b18" /><Relationship Type="http://schemas.openxmlformats.org/officeDocument/2006/relationships/slide" Target="/ppt/slides/slide6.xml" Id="R0e5ecfaa984c4093" /><Relationship Type="http://schemas.openxmlformats.org/officeDocument/2006/relationships/slide" Target="/ppt/slides/slide7.xml" Id="Ra42a96743bd04bb8" /><Relationship Type="http://schemas.openxmlformats.org/officeDocument/2006/relationships/slide" Target="/ppt/slides/slide8.xml" Id="R9a4f73d9d0464e89" /><Relationship Type="http://schemas.openxmlformats.org/officeDocument/2006/relationships/slide" Target="/ppt/slides/slide9.xml" Id="Rbf1f886fd30649d5" /><Relationship Type="http://schemas.openxmlformats.org/officeDocument/2006/relationships/slide" Target="/ppt/slides/slide10.xml" Id="R5cb87ee51ed04e7c" /><Relationship Type="http://schemas.openxmlformats.org/officeDocument/2006/relationships/slide" Target="/ppt/slides/slide11.xml" Id="R6d23d0796cc34e47" /><Relationship Type="http://schemas.openxmlformats.org/officeDocument/2006/relationships/slide" Target="/ppt/slides/slide12.xml" Id="R4803cdc6c58c41d4" /><Relationship Type="http://schemas.openxmlformats.org/officeDocument/2006/relationships/slide" Target="/ppt/slides/slide13.xml" Id="R2120baeab2ee443f" /><Relationship Type="http://schemas.openxmlformats.org/officeDocument/2006/relationships/slide" Target="/ppt/slides/slide14.xml" Id="Rf03aeac79bd2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a93ef06df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5c3e385d24d74" /><Relationship Type="http://schemas.openxmlformats.org/officeDocument/2006/relationships/notesMaster" Target="/ppt/notesMasters/notesMaster1.xml" Id="Rc9db12659269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6b404d20049a1" /><Relationship Type="http://schemas.openxmlformats.org/officeDocument/2006/relationships/notesMaster" Target="/ppt/notesMasters/notesMaster1.xml" Id="R83d9b50b0c8b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b32fb86634fff" /><Relationship Type="http://schemas.openxmlformats.org/officeDocument/2006/relationships/notesMaster" Target="/ppt/notesMasters/notesMaster1.xml" Id="R74a36376096548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3bf84a7254c86" /><Relationship Type="http://schemas.openxmlformats.org/officeDocument/2006/relationships/notesMaster" Target="/ppt/notesMasters/notesMaster1.xml" Id="R8d873518e12a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f186d3bcdc4efc" /><Relationship Type="http://schemas.openxmlformats.org/officeDocument/2006/relationships/notesMaster" Target="/ppt/notesMasters/notesMaster1.xml" Id="Ra37961845288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7cdc0ad7a4fdc" /><Relationship Type="http://schemas.openxmlformats.org/officeDocument/2006/relationships/notesMaster" Target="/ppt/notesMasters/notesMaster1.xml" Id="R8702512959fd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d1c06cf6854d57" /><Relationship Type="http://schemas.openxmlformats.org/officeDocument/2006/relationships/notesMaster" Target="/ppt/notesMasters/notesMaster1.xml" Id="R3c7e23661c86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4ad9420fc4067" /><Relationship Type="http://schemas.openxmlformats.org/officeDocument/2006/relationships/notesMaster" Target="/ppt/notesMasters/notesMaster1.xml" Id="Rf4a4436efcba4c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2b03c3a0d4648" /><Relationship Type="http://schemas.openxmlformats.org/officeDocument/2006/relationships/notesMaster" Target="/ppt/notesMasters/notesMaster1.xml" Id="R2c7a5ee9848d4f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6b3b5c3b64f6a" /><Relationship Type="http://schemas.openxmlformats.org/officeDocument/2006/relationships/notesMaster" Target="/ppt/notesMasters/notesMaster1.xml" Id="R6ca886bdabf5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6d755d2d8f4832" /><Relationship Type="http://schemas.openxmlformats.org/officeDocument/2006/relationships/notesMaster" Target="/ppt/notesMasters/notesMaster1.xml" Id="Re3c7fec217ad44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c21d08fa64dcc" /><Relationship Type="http://schemas.openxmlformats.org/officeDocument/2006/relationships/notesMaster" Target="/ppt/notesMasters/notesMaster1.xml" Id="Re9be08aa49824f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47ebb4c25449a4" /><Relationship Type="http://schemas.openxmlformats.org/officeDocument/2006/relationships/notesMaster" Target="/ppt/notesMasters/notesMaster1.xml" Id="R6a5aa94e84ec4f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6cb8119a2b4d35" /><Relationship Type="http://schemas.openxmlformats.org/officeDocument/2006/relationships/notesMaster" Target="/ppt/notesMasters/notesMaster1.xml" Id="R7fb87e023513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output/AI_Use_Declaration.pdf. This appendix reproduces a concise summary of the team's AI-use declaration. The PDF and authentic prompt/conversation record remain separate Moodle submission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3de681ed8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5902a19e74813" /><Relationship Type="http://schemas.openxmlformats.org/officeDocument/2006/relationships/slideLayout" Target="/ppt/slideLayouts/slideLayout1.xml" Id="R4c1f68bc699e4a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f68bc699e4a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148d4f3d4a6f" /><Relationship Type="http://schemas.openxmlformats.org/officeDocument/2006/relationships/notesSlide" Target="/ppt/notesSlides/notesSlide1.xml" Id="Ra8ea0aeb563f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323625d54aca" /><Relationship Type="http://schemas.openxmlformats.org/officeDocument/2006/relationships/notesSlide" Target="/ppt/notesSlides/notesSlide2.xml" Id="Rc094e958779a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aa7a5c481437f" /><Relationship Type="http://schemas.openxmlformats.org/officeDocument/2006/relationships/notesSlide" Target="/ppt/notesSlides/notesSlide3.xml" Id="R3192ddd4937b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3d0c284b4fec" /><Relationship Type="http://schemas.openxmlformats.org/officeDocument/2006/relationships/chart" Target="/ppt/slides/charts/chart1.xml" Id="Rbe9c826a6c00484f" /><Relationship Type="http://schemas.openxmlformats.org/officeDocument/2006/relationships/notesSlide" Target="/ppt/notesSlides/notesSlide4.xml" Id="R819d08e4927b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ba658f4f1464b" /><Relationship Type="http://schemas.openxmlformats.org/officeDocument/2006/relationships/chart" Target="/ppt/slides/charts/chart2.xml" Id="Rc4f5ceda5d8d4711" /><Relationship Type="http://schemas.openxmlformats.org/officeDocument/2006/relationships/notesSlide" Target="/ppt/notesSlides/notesSlide5.xml" Id="R839ca8e81aba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0776123248b8" /><Relationship Type="http://schemas.openxmlformats.org/officeDocument/2006/relationships/chart" Target="/ppt/slides/charts/chart3.xml" Id="Rf0e66a97b75e4215" /><Relationship Type="http://schemas.openxmlformats.org/officeDocument/2006/relationships/chart" Target="/ppt/slides/charts/chart4.xml" Id="R43fbc887ae0d4997" /><Relationship Type="http://schemas.openxmlformats.org/officeDocument/2006/relationships/notesSlide" Target="/ppt/notesSlides/notesSlide6.xml" Id="Red4095c6ef6e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44eb76a64468b" /><Relationship Type="http://schemas.openxmlformats.org/officeDocument/2006/relationships/notesSlide" Target="/ppt/notesSlides/notesSlide7.xml" Id="R62dbfd3787de4a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383d21b394de6" /><Relationship Type="http://schemas.openxmlformats.org/officeDocument/2006/relationships/chart" Target="/ppt/slides/charts/chart5.xml" Id="Rda9b3c07321f49ec" /><Relationship Type="http://schemas.openxmlformats.org/officeDocument/2006/relationships/chart" Target="/ppt/slides/charts/chart6.xml" Id="Rc20c07bcb31f42ee" /><Relationship Type="http://schemas.openxmlformats.org/officeDocument/2006/relationships/notesSlide" Target="/ppt/notesSlides/notesSlide8.xml" Id="R6e550d327808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b7fce41e4e1f" /><Relationship Type="http://schemas.openxmlformats.org/officeDocument/2006/relationships/chart" Target="/ppt/slides/charts/chart7.xml" Id="R247a3a951d3a4374" /><Relationship Type="http://schemas.openxmlformats.org/officeDocument/2006/relationships/notesSlide" Target="/ppt/notesSlides/notesSlide9.xml" Id="Rf7c6c390f54b47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bebd2a34943c6" /><Relationship Type="http://schemas.openxmlformats.org/officeDocument/2006/relationships/notesSlide" Target="/ppt/notesSlides/notesSlide10.xml" Id="Ra7e7a646d1cf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bc9ecb644864" /><Relationship Type="http://schemas.openxmlformats.org/officeDocument/2006/relationships/notesSlide" Target="/ppt/notesSlides/notesSlide11.xml" Id="Rfd11db7dbda241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1a1d59c64ad6" /><Relationship Type="http://schemas.openxmlformats.org/officeDocument/2006/relationships/image" Target="/ppt/media/image.png" Id="Rd29e8adefe9046ec" /><Relationship Type="http://schemas.openxmlformats.org/officeDocument/2006/relationships/notesSlide" Target="/ppt/notesSlides/notesSlide12.xml" Id="Rf2d2109a46094d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b0da6d5c64d72" /><Relationship Type="http://schemas.openxmlformats.org/officeDocument/2006/relationships/image" Target="/ppt/media/image2.png" Id="Rd8e06f05059b4ca3" /><Relationship Type="http://schemas.openxmlformats.org/officeDocument/2006/relationships/notesSlide" Target="/ppt/notesSlides/notesSlide13.xml" Id="R789c0fdc317e4c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625c36d774d21" /><Relationship Type="http://schemas.openxmlformats.org/officeDocument/2006/relationships/notesSlide" Target="/ppt/notesSlides/notesSlide14.xml" Id="R53a00c8af4034ea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4.989752</c:v>
              </c:pt>
              <c:pt idx="1">
                <c:v>5.7932</c:v>
              </c:pt>
              <c:pt idx="2">
                <c:v>6.600539</c:v>
              </c:pt>
              <c:pt idx="3">
                <c:v>7.58008</c:v>
              </c:pt>
              <c:pt idx="4">
                <c:v>8.197113</c:v>
              </c:pt>
              <c:pt idx="5">
                <c:v>8.993253</c:v>
              </c:pt>
              <c:pt idx="6">
                <c:v>9.898929</c:v>
              </c:pt>
              <c:pt idx="7">
                <c:v>11.25524</c:v>
              </c:pt>
              <c:pt idx="8">
                <c:v>11.663884</c:v>
              </c:pt>
              <c:pt idx="9">
                <c:v>12.481058</c:v>
              </c:pt>
              <c:pt idx="10">
                <c:v>13.500245</c:v>
              </c:pt>
              <c:pt idx="11">
                <c:v>14.407534</c:v>
              </c:pt>
              <c:pt idx="12">
                <c:v>15.361246</c:v>
              </c:pt>
              <c:pt idx="13">
                <c:v>16.641048</c:v>
              </c:pt>
              <c:pt idx="14">
                <c:v>17.381228</c:v>
              </c:pt>
              <c:pt idx="15">
                <c:v>18.39205</c:v>
              </c:pt>
              <c:pt idx="16">
                <c:v>19.512275</c:v>
              </c:pt>
              <c:pt idx="17">
                <c:v>20.516872</c:v>
              </c:pt>
              <c:pt idx="18">
                <c:v>21.671941</c:v>
              </c:pt>
              <c:pt idx="19">
                <c:v>22.681507</c:v>
              </c:pt>
              <c:pt idx="20">
                <c:v>23.879297</c:v>
              </c:pt>
              <c:pt idx="21">
                <c:v>24.89455</c:v>
              </c:pt>
              <c:pt idx="22">
                <c:v>26.438953</c:v>
              </c:pt>
              <c:pt idx="23">
                <c:v>27.724465</c:v>
              </c:pt>
              <c:pt idx="24">
                <c:v>28.707587</c:v>
              </c:pt>
              <c:pt idx="25">
                <c:v>30.266235</c:v>
              </c:pt>
              <c:pt idx="26">
                <c:v>30.835879</c:v>
              </c:pt>
              <c:pt idx="27">
                <c:v>32.094736</c:v>
              </c:pt>
              <c:pt idx="28">
                <c:v>33.361352</c:v>
              </c:pt>
              <c:pt idx="29">
                <c:v>34.655354</c:v>
              </c:pt>
            </c:numLit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1.506796</c:v>
              </c:pt>
              <c:pt idx="1">
                <c:v>1.629617</c:v>
              </c:pt>
              <c:pt idx="2">
                <c:v>1.882136</c:v>
              </c:pt>
              <c:pt idx="3">
                <c:v>2.197054</c:v>
              </c:pt>
              <c:pt idx="4">
                <c:v>2.351178</c:v>
              </c:pt>
              <c:pt idx="5">
                <c:v>2.680151</c:v>
              </c:pt>
              <c:pt idx="6">
                <c:v>2.949921</c:v>
              </c:pt>
              <c:pt idx="7">
                <c:v>3.132021</c:v>
              </c:pt>
              <c:pt idx="8">
                <c:v>3.511267</c:v>
              </c:pt>
              <c:pt idx="9">
                <c:v>3.792676</c:v>
              </c:pt>
              <c:pt idx="10">
                <c:v>3.765773</c:v>
              </c:pt>
              <c:pt idx="11">
                <c:v>4.350641</c:v>
              </c:pt>
              <c:pt idx="12">
                <c:v>4.371929</c:v>
              </c:pt>
              <c:pt idx="13">
                <c:v>4.65037</c:v>
              </c:pt>
              <c:pt idx="14">
                <c:v>4.997748</c:v>
              </c:pt>
              <c:pt idx="15">
                <c:v>5.308287</c:v>
              </c:pt>
              <c:pt idx="16">
                <c:v>5.542288</c:v>
              </c:pt>
              <c:pt idx="17">
                <c:v>6.078635</c:v>
              </c:pt>
              <c:pt idx="18">
                <c:v>6.218323</c:v>
              </c:pt>
              <c:pt idx="19">
                <c:v>6.572295</c:v>
              </c:pt>
              <c:pt idx="20">
                <c:v>6.834096</c:v>
              </c:pt>
              <c:pt idx="21">
                <c:v>7.088691</c:v>
              </c:pt>
              <c:pt idx="22">
                <c:v>7.583849</c:v>
              </c:pt>
              <c:pt idx="23">
                <c:v>7.847521</c:v>
              </c:pt>
              <c:pt idx="24">
                <c:v>8.563484</c:v>
              </c:pt>
              <c:pt idx="25">
                <c:v>8.792589</c:v>
              </c:pt>
              <c:pt idx="26">
                <c:v>8.841267</c:v>
              </c:pt>
              <c:pt idx="27">
                <c:v>8.86051</c:v>
              </c:pt>
              <c:pt idx="28">
                <c:v>9.36652</c:v>
              </c:pt>
              <c:pt idx="29">
                <c:v>9.865707</c:v>
              </c:pt>
            </c:numLit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2.167603</c:v>
              </c:pt>
              <c:pt idx="1">
                <c:v>2.350731</c:v>
              </c:pt>
              <c:pt idx="2">
                <c:v>2.771374</c:v>
              </c:pt>
              <c:pt idx="3">
                <c:v>3.009852</c:v>
              </c:pt>
              <c:pt idx="4">
                <c:v>3.400205</c:v>
              </c:pt>
              <c:pt idx="5">
                <c:v>3.580981</c:v>
              </c:pt>
              <c:pt idx="6">
                <c:v>4.065718</c:v>
              </c:pt>
              <c:pt idx="7">
                <c:v>4.375723</c:v>
              </c:pt>
              <c:pt idx="8">
                <c:v>5.157762</c:v>
              </c:pt>
              <c:pt idx="9">
                <c:v>5.404324</c:v>
              </c:pt>
              <c:pt idx="10">
                <c:v>5.817264</c:v>
              </c:pt>
              <c:pt idx="11">
                <c:v>5.962411</c:v>
              </c:pt>
              <c:pt idx="12">
                <c:v>7.149659</c:v>
              </c:pt>
              <c:pt idx="13">
                <c:v>6.9077</c:v>
              </c:pt>
              <c:pt idx="14">
                <c:v>7.469348</c:v>
              </c:pt>
              <c:pt idx="15">
                <c:v>8.933063</c:v>
              </c:pt>
              <c:pt idx="16">
                <c:v>10.07874</c:v>
              </c:pt>
              <c:pt idx="17">
                <c:v>9.269982</c:v>
              </c:pt>
              <c:pt idx="18">
                <c:v>9.573097</c:v>
              </c:pt>
              <c:pt idx="19">
                <c:v>12.896376</c:v>
              </c:pt>
              <c:pt idx="20">
                <c:v>9.388351</c:v>
              </c:pt>
              <c:pt idx="21">
                <c:v>9.723761</c:v>
              </c:pt>
              <c:pt idx="22">
                <c:v>10.887108</c:v>
              </c:pt>
              <c:pt idx="23">
                <c:v>11.360931</c:v>
              </c:pt>
              <c:pt idx="24">
                <c:v>11.247044</c:v>
              </c:pt>
              <c:pt idx="25">
                <c:v>11.750655</c:v>
              </c:pt>
              <c:pt idx="26">
                <c:v>12.900694</c:v>
              </c:pt>
              <c:pt idx="27">
                <c:v>12.988591</c:v>
              </c:pt>
              <c:pt idx="28">
                <c:v>13.553135</c:v>
              </c:pt>
              <c:pt idx="29">
                <c:v>13.671737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3.311498</c:v>
              </c:pt>
              <c:pt idx="1">
                <c:v>3.554945</c:v>
              </c:pt>
              <c:pt idx="2">
                <c:v>3.50694</c:v>
              </c:pt>
              <c:pt idx="3">
                <c:v>3.450112</c:v>
              </c:pt>
              <c:pt idx="4">
                <c:v>3.486386</c:v>
              </c:pt>
              <c:pt idx="5">
                <c:v>3.355503</c:v>
              </c:pt>
              <c:pt idx="6">
                <c:v>3.355659</c:v>
              </c:pt>
              <c:pt idx="7">
                <c:v>3.593603</c:v>
              </c:pt>
              <c:pt idx="8">
                <c:v>3.321845</c:v>
              </c:pt>
              <c:pt idx="9">
                <c:v>3.290831</c:v>
              </c:pt>
              <c:pt idx="10">
                <c:v>3.584986</c:v>
              </c:pt>
              <c:pt idx="11">
                <c:v>3.311588</c:v>
              </c:pt>
              <c:pt idx="12">
                <c:v>3.513609</c:v>
              </c:pt>
              <c:pt idx="13">
                <c:v>3.578435</c:v>
              </c:pt>
              <c:pt idx="14">
                <c:v>3.477812</c:v>
              </c:pt>
              <c:pt idx="15">
                <c:v>3.46478</c:v>
              </c:pt>
              <c:pt idx="16">
                <c:v>3.520617</c:v>
              </c:pt>
              <c:pt idx="17">
                <c:v>3.375243</c:v>
              </c:pt>
              <c:pt idx="18">
                <c:v>3.485175</c:v>
              </c:pt>
              <c:pt idx="19">
                <c:v>3.451079</c:v>
              </c:pt>
              <c:pt idx="20">
                <c:v>3.494141</c:v>
              </c:pt>
              <c:pt idx="21">
                <c:v>3.511868</c:v>
              </c:pt>
              <c:pt idx="22">
                <c:v>3.486218</c:v>
              </c:pt>
              <c:pt idx="23">
                <c:v>3.532894</c:v>
              </c:pt>
              <c:pt idx="24">
                <c:v>3.352326</c:v>
              </c:pt>
              <c:pt idx="25">
                <c:v>3.442244</c:v>
              </c:pt>
              <c:pt idx="26">
                <c:v>3.487722</c:v>
              </c:pt>
              <c:pt idx="27">
                <c:v>3.622222</c:v>
              </c:pt>
              <c:pt idx="28">
                <c:v>3.561766</c:v>
              </c:pt>
              <c:pt idx="29">
                <c:v>3.512708</c:v>
              </c:pt>
            </c:numLit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2.706644</c:v>
              </c:pt>
              <c:pt idx="1">
                <c:v>2.807679</c:v>
              </c:pt>
              <c:pt idx="2">
                <c:v>2.671431</c:v>
              </c:pt>
              <c:pt idx="3">
                <c:v>2.773163</c:v>
              </c:pt>
              <c:pt idx="4">
                <c:v>2.717482</c:v>
              </c:pt>
              <c:pt idx="5">
                <c:v>2.829962</c:v>
              </c:pt>
              <c:pt idx="6">
                <c:v>2.74614</c:v>
              </c:pt>
              <c:pt idx="7">
                <c:v>2.782729</c:v>
              </c:pt>
              <c:pt idx="8">
                <c:v>2.495577</c:v>
              </c:pt>
              <c:pt idx="9">
                <c:v>2.618487</c:v>
              </c:pt>
              <c:pt idx="10">
                <c:v>2.590082</c:v>
              </c:pt>
              <c:pt idx="11">
                <c:v>2.737466</c:v>
              </c:pt>
              <c:pt idx="12">
                <c:v>2.549498</c:v>
              </c:pt>
              <c:pt idx="13">
                <c:v>2.68205</c:v>
              </c:pt>
              <c:pt idx="14">
                <c:v>2.648153</c:v>
              </c:pt>
              <c:pt idx="15">
                <c:v>2.341455</c:v>
              </c:pt>
              <c:pt idx="16">
                <c:v>2.206639</c:v>
              </c:pt>
              <c:pt idx="17">
                <c:v>2.521772</c:v>
              </c:pt>
              <c:pt idx="18">
                <c:v>2.568987</c:v>
              </c:pt>
              <c:pt idx="19">
                <c:v>1.99623</c:v>
              </c:pt>
              <c:pt idx="20">
                <c:v>2.890972</c:v>
              </c:pt>
              <c:pt idx="21">
                <c:v>2.956234</c:v>
              </c:pt>
              <c:pt idx="22">
                <c:v>2.761738</c:v>
              </c:pt>
              <c:pt idx="23">
                <c:v>2.776618</c:v>
              </c:pt>
              <c:pt idx="24">
                <c:v>2.879432</c:v>
              </c:pt>
              <c:pt idx="25">
                <c:v>2.962694</c:v>
              </c:pt>
              <c:pt idx="26">
                <c:v>2.712369</c:v>
              </c:pt>
              <c:pt idx="27">
                <c:v>2.807667</c:v>
              </c:pt>
              <c:pt idx="28">
                <c:v>2.789214</c:v>
              </c:pt>
              <c:pt idx="29">
                <c:v>2.876845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0.98963</c:v>
              </c:pt>
              <c:pt idx="1">
                <c:v>1.878171</c:v>
              </c:pt>
              <c:pt idx="2">
                <c:v>3.378454</c:v>
              </c:pt>
              <c:pt idx="3">
                <c:v>4.618865</c:v>
              </c:pt>
              <c:pt idx="4">
                <c:v>6.015093</c:v>
              </c:pt>
            </c:numLit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1.004932</c:v>
              </c:pt>
              <c:pt idx="1">
                <c:v>1.550188</c:v>
              </c:pt>
              <c:pt idx="2">
                <c:v>2.693979</c:v>
              </c:pt>
              <c:pt idx="3">
                <c:v>4.337217</c:v>
              </c:pt>
              <c:pt idx="4">
                <c:v>7.075541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0.98963</c:v>
              </c:pt>
              <c:pt idx="1">
                <c:v>1.878171</c:v>
              </c:pt>
              <c:pt idx="2">
                <c:v>2.635082</c:v>
              </c:pt>
              <c:pt idx="3">
                <c:v>3.378454</c:v>
              </c:pt>
              <c:pt idx="4">
                <c:v>3.906827</c:v>
              </c:pt>
              <c:pt idx="5">
                <c:v>4.232572</c:v>
              </c:pt>
              <c:pt idx="6">
                <c:v>4.432161</c:v>
              </c:pt>
              <c:pt idx="7">
                <c:v>4.618865</c:v>
              </c:pt>
              <c:pt idx="8">
                <c:v>4.420885</c:v>
              </c:pt>
              <c:pt idx="9">
                <c:v>4.156386</c:v>
              </c:pt>
              <c:pt idx="10">
                <c:v>4.550334</c:v>
              </c:pt>
              <c:pt idx="11">
                <c:v>5.308742</c:v>
              </c:pt>
              <c:pt idx="12">
                <c:v>5.4069</c:v>
              </c:pt>
              <c:pt idx="13">
                <c:v>5.821944</c:v>
              </c:pt>
              <c:pt idx="14">
                <c:v>5.971313</c:v>
              </c:pt>
              <c:pt idx="15">
                <c:v>6.015093</c:v>
              </c:pt>
            </c:numLit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1</c:v>
              </c:pt>
              <c:pt idx="1">
                <c:v>1.965524</c:v>
              </c:pt>
              <c:pt idx="2">
                <c:v>2.898324</c:v>
              </c:pt>
              <c:pt idx="3">
                <c:v>3.800036</c:v>
              </c:pt>
              <c:pt idx="4">
                <c:v>4.672189</c:v>
              </c:pt>
              <c:pt idx="5">
                <c:v>5.516213</c:v>
              </c:pt>
              <c:pt idx="6">
                <c:v>6.333447</c:v>
              </c:pt>
              <c:pt idx="7">
                <c:v>7.125147</c:v>
              </c:pt>
              <c:pt idx="8">
                <c:v>7.892491</c:v>
              </c:pt>
              <c:pt idx="9">
                <c:v>8.636586</c:v>
              </c:pt>
              <c:pt idx="10">
                <c:v>9.358472</c:v>
              </c:pt>
              <c:pt idx="11">
                <c:v>10.05913</c:v>
              </c:pt>
              <c:pt idx="12">
                <c:v>10.739483</c:v>
              </c:pt>
              <c:pt idx="13">
                <c:v>11.400399</c:v>
              </c:pt>
              <c:pt idx="14">
                <c:v>12.042701</c:v>
              </c:pt>
              <c:pt idx="15">
                <c:v>12.667164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1.012295</c:v>
              </c:pt>
              <c:pt idx="1">
                <c:v>1.530386</c:v>
              </c:pt>
              <c:pt idx="2">
                <c:v>2.386353</c:v>
              </c:pt>
              <c:pt idx="3">
                <c:v>2.358109</c:v>
              </c:pt>
              <c:pt idx="4">
                <c:v>2.245111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</c:numLit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1.003352</c:v>
              </c:pt>
              <c:pt idx="1">
                <c:v>1.547751</c:v>
              </c:pt>
              <c:pt idx="2">
                <c:v>2.689743</c:v>
              </c:pt>
              <c:pt idx="3">
                <c:v>4.330398</c:v>
              </c:pt>
              <c:pt idx="4">
                <c:v>7.064416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  <c:pt idx="5">
                <c:v>7.935425</c:v>
              </c:pt>
              <c:pt idx="6">
                <c:v>7.555168</c:v>
              </c:pt>
            </c:numLit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1</c:v>
              </c:pt>
              <c:pt idx="1">
                <c:v>1.966521</c:v>
              </c:pt>
              <c:pt idx="2">
                <c:v>3.805633</c:v>
              </c:pt>
              <c:pt idx="3">
                <c:v>7.148145</c:v>
              </c:pt>
              <c:pt idx="4">
                <c:v>12.745273</c:v>
              </c:pt>
              <c:pt idx="5">
                <c:v>20.945709</c:v>
              </c:pt>
              <c:pt idx="6">
                <c:v>30.879939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0560C-9B5F-4444-B9CF-F5C4FD91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972E7-14C1-4DC6-A17C-FCEE1A3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49D99-5238-45FB-9B40-9A3C062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D3550-A2D8-4B49-A2A7-68D6F03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ECC9-EE52-47D3-8976-E2C34E0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9C5A-00EF-4DB8-A13C-982370A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A8EE-478E-434D-A8FB-8F58691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BA8E-9265-46F3-AD73-C49E6B1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728995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4510F-24D0-49AD-96B0-BCD1BF6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80DDA-D276-4CAC-B51C-B62B534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B4C-D020-4713-8FD5-F173697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1126-EC00-4AD4-B889-E4DA409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2D72-0380-44E9-9363-66455AB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7FA6B-61A2-432D-A7E2-03ED9BE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6C454-863A-4DC1-9231-C112D24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8BF1-66F1-48A8-98B9-B7E1536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5B6A2-D7E3-4B01-94B1-978C8BE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29FCE-07A3-4F7C-BBA8-10BF9FD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AC429-4968-4F8D-BBE4-34D6019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26DE5-204C-4CB2-ABBD-42512FF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954D-B61A-4142-8E44-DEB8B0A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67467-628C-433F-B578-D739E613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2C76A-9BB3-498D-9EA9-D90D386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5D31B-176B-45B9-B3B1-D9DD470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74F7D-7BAB-4581-BBDF-FC9C5ED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EC91-665B-406E-B8B2-8A149D5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08CAC-8EC3-4538-ACB8-D3D056F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7216D-51DC-4783-B376-4B0D7F9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B8D5A-41ED-4F13-AFA2-55B8C86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884FA-5781-4728-A866-4B74BD2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4437C-185C-44F9-94D7-E273E11D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CEC99-B882-47DD-B565-66AD760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484C0-9F69-4054-8801-8500352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3D617-1080-41CD-8F6E-FD0681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548F3-661A-46BD-B558-F830D75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811D6-C103-4093-8C95-D303D9B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96C56-A085-463B-8EF9-5B7DA73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130978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BB7998-746B-43F0-90E1-FA9E6BE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30A2-0057-4363-BA5B-F11197D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137C-C327-433F-A17D-6B90201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6EEF9-29FE-43FA-8461-7167D920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A2BDF-B852-47F0-BE32-C77532D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38746-444F-491B-B9EA-0DF6835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F6EE-56C1-47E5-8A90-7B07716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E2FE-B02E-400F-ACAD-D4F9541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B257-EC73-43E5-A7BA-636D4D4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EC738-2AEB-463A-8609-D41CFD4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1FBB-D7BD-45EA-A91A-419183E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098F8-5447-4E0A-B4DD-541FD4F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B3D3-C2FF-452E-8679-C6E5AA3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BA02B-B251-4B24-B78A-C4E1089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8E0D4-EFC4-452D-A58D-C31F80D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891BE-5E07-417F-ABAE-170AB6D7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0A9B3-C508-4FCD-BB78-CD9723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EDC1D-BEAE-4F28-9C7F-5C9B7E8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3369-D876-46D5-8730-99CD569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6329B-C313-4A9A-B58C-A8445026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7039-9187-497A-B8D2-CE31749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FDABE-2C00-4AD0-B081-50B4B38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67C0B-825D-4915-8CD3-D5C199B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5EE01-7C05-4D28-BE15-6212BE6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3ACB0-CE57-4414-B55C-37E617A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293E2-1580-4410-B63A-E1DD8CA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4DF52-FF22-4F10-ABCA-B09655F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D860E-59C3-4D90-804A-8DFCAA2E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A5937-BD68-46F6-A134-DF72B6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8E877-FAFB-442C-A29A-AC2C8E0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1F0B6-65A2-4BBA-970A-A4DD7541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534A6-BDD2-4D0C-9B32-28593A8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82B13-D261-4356-B345-DCC5821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9E870-ECD4-4F8E-82EF-3E55970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7571F-7890-452E-8BCB-23F7241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2A2C0-2527-42FE-AC72-A39520A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88D45-C736-4D92-90CD-BF289C8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9C935-52DF-4CC9-B35F-74EEB6F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3ADA4-1947-4BD1-9187-3A30553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43160-9705-457C-8464-B344EB6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099098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7E363-D414-4C00-A27D-6D5EF7C6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E96EC-67A2-4119-BEB3-126D127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D999E-4F74-45D8-805D-8B7F388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891F-3B7B-4720-9F1D-9C82126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c826a6c0048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F4945-C5DA-4268-A862-FDDA00A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0757-2D9A-4985-820A-B534DE3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1827850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940B4-5327-4B2F-AD40-DD51C83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ACFC4-4B2D-4768-8500-16A24BA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32D47-828B-4335-A6B4-4CA5C8E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C839A-A753-4CD6-AFF9-8F0DCCB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f5ceda5d8d471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F43F2-2DDE-417C-8429-10AA5F6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E79D-5C7B-4263-B752-7D16FCB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774639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0276-486C-481D-BCC1-5E33277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42CD-5B85-4783-92D5-EB165F1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D229-5BBD-49E6-87EC-911606A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C46E-7B69-4B07-8546-F8CA6BA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e66a97b75e421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fbc887ae0d499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D913-0574-4D5A-8878-46EE2CD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AEA5-81ED-4F4F-8409-57BD2F3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88455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77058-4D46-469D-8A77-3B7282D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D485C-2739-48EE-B357-7EA8814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213B-4A14-4752-9E24-E25C752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9D5B1-F9C6-477E-B88B-6D081FD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1856D-A6FF-4E4C-89E5-31C5E46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6731-243D-40E1-8ACC-9D887E0E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1D241-D2D9-4BCC-9473-C7229FF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C4075-D3FF-4839-94F7-46A16B3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6A49F-A616-4F20-B788-0A2E497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F6C4-F465-4A7C-8469-31A4D6F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A80B-7C65-4195-95F2-543AB1A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C9DF-C641-44D1-A307-98CFFB31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300B-0CB4-45A8-9E1F-609AB584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3EB0E-CB1F-4125-8336-8AEDADD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EB10-E9FA-4E4D-AFBD-B2DBA60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C2862-FBCA-4E13-BA7A-F78DA790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A9335-2D19-47CD-B8F7-35C370F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F9D05-3268-45E6-B61B-7BD39EB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601BD-53D6-422D-8381-4F01026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5EFCD-274C-450C-8C75-C4501B3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CAE7E-61A2-41C2-9B12-E5B7F37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F0CAC-FD21-4AF6-9567-922BA53B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85864-F3C4-412C-9D14-A37092E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03EF-17F1-479C-A259-E4A6EC5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3C85E-76DD-4D68-9AAB-3223091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F3AF0-0F2F-4908-BC24-073923F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CB60D-5C7D-42E3-8C60-55BE536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A9B51-F805-471A-82CF-670F68E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58AD9-DBF6-46FC-B705-E21794C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898C2-ACEA-4B01-981B-C196E5D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225F4-0D72-4C42-B723-325AEEC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3D4C4-3866-479E-A8D0-0D19DAD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100034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919C4-37DD-400A-91FF-FFD590C9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FB05-2E72-46F2-AE11-5DA0A1F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9B8DD-F330-4F04-BBA4-5ABBC3CB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E5BC-FC0D-4A91-8D47-0B6109A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9b3c07321f49ec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0c07bcb31f42e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5644C-41C0-4193-9256-BBFBD54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2EFE8-B2D3-4A97-A1FF-82E4367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97781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649F8-3349-4295-B5D9-E54050A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FF54-0ECF-4C3E-A6EA-F66CDCA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D4CF-15C2-4525-B638-C1FF1B2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2A07-308A-41B2-9692-9157025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7a3a951d3a437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CCDC2-1EEF-42E9-893F-78CEE4F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DB521-0ADD-4951-9702-18CC396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8728D-7584-4BA7-A9BE-84F46E0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70BA-C65D-4B01-ABB7-4D9C315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4FB8-D2D4-4E52-9E6C-0E4D30F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7BEE2-2C48-4CCB-8599-2DEBB03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F64D2-B656-4F35-A7B8-D62F507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922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E8DB-A984-4036-B42F-12223DD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BAA7A-CE89-4F57-9ABE-C99878E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B95E-4202-4543-9B70-9D5F13D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C02F6-59EC-439B-8A66-F4D915F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BBC63-9B0C-41D7-B20C-1B5CDF6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1954-A427-418D-9E57-24099392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877BE-A23F-47AB-87BF-714E31B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FE8DF-C444-40B4-A85C-3066A8D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25B2-CE16-4185-B0C4-016113F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0CFDE-7B63-4522-87F0-C9DDEA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527175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309B4-B076-4D09-BA03-C8A123C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2D00-3587-4912-8033-2D3C110D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EAD2F-0D90-4241-9FD6-B8E6BD24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05D4-46AB-48D9-B786-A19015C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D41E-29CC-412C-9050-B50EE92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output/FIT3143_Week8_Lab2_Presentation_HD_Submission_With_Evidence_And_AI_Declaration.pptx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 and Appendix 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Local terminal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Appendices 3–4: Task 1 MPI and Task 2 hybrid runs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F121-75BD-49E3-BC5F-53BC4E4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86309-1C7B-4072-B059-B0E22BA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the red item is authentic, legible and included. This review cannot fabricate it.</a:t>
            </a:r>
          </a:p>
        </p:txBody>
      </p:sp>
    </p:spTree>
    <p:extLst>
      <p:ext uri="{BB962C8B-B14F-4D97-AF65-F5344CB8AC3E}">
        <p14:creationId xmlns:p14="http://schemas.microsoft.com/office/powerpoint/2010/main" val="1315512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8adefe9046ec"/>
          <a:stretch xmlns:a="http://schemas.openxmlformats.org/drawingml/2006/main"/>
        </p:blipFill>
        <p:spPr>
          <a:xfrm xmlns:a="http://schemas.openxmlformats.org/drawingml/2006/main">
            <a:off x="1357912" y="1447800"/>
            <a:ext cx="45803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1808794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C3811-260A-4B1F-A552-66C9158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BBAB-F0AA-423B-BBE3-D4F34E04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24B9-9CF6-47DE-869F-F21DA5C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6441F-6A58-439A-BDA9-0F48991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FE65-1283-4806-80CD-2936367A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06f05059b4ca3"/>
          <a:stretch xmlns:a="http://schemas.openxmlformats.org/drawingml/2006/main"/>
        </p:blipFill>
        <p:spPr>
          <a:xfrm xmlns:a="http://schemas.openxmlformats.org/drawingml/2006/main">
            <a:off x="2209198" y="1447800"/>
            <a:ext cx="777360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69FF-2338-444C-92F3-C7B7A60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9DB07-BB08-4270-AC86-027F22A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1414701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DC7E3-08B8-4768-948C-3AAE8EC3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8F88-1851-45A6-898E-3169079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1796-A5E9-4ADE-87B7-29F24B7C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use declaration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1EDB-7D60-4FAE-B61D-5D34A7E7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EAFE-A1DC-4A3A-8404-DA43440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Summary of the separate declaration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1809A-15C9-4D02-981B-E362B42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Scope of assistance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00D65-A93C-4B39-963E-74228BF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assisted with interpreting the specification and rubric, reviewing the MPI and hybrid implementation, planning experiments, drafting charts and slides, and preparing 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08BCD-441B-40CB-A005-C44E0614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BD21F-8B41-42B0-85B9-4D8AF30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Team 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101EE-319E-44F6-BBA0-E5C0C54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reviewed the material against the supplied requirements, compiled and executed the programs locally, validated prime output independently, and accepts responsibility for every submitted claim and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03D4E-9F2A-4F2C-8628-6E687E2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041F5-5CC9-4A7F-BFE8-0C97251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Presentation and 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D1FF9-3DB6-4849-9C93-A4CB12C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will explain the partitioning decision, MPI collectives, OpenMP scheduling, timing method, and performance observations without external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4BED4-1B9B-47D9-8594-AC06DD5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C2D89-051B-4435-8A13-0B99FFF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054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62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Submit output/AI_Use_Declaration.pdf and the authentic prompt/conversation-record PDF separately. This slide summarises the declaration and does not replace either file.</a:t>
            </a:r>
          </a:p>
        </p:txBody>
      </p:sp>
    </p:spTree>
    <p:extLst>
      <p:ext uri="{BB962C8B-B14F-4D97-AF65-F5344CB8AC3E}">
        <p14:creationId xmlns:p14="http://schemas.microsoft.com/office/powerpoint/2010/main" val="503123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2026-09-18T05:35:03.2440000Z</dcterms:created>
  <dcterms:modified xsi:type="dcterms:W3CDTF">2026-09-18T05:35:03.2440000Z</dcterms:modified>
</coreProperties>
</file>