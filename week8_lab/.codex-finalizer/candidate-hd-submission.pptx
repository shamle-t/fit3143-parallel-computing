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f7ded618d4a26" /><Relationship Type="http://schemas.openxmlformats.org/officeDocument/2006/relationships/extended-properties" Target="/docProps/app.xml" Id="R18b159abae6541d4" /><Relationship Type="http://schemas.openxmlformats.org/officeDocument/2006/relationships/officeDocument" Target="/ppt/presentation.xml" Id="Rf0c81780e1df4a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bf4520247d48de"/>
  </p:sldMasterIdLst>
  <p:notesMasterIdLst>
    <p:notesMasterId xmlns:r="http://schemas.openxmlformats.org/officeDocument/2006/relationships" r:id="R962352d26da2493e"/>
  </p:notesMasterIdLst>
  <p:sldIdLst>
    <p:sldId xmlns:r="http://schemas.openxmlformats.org/officeDocument/2006/relationships" id="256" r:id="R423b99cf25624dbf"/>
    <p:sldId xmlns:r="http://schemas.openxmlformats.org/officeDocument/2006/relationships" id="257" r:id="R44a8d6ca482f45ac"/>
    <p:sldId xmlns:r="http://schemas.openxmlformats.org/officeDocument/2006/relationships" id="258" r:id="Rf6174d4bb43e40f9"/>
    <p:sldId xmlns:r="http://schemas.openxmlformats.org/officeDocument/2006/relationships" id="259" r:id="R12c4d36664f54d26"/>
    <p:sldId xmlns:r="http://schemas.openxmlformats.org/officeDocument/2006/relationships" id="260" r:id="R8780258f2f4f468e"/>
    <p:sldId xmlns:r="http://schemas.openxmlformats.org/officeDocument/2006/relationships" id="261" r:id="Ree977b2f8e6f4c2a"/>
    <p:sldId xmlns:r="http://schemas.openxmlformats.org/officeDocument/2006/relationships" id="262" r:id="R19a0fbda00004190"/>
    <p:sldId xmlns:r="http://schemas.openxmlformats.org/officeDocument/2006/relationships" id="263" r:id="R81fb74540e48487d"/>
    <p:sldId xmlns:r="http://schemas.openxmlformats.org/officeDocument/2006/relationships" id="264" r:id="Rb7880eda75464d74"/>
    <p:sldId xmlns:r="http://schemas.openxmlformats.org/officeDocument/2006/relationships" id="265" r:id="R90c83ab253004bfa"/>
    <p:sldId xmlns:r="http://schemas.openxmlformats.org/officeDocument/2006/relationships" id="266" r:id="Rd3add99a34cb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334afb095d4ec9" /><Relationship Type="http://schemas.openxmlformats.org/officeDocument/2006/relationships/slideMaster" Target="/ppt/slideMasters/slideMaster1.xml" Id="R40bf4520247d48de" /><Relationship Type="http://schemas.openxmlformats.org/officeDocument/2006/relationships/notesMaster" Target="/ppt/notesMasters/notesMaster1.xml" Id="R962352d26da2493e" /><Relationship Type="http://schemas.openxmlformats.org/officeDocument/2006/relationships/presProps" Target="/ppt/presProps.xml" Id="R1d881e6fc1ba4aef" /><Relationship Type="http://schemas.openxmlformats.org/officeDocument/2006/relationships/tableStyles" Target="/ppt/tableStyles.xml" Id="R42c903aac8ad4485" /><Relationship Type="http://schemas.openxmlformats.org/officeDocument/2006/relationships/slide" Target="/ppt/slides/slide1.xml" Id="R423b99cf25624dbf" /><Relationship Type="http://schemas.openxmlformats.org/officeDocument/2006/relationships/slide" Target="/ppt/slides/slide2.xml" Id="R44a8d6ca482f45ac" /><Relationship Type="http://schemas.openxmlformats.org/officeDocument/2006/relationships/slide" Target="/ppt/slides/slide3.xml" Id="Rf6174d4bb43e40f9" /><Relationship Type="http://schemas.openxmlformats.org/officeDocument/2006/relationships/slide" Target="/ppt/slides/slide4.xml" Id="R12c4d36664f54d26" /><Relationship Type="http://schemas.openxmlformats.org/officeDocument/2006/relationships/slide" Target="/ppt/slides/slide5.xml" Id="R8780258f2f4f468e" /><Relationship Type="http://schemas.openxmlformats.org/officeDocument/2006/relationships/slide" Target="/ppt/slides/slide6.xml" Id="Ree977b2f8e6f4c2a" /><Relationship Type="http://schemas.openxmlformats.org/officeDocument/2006/relationships/slide" Target="/ppt/slides/slide7.xml" Id="R19a0fbda00004190" /><Relationship Type="http://schemas.openxmlformats.org/officeDocument/2006/relationships/slide" Target="/ppt/slides/slide8.xml" Id="R81fb74540e48487d" /><Relationship Type="http://schemas.openxmlformats.org/officeDocument/2006/relationships/slide" Target="/ppt/slides/slide9.xml" Id="Rb7880eda75464d74" /><Relationship Type="http://schemas.openxmlformats.org/officeDocument/2006/relationships/slide" Target="/ppt/slides/slide10.xml" Id="R90c83ab253004bfa" /><Relationship Type="http://schemas.openxmlformats.org/officeDocument/2006/relationships/slide" Target="/ppt/slides/slide11.xml" Id="Rd3add99a34cb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47cffad2ad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964f69edb94650" /><Relationship Type="http://schemas.openxmlformats.org/officeDocument/2006/relationships/notesMaster" Target="/ppt/notesMasters/notesMaster1.xml" Id="R552913e174f3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60ffaba2ec46a6" /><Relationship Type="http://schemas.openxmlformats.org/officeDocument/2006/relationships/notesMaster" Target="/ppt/notesMasters/notesMaster1.xml" Id="Rba09d347f39d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f3b9eb0a6c4ff5" /><Relationship Type="http://schemas.openxmlformats.org/officeDocument/2006/relationships/notesMaster" Target="/ppt/notesMasters/notesMaster1.xml" Id="R2444935d30aa43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e7a047b1264289" /><Relationship Type="http://schemas.openxmlformats.org/officeDocument/2006/relationships/notesMaster" Target="/ppt/notesMasters/notesMaster1.xml" Id="R96a020cae7554e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9a693985a431b" /><Relationship Type="http://schemas.openxmlformats.org/officeDocument/2006/relationships/notesMaster" Target="/ppt/notesMasters/notesMaster1.xml" Id="R169bce7348634c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dcc866567d4ab4" /><Relationship Type="http://schemas.openxmlformats.org/officeDocument/2006/relationships/notesMaster" Target="/ppt/notesMasters/notesMaster1.xml" Id="R834d6e6e4db240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f59c2ced0f4242" /><Relationship Type="http://schemas.openxmlformats.org/officeDocument/2006/relationships/notesMaster" Target="/ppt/notesMasters/notesMaster1.xml" Id="R362d14ab634a4a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7ba6cd99be415d" /><Relationship Type="http://schemas.openxmlformats.org/officeDocument/2006/relationships/notesMaster" Target="/ppt/notesMasters/notesMaster1.xml" Id="R1cad4368949d44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a1dea31ec54770" /><Relationship Type="http://schemas.openxmlformats.org/officeDocument/2006/relationships/notesMaster" Target="/ppt/notesMasters/notesMaster1.xml" Id="Reb90ff7467e24e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5c12128f0849ee" /><Relationship Type="http://schemas.openxmlformats.org/officeDocument/2006/relationships/notesMaster" Target="/ppt/notesMasters/notesMaster1.xml" Id="R870815e751fa47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05d6e88cac4cca" /><Relationship Type="http://schemas.openxmlformats.org/officeDocument/2006/relationships/notesMaster" Target="/ppt/notesMasters/notesMaster1.xml" Id="R5f4c645705c3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The prompt-record PDF must be exported from the actual AI conversation, and execution screenshots must show an authentic CAAS or terminal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048d7c90a4c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12faff63444cfd" /><Relationship Type="http://schemas.openxmlformats.org/officeDocument/2006/relationships/slideLayout" Target="/ppt/slideLayouts/slideLayout1.xml" Id="R37bd122ae239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bd122ae239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bec57062844bc" /><Relationship Type="http://schemas.openxmlformats.org/officeDocument/2006/relationships/notesSlide" Target="/ppt/notesSlides/notesSlide1.xml" Id="Rdf04d6ef26ea44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1abfcc758497e" /><Relationship Type="http://schemas.openxmlformats.org/officeDocument/2006/relationships/notesSlide" Target="/ppt/notesSlides/notesSlide2.xml" Id="R67b4fd211de045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604dc0889455c" /><Relationship Type="http://schemas.openxmlformats.org/officeDocument/2006/relationships/notesSlide" Target="/ppt/notesSlides/notesSlide3.xml" Id="Rd97a42bd961e4a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96dbddbeb4af5" /><Relationship Type="http://schemas.openxmlformats.org/officeDocument/2006/relationships/chart" Target="/ppt/slides/charts/chart1.xml" Id="Rc50cc5d43085449b" /><Relationship Type="http://schemas.openxmlformats.org/officeDocument/2006/relationships/notesSlide" Target="/ppt/notesSlides/notesSlide4.xml" Id="Rc9b4f682bc9c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3a10de1f04da9" /><Relationship Type="http://schemas.openxmlformats.org/officeDocument/2006/relationships/chart" Target="/ppt/slides/charts/chart2.xml" Id="R2646682dd4d64d42" /><Relationship Type="http://schemas.openxmlformats.org/officeDocument/2006/relationships/notesSlide" Target="/ppt/notesSlides/notesSlide5.xml" Id="R5871ed437a1d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7d3cd6c074f1a" /><Relationship Type="http://schemas.openxmlformats.org/officeDocument/2006/relationships/chart" Target="/ppt/slides/charts/chart3.xml" Id="R9830f14bd0d84e45" /><Relationship Type="http://schemas.openxmlformats.org/officeDocument/2006/relationships/chart" Target="/ppt/slides/charts/chart4.xml" Id="Rca6e5637649240c9" /><Relationship Type="http://schemas.openxmlformats.org/officeDocument/2006/relationships/notesSlide" Target="/ppt/notesSlides/notesSlide6.xml" Id="R6792fea4ae9b4c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20400f59d42dd" /><Relationship Type="http://schemas.openxmlformats.org/officeDocument/2006/relationships/notesSlide" Target="/ppt/notesSlides/notesSlide7.xml" Id="R2ad0f8ccf2c7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a68b42c06482d" /><Relationship Type="http://schemas.openxmlformats.org/officeDocument/2006/relationships/chart" Target="/ppt/slides/charts/chart5.xml" Id="Ra7a6ac1e9005460b" /><Relationship Type="http://schemas.openxmlformats.org/officeDocument/2006/relationships/chart" Target="/ppt/slides/charts/chart6.xml" Id="Rb76ad478dc804cda" /><Relationship Type="http://schemas.openxmlformats.org/officeDocument/2006/relationships/notesSlide" Target="/ppt/notesSlides/notesSlide8.xml" Id="R10b232cf053e4b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9afb08bbc4712" /><Relationship Type="http://schemas.openxmlformats.org/officeDocument/2006/relationships/chart" Target="/ppt/slides/charts/chart7.xml" Id="R42932e83b9e14d86" /><Relationship Type="http://schemas.openxmlformats.org/officeDocument/2006/relationships/notesSlide" Target="/ppt/notesSlides/notesSlide9.xml" Id="R4c0c46257eb545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4b6a882cc4d91" /><Relationship Type="http://schemas.openxmlformats.org/officeDocument/2006/relationships/notesSlide" Target="/ppt/notesSlides/notesSlide10.xml" Id="Rd6012d3a08e14a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cbe4d73f94641" /><Relationship Type="http://schemas.openxmlformats.org/officeDocument/2006/relationships/notesSlide" Target="/ppt/notesSlides/notesSlide11.xml" Id="Rcdf84ee884bf4d1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4.989752</c:v>
              </c:pt>
              <c:pt idx="1">
                <c:v>5.7932</c:v>
              </c:pt>
              <c:pt idx="2">
                <c:v>6.600539</c:v>
              </c:pt>
              <c:pt idx="3">
                <c:v>7.58008</c:v>
              </c:pt>
              <c:pt idx="4">
                <c:v>8.197113</c:v>
              </c:pt>
              <c:pt idx="5">
                <c:v>8.993253</c:v>
              </c:pt>
              <c:pt idx="6">
                <c:v>9.898929</c:v>
              </c:pt>
              <c:pt idx="7">
                <c:v>11.25524</c:v>
              </c:pt>
              <c:pt idx="8">
                <c:v>11.663884</c:v>
              </c:pt>
              <c:pt idx="9">
                <c:v>12.481058</c:v>
              </c:pt>
              <c:pt idx="10">
                <c:v>13.500245</c:v>
              </c:pt>
              <c:pt idx="11">
                <c:v>14.407534</c:v>
              </c:pt>
              <c:pt idx="12">
                <c:v>15.361246</c:v>
              </c:pt>
              <c:pt idx="13">
                <c:v>16.641048</c:v>
              </c:pt>
              <c:pt idx="14">
                <c:v>17.381228</c:v>
              </c:pt>
              <c:pt idx="15">
                <c:v>18.39205</c:v>
              </c:pt>
              <c:pt idx="16">
                <c:v>19.512275</c:v>
              </c:pt>
              <c:pt idx="17">
                <c:v>20.516872</c:v>
              </c:pt>
              <c:pt idx="18">
                <c:v>21.671941</c:v>
              </c:pt>
              <c:pt idx="19">
                <c:v>22.681507</c:v>
              </c:pt>
              <c:pt idx="20">
                <c:v>23.879297</c:v>
              </c:pt>
              <c:pt idx="21">
                <c:v>24.89455</c:v>
              </c:pt>
              <c:pt idx="22">
                <c:v>26.438953</c:v>
              </c:pt>
              <c:pt idx="23">
                <c:v>27.724465</c:v>
              </c:pt>
              <c:pt idx="24">
                <c:v>28.707587</c:v>
              </c:pt>
              <c:pt idx="25">
                <c:v>30.266235</c:v>
              </c:pt>
              <c:pt idx="26">
                <c:v>30.835879</c:v>
              </c:pt>
              <c:pt idx="27">
                <c:v>32.094736</c:v>
              </c:pt>
              <c:pt idx="28">
                <c:v>33.361352</c:v>
              </c:pt>
              <c:pt idx="29">
                <c:v>34.655354</c:v>
              </c:pt>
            </c:numLit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1.506796</c:v>
              </c:pt>
              <c:pt idx="1">
                <c:v>1.629617</c:v>
              </c:pt>
              <c:pt idx="2">
                <c:v>1.882136</c:v>
              </c:pt>
              <c:pt idx="3">
                <c:v>2.197054</c:v>
              </c:pt>
              <c:pt idx="4">
                <c:v>2.351178</c:v>
              </c:pt>
              <c:pt idx="5">
                <c:v>2.680151</c:v>
              </c:pt>
              <c:pt idx="6">
                <c:v>2.949921</c:v>
              </c:pt>
              <c:pt idx="7">
                <c:v>3.132021</c:v>
              </c:pt>
              <c:pt idx="8">
                <c:v>3.511267</c:v>
              </c:pt>
              <c:pt idx="9">
                <c:v>3.792676</c:v>
              </c:pt>
              <c:pt idx="10">
                <c:v>3.765773</c:v>
              </c:pt>
              <c:pt idx="11">
                <c:v>4.350641</c:v>
              </c:pt>
              <c:pt idx="12">
                <c:v>4.371929</c:v>
              </c:pt>
              <c:pt idx="13">
                <c:v>4.65037</c:v>
              </c:pt>
              <c:pt idx="14">
                <c:v>4.997748</c:v>
              </c:pt>
              <c:pt idx="15">
                <c:v>5.308287</c:v>
              </c:pt>
              <c:pt idx="16">
                <c:v>5.542288</c:v>
              </c:pt>
              <c:pt idx="17">
                <c:v>6.078635</c:v>
              </c:pt>
              <c:pt idx="18">
                <c:v>6.218323</c:v>
              </c:pt>
              <c:pt idx="19">
                <c:v>6.572295</c:v>
              </c:pt>
              <c:pt idx="20">
                <c:v>6.834096</c:v>
              </c:pt>
              <c:pt idx="21">
                <c:v>7.088691</c:v>
              </c:pt>
              <c:pt idx="22">
                <c:v>7.583849</c:v>
              </c:pt>
              <c:pt idx="23">
                <c:v>7.847521</c:v>
              </c:pt>
              <c:pt idx="24">
                <c:v>8.563484</c:v>
              </c:pt>
              <c:pt idx="25">
                <c:v>8.792589</c:v>
              </c:pt>
              <c:pt idx="26">
                <c:v>8.841267</c:v>
              </c:pt>
              <c:pt idx="27">
                <c:v>8.86051</c:v>
              </c:pt>
              <c:pt idx="28">
                <c:v>9.36652</c:v>
              </c:pt>
              <c:pt idx="29">
                <c:v>9.865707</c:v>
              </c:pt>
            </c:numLit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</c:formatCode>
              <c:ptCount val="30"/>
              <c:pt idx="0">
                <c:v>2.167603</c:v>
              </c:pt>
              <c:pt idx="1">
                <c:v>2.350731</c:v>
              </c:pt>
              <c:pt idx="2">
                <c:v>2.771374</c:v>
              </c:pt>
              <c:pt idx="3">
                <c:v>3.009852</c:v>
              </c:pt>
              <c:pt idx="4">
                <c:v>3.400205</c:v>
              </c:pt>
              <c:pt idx="5">
                <c:v>3.580981</c:v>
              </c:pt>
              <c:pt idx="6">
                <c:v>4.065718</c:v>
              </c:pt>
              <c:pt idx="7">
                <c:v>4.375723</c:v>
              </c:pt>
              <c:pt idx="8">
                <c:v>5.157762</c:v>
              </c:pt>
              <c:pt idx="9">
                <c:v>5.404324</c:v>
              </c:pt>
              <c:pt idx="10">
                <c:v>5.817264</c:v>
              </c:pt>
              <c:pt idx="11">
                <c:v>5.962411</c:v>
              </c:pt>
              <c:pt idx="12">
                <c:v>7.149659</c:v>
              </c:pt>
              <c:pt idx="13">
                <c:v>6.9077</c:v>
              </c:pt>
              <c:pt idx="14">
                <c:v>7.469348</c:v>
              </c:pt>
              <c:pt idx="15">
                <c:v>8.933063</c:v>
              </c:pt>
              <c:pt idx="16">
                <c:v>10.07874</c:v>
              </c:pt>
              <c:pt idx="17">
                <c:v>9.269982</c:v>
              </c:pt>
              <c:pt idx="18">
                <c:v>9.573097</c:v>
              </c:pt>
              <c:pt idx="19">
                <c:v>12.896376</c:v>
              </c:pt>
              <c:pt idx="20">
                <c:v>9.388351</c:v>
              </c:pt>
              <c:pt idx="21">
                <c:v>9.723761</c:v>
              </c:pt>
              <c:pt idx="22">
                <c:v>10.887108</c:v>
              </c:pt>
              <c:pt idx="23">
                <c:v>11.360931</c:v>
              </c:pt>
              <c:pt idx="24">
                <c:v>11.247044</c:v>
              </c:pt>
              <c:pt idx="25">
                <c:v>11.750655</c:v>
              </c:pt>
              <c:pt idx="26">
                <c:v>12.900694</c:v>
              </c:pt>
              <c:pt idx="27">
                <c:v>12.988591</c:v>
              </c:pt>
              <c:pt idx="28">
                <c:v>13.553135</c:v>
              </c:pt>
              <c:pt idx="29">
                <c:v>13.671737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3.311498</c:v>
              </c:pt>
              <c:pt idx="1">
                <c:v>3.554945</c:v>
              </c:pt>
              <c:pt idx="2">
                <c:v>3.50694</c:v>
              </c:pt>
              <c:pt idx="3">
                <c:v>3.450112</c:v>
              </c:pt>
              <c:pt idx="4">
                <c:v>3.486386</c:v>
              </c:pt>
              <c:pt idx="5">
                <c:v>3.355503</c:v>
              </c:pt>
              <c:pt idx="6">
                <c:v>3.355659</c:v>
              </c:pt>
              <c:pt idx="7">
                <c:v>3.593603</c:v>
              </c:pt>
              <c:pt idx="8">
                <c:v>3.321845</c:v>
              </c:pt>
              <c:pt idx="9">
                <c:v>3.290831</c:v>
              </c:pt>
              <c:pt idx="10">
                <c:v>3.584986</c:v>
              </c:pt>
              <c:pt idx="11">
                <c:v>3.311588</c:v>
              </c:pt>
              <c:pt idx="12">
                <c:v>3.513609</c:v>
              </c:pt>
              <c:pt idx="13">
                <c:v>3.578435</c:v>
              </c:pt>
              <c:pt idx="14">
                <c:v>3.477812</c:v>
              </c:pt>
              <c:pt idx="15">
                <c:v>3.46478</c:v>
              </c:pt>
              <c:pt idx="16">
                <c:v>3.520617</c:v>
              </c:pt>
              <c:pt idx="17">
                <c:v>3.375243</c:v>
              </c:pt>
              <c:pt idx="18">
                <c:v>3.485175</c:v>
              </c:pt>
              <c:pt idx="19">
                <c:v>3.451079</c:v>
              </c:pt>
              <c:pt idx="20">
                <c:v>3.494141</c:v>
              </c:pt>
              <c:pt idx="21">
                <c:v>3.511868</c:v>
              </c:pt>
              <c:pt idx="22">
                <c:v>3.486218</c:v>
              </c:pt>
              <c:pt idx="23">
                <c:v>3.532894</c:v>
              </c:pt>
              <c:pt idx="24">
                <c:v>3.352326</c:v>
              </c:pt>
              <c:pt idx="25">
                <c:v>3.442244</c:v>
              </c:pt>
              <c:pt idx="26">
                <c:v>3.487722</c:v>
              </c:pt>
              <c:pt idx="27">
                <c:v>3.622222</c:v>
              </c:pt>
              <c:pt idx="28">
                <c:v>3.561766</c:v>
              </c:pt>
              <c:pt idx="29">
                <c:v>3.512708</c:v>
              </c:pt>
            </c:numLit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Lit>
              <c:formatCode>General</c:formatCode>
              <c:ptCount val="30"/>
              <c:pt idx="0">
                <c:v>20</c:v>
              </c:pt>
              <c:pt idx="1">
                <c:v>22</c:v>
              </c:pt>
              <c:pt idx="2">
                <c:v>24</c:v>
              </c:pt>
              <c:pt idx="3">
                <c:v>26</c:v>
              </c:pt>
              <c:pt idx="4">
                <c:v>28</c:v>
              </c:pt>
              <c:pt idx="5">
                <c:v>30</c:v>
              </c:pt>
              <c:pt idx="6">
                <c:v>32</c:v>
              </c:pt>
              <c:pt idx="7">
                <c:v>34</c:v>
              </c:pt>
              <c:pt idx="8">
                <c:v>36</c:v>
              </c:pt>
              <c:pt idx="9">
                <c:v>38</c:v>
              </c:pt>
              <c:pt idx="10">
                <c:v>40</c:v>
              </c:pt>
              <c:pt idx="11">
                <c:v>42</c:v>
              </c:pt>
              <c:pt idx="12">
                <c:v>44</c:v>
              </c:pt>
              <c:pt idx="13">
                <c:v>46</c:v>
              </c:pt>
              <c:pt idx="14">
                <c:v>48</c:v>
              </c:pt>
              <c:pt idx="15">
                <c:v>50</c:v>
              </c:pt>
              <c:pt idx="16">
                <c:v>52</c:v>
              </c:pt>
              <c:pt idx="17">
                <c:v>54</c:v>
              </c:pt>
              <c:pt idx="18">
                <c:v>56</c:v>
              </c:pt>
              <c:pt idx="19">
                <c:v>58</c:v>
              </c:pt>
              <c:pt idx="20">
                <c:v>60</c:v>
              </c:pt>
              <c:pt idx="21">
                <c:v>62</c:v>
              </c:pt>
              <c:pt idx="22">
                <c:v>64</c:v>
              </c:pt>
              <c:pt idx="23">
                <c:v>66</c:v>
              </c:pt>
              <c:pt idx="24">
                <c:v>68</c:v>
              </c:pt>
              <c:pt idx="25">
                <c:v>70</c:v>
              </c:pt>
              <c:pt idx="26">
                <c:v>72</c:v>
              </c:pt>
              <c:pt idx="27">
                <c:v>74</c:v>
              </c:pt>
              <c:pt idx="28">
                <c:v>76</c:v>
              </c:pt>
              <c:pt idx="29">
                <c:v>78</c:v>
              </c:pt>
            </c:numLit>
          </c:xVal>
          <c:yVal>
            <c:numLit>
              <c:formatCode>0.0x</c:formatCode>
              <c:ptCount val="30"/>
              <c:pt idx="0">
                <c:v>2.706644</c:v>
              </c:pt>
              <c:pt idx="1">
                <c:v>2.807679</c:v>
              </c:pt>
              <c:pt idx="2">
                <c:v>2.671431</c:v>
              </c:pt>
              <c:pt idx="3">
                <c:v>2.773163</c:v>
              </c:pt>
              <c:pt idx="4">
                <c:v>2.717482</c:v>
              </c:pt>
              <c:pt idx="5">
                <c:v>2.829962</c:v>
              </c:pt>
              <c:pt idx="6">
                <c:v>2.74614</c:v>
              </c:pt>
              <c:pt idx="7">
                <c:v>2.782729</c:v>
              </c:pt>
              <c:pt idx="8">
                <c:v>2.495577</c:v>
              </c:pt>
              <c:pt idx="9">
                <c:v>2.618487</c:v>
              </c:pt>
              <c:pt idx="10">
                <c:v>2.590082</c:v>
              </c:pt>
              <c:pt idx="11">
                <c:v>2.737466</c:v>
              </c:pt>
              <c:pt idx="12">
                <c:v>2.549498</c:v>
              </c:pt>
              <c:pt idx="13">
                <c:v>2.68205</c:v>
              </c:pt>
              <c:pt idx="14">
                <c:v>2.648153</c:v>
              </c:pt>
              <c:pt idx="15">
                <c:v>2.341455</c:v>
              </c:pt>
              <c:pt idx="16">
                <c:v>2.206639</c:v>
              </c:pt>
              <c:pt idx="17">
                <c:v>2.521772</c:v>
              </c:pt>
              <c:pt idx="18">
                <c:v>2.568987</c:v>
              </c:pt>
              <c:pt idx="19">
                <c:v>1.99623</c:v>
              </c:pt>
              <c:pt idx="20">
                <c:v>2.890972</c:v>
              </c:pt>
              <c:pt idx="21">
                <c:v>2.956234</c:v>
              </c:pt>
              <c:pt idx="22">
                <c:v>2.761738</c:v>
              </c:pt>
              <c:pt idx="23">
                <c:v>2.776618</c:v>
              </c:pt>
              <c:pt idx="24">
                <c:v>2.879432</c:v>
              </c:pt>
              <c:pt idx="25">
                <c:v>2.962694</c:v>
              </c:pt>
              <c:pt idx="26">
                <c:v>2.712369</c:v>
              </c:pt>
              <c:pt idx="27">
                <c:v>2.807667</c:v>
              </c:pt>
              <c:pt idx="28">
                <c:v>2.789214</c:v>
              </c:pt>
              <c:pt idx="29">
                <c:v>2.876845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0.98963</c:v>
              </c:pt>
              <c:pt idx="1">
                <c:v>1.878171</c:v>
              </c:pt>
              <c:pt idx="2">
                <c:v>3.378454</c:v>
              </c:pt>
              <c:pt idx="3">
                <c:v>4.618865</c:v>
              </c:pt>
              <c:pt idx="4">
                <c:v>6.015093</c:v>
              </c:pt>
            </c:numLit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1.004932</c:v>
              </c:pt>
              <c:pt idx="1">
                <c:v>1.550188</c:v>
              </c:pt>
              <c:pt idx="2">
                <c:v>2.693979</c:v>
              </c:pt>
              <c:pt idx="3">
                <c:v>4.337217</c:v>
              </c:pt>
              <c:pt idx="4">
                <c:v>7.075541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0.98963</c:v>
              </c:pt>
              <c:pt idx="1">
                <c:v>1.878171</c:v>
              </c:pt>
              <c:pt idx="2">
                <c:v>2.635082</c:v>
              </c:pt>
              <c:pt idx="3">
                <c:v>3.378454</c:v>
              </c:pt>
              <c:pt idx="4">
                <c:v>3.906827</c:v>
              </c:pt>
              <c:pt idx="5">
                <c:v>4.232572</c:v>
              </c:pt>
              <c:pt idx="6">
                <c:v>4.432161</c:v>
              </c:pt>
              <c:pt idx="7">
                <c:v>4.618865</c:v>
              </c:pt>
              <c:pt idx="8">
                <c:v>4.420885</c:v>
              </c:pt>
              <c:pt idx="9">
                <c:v>4.156386</c:v>
              </c:pt>
              <c:pt idx="10">
                <c:v>4.550334</c:v>
              </c:pt>
              <c:pt idx="11">
                <c:v>5.308742</c:v>
              </c:pt>
              <c:pt idx="12">
                <c:v>5.4069</c:v>
              </c:pt>
              <c:pt idx="13">
                <c:v>5.821944</c:v>
              </c:pt>
              <c:pt idx="14">
                <c:v>5.971313</c:v>
              </c:pt>
              <c:pt idx="15">
                <c:v>6.015093</c:v>
              </c:pt>
            </c:numLit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Lit>
              <c:formatCode>General</c:formatCode>
              <c:ptCount val="1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</c:numLit>
          </c:xVal>
          <c:yVal>
            <c:numLit>
              <c:formatCode>0.0x</c:formatCode>
              <c:ptCount val="16"/>
              <c:pt idx="0">
                <c:v>1</c:v>
              </c:pt>
              <c:pt idx="1">
                <c:v>1.965524</c:v>
              </c:pt>
              <c:pt idx="2">
                <c:v>2.898324</c:v>
              </c:pt>
              <c:pt idx="3">
                <c:v>3.800036</c:v>
              </c:pt>
              <c:pt idx="4">
                <c:v>4.672189</c:v>
              </c:pt>
              <c:pt idx="5">
                <c:v>5.516213</c:v>
              </c:pt>
              <c:pt idx="6">
                <c:v>6.333447</c:v>
              </c:pt>
              <c:pt idx="7">
                <c:v>7.125147</c:v>
              </c:pt>
              <c:pt idx="8">
                <c:v>7.892491</c:v>
              </c:pt>
              <c:pt idx="9">
                <c:v>8.636586</c:v>
              </c:pt>
              <c:pt idx="10">
                <c:v>9.358472</c:v>
              </c:pt>
              <c:pt idx="11">
                <c:v>10.05913</c:v>
              </c:pt>
              <c:pt idx="12">
                <c:v>10.739483</c:v>
              </c:pt>
              <c:pt idx="13">
                <c:v>11.400399</c:v>
              </c:pt>
              <c:pt idx="14">
                <c:v>12.042701</c:v>
              </c:pt>
              <c:pt idx="15">
                <c:v>12.667164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</c:numLit>
          </c:cat>
          <c:val>
            <c:numLit>
              <c:formatCode>0.0x</c:formatCode>
              <c:ptCount val="5"/>
              <c:pt idx="0">
                <c:v>1.012295</c:v>
              </c:pt>
              <c:pt idx="1">
                <c:v>1.530386</c:v>
              </c:pt>
              <c:pt idx="2">
                <c:v>2.386353</c:v>
              </c:pt>
              <c:pt idx="3">
                <c:v>2.358109</c:v>
              </c:pt>
              <c:pt idx="4">
                <c:v>2.245111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</c:numLit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Lit>
              <c:ptCount val="5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</c:strLit>
          </c:cat>
          <c:val>
            <c:numLit>
              <c:formatCode>0.0x</c:formatCode>
              <c:ptCount val="5"/>
              <c:pt idx="0">
                <c:v>1.003352</c:v>
              </c:pt>
              <c:pt idx="1">
                <c:v>1.547751</c:v>
              </c:pt>
              <c:pt idx="2">
                <c:v>2.689743</c:v>
              </c:pt>
              <c:pt idx="3">
                <c:v>4.330398</c:v>
              </c:pt>
              <c:pt idx="4">
                <c:v>7.064416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0.996865</c:v>
              </c:pt>
              <c:pt idx="1">
                <c:v>1.91408</c:v>
              </c:pt>
              <c:pt idx="2">
                <c:v>3.515055</c:v>
              </c:pt>
              <c:pt idx="3">
                <c:v>5.15</c:v>
              </c:pt>
              <c:pt idx="4">
                <c:v>8.030471</c:v>
              </c:pt>
              <c:pt idx="5">
                <c:v>7.935425</c:v>
              </c:pt>
              <c:pt idx="6">
                <c:v>7.555168</c:v>
              </c:pt>
            </c:numLit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Lit>
              <c:ptCount val="7"/>
              <c:pt idx="0">
                <c:v>1×1</c:v>
              </c:pt>
              <c:pt idx="1">
                <c:v>2×1</c:v>
              </c:pt>
              <c:pt idx="2">
                <c:v>2×2</c:v>
              </c:pt>
              <c:pt idx="3">
                <c:v>4×2</c:v>
              </c:pt>
              <c:pt idx="4">
                <c:v>4×4</c:v>
              </c:pt>
              <c:pt idx="5">
                <c:v>4×8</c:v>
              </c:pt>
              <c:pt idx="6">
                <c:v>4×16</c:v>
              </c:pt>
            </c:strLit>
          </c:cat>
          <c:val>
            <c:numLit>
              <c:formatCode>0.0x</c:formatCode>
              <c:ptCount val="7"/>
              <c:pt idx="0">
                <c:v>1</c:v>
              </c:pt>
              <c:pt idx="1">
                <c:v>1.966521</c:v>
              </c:pt>
              <c:pt idx="2">
                <c:v>3.805633</c:v>
              </c:pt>
              <c:pt idx="3">
                <c:v>7.148145</c:v>
              </c:pt>
              <c:pt idx="4">
                <c:v>12.745273</c:v>
              </c:pt>
              <c:pt idx="5">
                <c:v>20.945709</c:v>
              </c:pt>
              <c:pt idx="6">
                <c:v>30.879939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8BE15-B749-4BEF-9991-142DA0E2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D7C51-9560-481D-B7BD-38B6D4F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54FC9-CC11-4243-84B2-EC8DCF0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F48B9-D999-4FE5-BB69-CEF4E654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2967A-A056-400C-8E96-9CB6DE1F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FF83-BC63-41B7-974D-406AF59D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17401-F64A-42DD-917B-35EF90EC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19C26-6FA8-46FE-A907-EDA57391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1482196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257E0-71BA-46D7-977B-395B135E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0F581-735C-4781-8AC2-38AD8FCE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5E821-362A-4EE8-BFF2-ACD9C5D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D7570-A7E6-433D-95AE-8B4DA1A5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C8666-8D1E-4B13-BF11-28EFDE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6DCE5-DCE3-4207-8326-EE4F1E6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DCFEB-7DF0-4487-9509-C1D905B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43FBB-CB3A-40A0-88AD-CE0C2DA1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9A7B9-913A-4146-897A-5495917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B9776-4337-48F4-A924-9CFC4F5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F9140-3C99-4211-9681-CE0DDEC9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0AEAC-00C4-479D-B16E-7A6402EC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3BFC4-F2B9-4B31-9934-A7F74FF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F01D7-B1AA-4B8B-9291-946C9E1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E2660-DDCE-4BB5-85D9-CAFE4D91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3AD4F-4EEA-43C8-A621-CEC17233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E3AC2-24AC-43A7-A529-F4BC2423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C5F46-F4F8-420B-BDFD-5EB3758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B79EA-565D-42EE-AE4C-E2141E8F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D0A98-1098-4CE5-9F3F-885E865F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5B6A0-B641-4514-A826-ABA91E7B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76FED-B9E4-472B-B8BA-004A90E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268A9F-76D3-4059-9653-AB7D7AE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D88A3-5C63-47D4-89E6-390F6294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0BED7-3B7D-43DE-A3E5-0F995B24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465C4-778B-4C35-A23D-F6B0A29B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2C921-32F9-4712-B678-D266F1EE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D7A68-9730-4F51-86FB-BC8995BD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C18C2-03E0-44FC-A0F8-F6DCF5A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1805865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02F0E1-6C16-4595-B6CB-1FB9B52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38480-E70A-489F-A002-D2665C55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DBFAB-718B-4E0C-935E-B8CCD389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58F74-43ED-4760-BEC1-678597F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ECE44-6B75-40E9-BBA4-B20323D1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CB19B-94F3-464F-AE99-D741D27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AF690-9B7A-4FE3-8664-5B8D7CE6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EF370-F769-47E8-AE63-0CE462B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085CD-A5BF-4A95-84CD-B58DFBF5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A828F-947B-44C9-A59B-B396121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82C38-F961-4D8A-8356-61CCE409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8EAB3-F032-4531-933A-385B1EF9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F7F66-D426-4766-A8BB-84151A31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4CA9-D997-4DB7-8CBB-1C3D6A23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95F0B-9471-452E-8318-B07AA387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C324A-F416-481D-AB09-B147DAB1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B48DA-7144-4FCB-8A74-5857DDA5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70035-B239-406F-B254-B375433E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098D0-BB93-49BF-83E1-8BE1A97E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194AC-159C-426B-8387-7CB5286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B17A4-2A63-46F6-A980-5FDED4D2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CB82BA-A123-4459-9EA4-7E342A6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8093A-B636-400F-BDA7-532AD034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9357C-A166-483B-8B80-C6097D2B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FA2D6-F378-46DF-9759-89860B7A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7D415-2BA0-4302-9FCF-AD5D66B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C507B-C4FD-4758-857C-1CEC5C1C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6FA8C-80C2-4934-BA5D-DB6CB857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093A1-8201-431C-BFE3-603A51F8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A01A8-909B-4B41-B973-07E595C3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AC705-3BC6-428B-B038-71AC27D6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62927-C837-48C8-A08C-66E4C36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55A3B-D347-4768-AD05-4385FE6A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38197B-3E43-4371-8B3A-2A2188EA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4721DA-2533-4B0B-A1C7-901DB569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9FEF65-ED69-43F3-8EDB-2E8CCB2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C7F8F2-F238-4D04-9149-A11EF567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B02743-F30D-47A0-9D85-0AC05DF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0505F6-907B-462D-BAB7-89B5C3E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A1232C-9A11-4DF4-881B-8DC0EE63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265294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E76BB-2D1F-4D91-A92F-56CA70AF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E3495-949E-4C75-B39D-2F034C1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2E72F-240B-467D-953F-379B0A6D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CF833-1BBF-4252-8E59-69621F37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0cc5d43085449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CE20-59C1-46B0-A54E-551B7A1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D6CB-A428-4B56-8FD9-52E7B873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2139627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23E03-CB16-4D8D-9008-FA1C7268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A57E7-0FBB-4624-8B32-BC084E23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3698-E1AA-4C4A-8D59-89DCA7B1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9C8C3-3EFD-4E4D-8E96-61D8ABBF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46682dd4d64d4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E2F7C-8DAB-4E65-9D8E-E4C7ABBA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EF52A-94B8-427B-B6D3-7A3A7767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69625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FCA87-D9B1-4BFD-B71C-2E07CDF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893F8-A970-456B-9926-706E27A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7D6DF-1FE0-414B-9337-396FF49C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C4707-5A8F-42D0-98C1-522B89A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30f14bd0d84e45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6e5637649240c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B13F7-C7A4-41FF-ABA1-2BE9B81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E2D50-1A05-4761-8F10-D15E7C75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1514581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D10AF-6E64-4757-B480-61331905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1B9D0-E1A6-44C6-91F4-C5F98EAD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C36ED-5665-4B23-B778-95C8397C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2E4B2-EE53-4AAA-8630-828FC8E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C37EF-B5F1-4133-8E13-ABB9B752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42A6B-B6C9-420E-ADF0-BFCD1E48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3C6E2-ECD9-4079-A17A-509A6D48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44DC0-A67D-43EB-804D-CCAA508B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36FEF-7B81-4872-B496-9140BDBB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CFD33-0E34-49DE-89BD-73144DC6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1B8D6-9DD4-4AFF-9AC2-FE320276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1432F-F808-4EBF-96DC-CC4DAC0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E6CDF-F66F-4523-8BDF-FEBCBA11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CFA1B-4D6A-45A1-B9E7-3775776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CCE88-AC30-41B1-B4BD-83744481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B870B-C8E8-491A-9F88-FB7BF7C3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84E5E-A007-4C14-95A9-99595072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6FAF0-1AF9-48E3-A8F7-F9C0C1F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3F1B2-6439-42E4-926A-354F71E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68CB1-470C-4B4B-8DCB-58A6514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BCD1C-9D53-4F74-A510-0795249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C2329-CA59-49AB-9F13-4B52607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4989C-41E7-4453-8BB1-18076694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18C8A-D4FD-4018-AF25-7B5BE95F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D19E8-89EA-4111-8F78-E02CF0D9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03AD4-0241-4CA8-B2CC-ECC5DADB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FBF9BC-B9F6-4839-B583-EA9747A3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00BA5F-2775-4701-B85E-A7C9C58D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AD55B-8564-44E2-8F06-CA99A6A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ABCD8E-75C6-4C94-95CF-5426EFF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5DCE6-BBD1-45D2-9995-F4835E36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A06FB2-E669-41B3-BAF7-B3D620D6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134971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CE38B-292B-40A4-9ACD-270CD918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B7303-8A0F-424C-A346-880A724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A66F1-C684-4009-8B79-4C25D68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AAA9E-D04F-40C3-BAD0-E806630A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a6ac1e9005460b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6ad478dc804cd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290C8-0062-435B-AFC4-33E4E574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2357D-73BE-457A-94D6-42B3A26C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585414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0EF3B-1DB1-4608-B64C-45614559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E739F-FBB7-46EC-A7B6-35B0FF4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2782-891B-455A-A68A-7756EB1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A7151-B362-4F2F-822F-42CCC73A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932e83b9e14d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4E961-54E8-4CEB-AF9A-599A30D9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A43AA-F531-456C-AE81-12AD4D0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58538-7C9B-43E7-8733-019B3CB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75615-FFE1-47E3-8C6E-9C3274E9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298CC-0FEB-464B-AC98-56AE1EC5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B2072-4A01-4E6F-AE5D-6749C5CC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D34CA-CB5F-436A-A5D6-6877435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98599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F360D-BCAC-45FC-90A0-8F189A9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7D5A3-FC9D-4092-830D-40FFEC6E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EDA6D-2BC1-4CEB-AC9D-27EC19D4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44F72-9EBF-4E47-B31A-96F55ACB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768E2-1927-4CB2-B955-A92F2543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DB36A-70AF-4469-BBEC-E3CDC1E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BB2D7-1FBD-48B1-9FBD-69402B22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832E1-2F75-4133-A860-17E601D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B32C0-6B8E-4950-8E9A-045A5BF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214DF-03F2-42FD-86E4-6CF79815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17800036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A8595-8382-4AF3-B03C-8FF0406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51195-EB3E-415F-AA2F-DFA5CAAB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1C9C0-6A1D-438D-9519-160AD547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6651D-973D-41F8-9C33-CC87337D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55F2C-57A9-49E9-B004-F208E8A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CAAS / terminal screenshot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Capture an authentic run with command, config and output visible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89077-ECE3-44AA-A7D5-3832324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18AA2-ED4A-46CC-B9B8-039D01CA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both red items are authentic, legible and included. This review cannot fabricate them.</a:t>
            </a:r>
          </a:p>
        </p:txBody>
      </p:sp>
    </p:spTree>
    <p:extLst>
      <p:ext uri="{BB962C8B-B14F-4D97-AF65-F5344CB8AC3E}">
        <p14:creationId xmlns:p14="http://schemas.microsoft.com/office/powerpoint/2010/main" val="1579325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2026-09-18T04:46:07.6720000Z</dcterms:created>
  <dcterms:modified xsi:type="dcterms:W3CDTF">2026-09-18T04:46:07.6720000Z</dcterms:modified>
</coreProperties>
</file>