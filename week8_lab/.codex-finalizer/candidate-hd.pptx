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dec0823a34316" /><Relationship Type="http://schemas.openxmlformats.org/officeDocument/2006/relationships/extended-properties" Target="/docProps/app.xml" Id="R2064988cbbf54909" /><Relationship Type="http://schemas.openxmlformats.org/officeDocument/2006/relationships/officeDocument" Target="/ppt/presentation.xml" Id="Rb58b10896ef7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4f886b4694328"/>
  </p:sldMasterIdLst>
  <p:notesMasterIdLst>
    <p:notesMasterId xmlns:r="http://schemas.openxmlformats.org/officeDocument/2006/relationships" r:id="R99b1c5eab3b54af8"/>
  </p:notesMasterIdLst>
  <p:sldIdLst>
    <p:sldId xmlns:r="http://schemas.openxmlformats.org/officeDocument/2006/relationships" id="256" r:id="Rb60efaa9e4ca4ae0"/>
    <p:sldId xmlns:r="http://schemas.openxmlformats.org/officeDocument/2006/relationships" id="257" r:id="R0728d321b22f474f"/>
    <p:sldId xmlns:r="http://schemas.openxmlformats.org/officeDocument/2006/relationships" id="258" r:id="R5e0c91ca113f4291"/>
    <p:sldId xmlns:r="http://schemas.openxmlformats.org/officeDocument/2006/relationships" id="259" r:id="R8fc3181e15384164"/>
    <p:sldId xmlns:r="http://schemas.openxmlformats.org/officeDocument/2006/relationships" id="260" r:id="R313fb9996f58486e"/>
    <p:sldId xmlns:r="http://schemas.openxmlformats.org/officeDocument/2006/relationships" id="261" r:id="R9fefc4219d7c4ecb"/>
    <p:sldId xmlns:r="http://schemas.openxmlformats.org/officeDocument/2006/relationships" id="262" r:id="R3412e7b39e8d4a7d"/>
    <p:sldId xmlns:r="http://schemas.openxmlformats.org/officeDocument/2006/relationships" id="263" r:id="Re6aa0c20f4ca4e97"/>
    <p:sldId xmlns:r="http://schemas.openxmlformats.org/officeDocument/2006/relationships" id="264" r:id="Rdae1aaef1c4b423d"/>
    <p:sldId xmlns:r="http://schemas.openxmlformats.org/officeDocument/2006/relationships" id="265" r:id="R6864486e13374869"/>
    <p:sldId xmlns:r="http://schemas.openxmlformats.org/officeDocument/2006/relationships" id="266" r:id="R910eb6ee3cc8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136be04134dcc" /><Relationship Type="http://schemas.openxmlformats.org/officeDocument/2006/relationships/slideMaster" Target="/ppt/slideMasters/slideMaster1.xml" Id="Rfbc4f886b4694328" /><Relationship Type="http://schemas.openxmlformats.org/officeDocument/2006/relationships/notesMaster" Target="/ppt/notesMasters/notesMaster1.xml" Id="R99b1c5eab3b54af8" /><Relationship Type="http://schemas.openxmlformats.org/officeDocument/2006/relationships/presProps" Target="/ppt/presProps.xml" Id="R122e1b93f53c4b7d" /><Relationship Type="http://schemas.openxmlformats.org/officeDocument/2006/relationships/tableStyles" Target="/ppt/tableStyles.xml" Id="Rca587618d31c46a2" /><Relationship Type="http://schemas.openxmlformats.org/officeDocument/2006/relationships/slide" Target="/ppt/slides/slide1.xml" Id="Rb60efaa9e4ca4ae0" /><Relationship Type="http://schemas.openxmlformats.org/officeDocument/2006/relationships/slide" Target="/ppt/slides/slide2.xml" Id="R0728d321b22f474f" /><Relationship Type="http://schemas.openxmlformats.org/officeDocument/2006/relationships/slide" Target="/ppt/slides/slide3.xml" Id="R5e0c91ca113f4291" /><Relationship Type="http://schemas.openxmlformats.org/officeDocument/2006/relationships/slide" Target="/ppt/slides/slide4.xml" Id="R8fc3181e15384164" /><Relationship Type="http://schemas.openxmlformats.org/officeDocument/2006/relationships/slide" Target="/ppt/slides/slide5.xml" Id="R313fb9996f58486e" /><Relationship Type="http://schemas.openxmlformats.org/officeDocument/2006/relationships/slide" Target="/ppt/slides/slide6.xml" Id="R9fefc4219d7c4ecb" /><Relationship Type="http://schemas.openxmlformats.org/officeDocument/2006/relationships/slide" Target="/ppt/slides/slide7.xml" Id="R3412e7b39e8d4a7d" /><Relationship Type="http://schemas.openxmlformats.org/officeDocument/2006/relationships/slide" Target="/ppt/slides/slide8.xml" Id="Re6aa0c20f4ca4e97" /><Relationship Type="http://schemas.openxmlformats.org/officeDocument/2006/relationships/slide" Target="/ppt/slides/slide9.xml" Id="Rdae1aaef1c4b423d" /><Relationship Type="http://schemas.openxmlformats.org/officeDocument/2006/relationships/slide" Target="/ppt/slides/slide10.xml" Id="R6864486e13374869" /><Relationship Type="http://schemas.openxmlformats.org/officeDocument/2006/relationships/slide" Target="/ppt/slides/slide11.xml" Id="R910eb6ee3cc8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e757ad176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292e0fa724634" /><Relationship Type="http://schemas.openxmlformats.org/officeDocument/2006/relationships/notesMaster" Target="/ppt/notesMasters/notesMaster1.xml" Id="R5cd2d4dcb8f040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25eaab9e24b35" /><Relationship Type="http://schemas.openxmlformats.org/officeDocument/2006/relationships/notesMaster" Target="/ppt/notesMasters/notesMaster1.xml" Id="R06e1b1e78da0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f5a7853bc1432e" /><Relationship Type="http://schemas.openxmlformats.org/officeDocument/2006/relationships/notesMaster" Target="/ppt/notesMasters/notesMaster1.xml" Id="R4d68c53cb61a4a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095a97bcf4852" /><Relationship Type="http://schemas.openxmlformats.org/officeDocument/2006/relationships/notesMaster" Target="/ppt/notesMasters/notesMaster1.xml" Id="R71b8c5bc3ca5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97700dbafc4d10" /><Relationship Type="http://schemas.openxmlformats.org/officeDocument/2006/relationships/notesMaster" Target="/ppt/notesMasters/notesMaster1.xml" Id="R242010ed415243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4b249dc8b40d0" /><Relationship Type="http://schemas.openxmlformats.org/officeDocument/2006/relationships/notesMaster" Target="/ppt/notesMasters/notesMaster1.xml" Id="R0fab1d4f1f354e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266a6668c47a1" /><Relationship Type="http://schemas.openxmlformats.org/officeDocument/2006/relationships/notesMaster" Target="/ppt/notesMasters/notesMaster1.xml" Id="R31142f751fad4c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084aaaa49f4506" /><Relationship Type="http://schemas.openxmlformats.org/officeDocument/2006/relationships/notesMaster" Target="/ppt/notesMasters/notesMaster1.xml" Id="Rde9b3d0eb25b41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6d0c5418b4b25" /><Relationship Type="http://schemas.openxmlformats.org/officeDocument/2006/relationships/notesMaster" Target="/ppt/notesMasters/notesMaster1.xml" Id="Rffde8541993b45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27f7d9f574a69" /><Relationship Type="http://schemas.openxmlformats.org/officeDocument/2006/relationships/notesMaster" Target="/ppt/notesMasters/notesMaster1.xml" Id="Rca7f18e57fdd4e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43e007ae14483d" /><Relationship Type="http://schemas.openxmlformats.org/officeDocument/2006/relationships/notesMaster" Target="/ppt/notesMasters/notesMaster1.xml" Id="R08b5e7242e27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e67895ea249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036f696d046f6" /><Relationship Type="http://schemas.openxmlformats.org/officeDocument/2006/relationships/slideLayout" Target="/ppt/slideLayouts/slideLayout1.xml" Id="Rafe644518b83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644518b83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ed979f1d2440d" /><Relationship Type="http://schemas.openxmlformats.org/officeDocument/2006/relationships/notesSlide" Target="/ppt/notesSlides/notesSlide1.xml" Id="Rbbb76207233840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c620671834328" /><Relationship Type="http://schemas.openxmlformats.org/officeDocument/2006/relationships/notesSlide" Target="/ppt/notesSlides/notesSlide2.xml" Id="Rf3227eef80264d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953b3d05c4c18" /><Relationship Type="http://schemas.openxmlformats.org/officeDocument/2006/relationships/notesSlide" Target="/ppt/notesSlides/notesSlide3.xml" Id="R3c17bacfa34e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fd79aa62c4465" /><Relationship Type="http://schemas.openxmlformats.org/officeDocument/2006/relationships/chart" Target="/ppt/slides/charts/chart1.xml" Id="Rbb391df553634139" /><Relationship Type="http://schemas.openxmlformats.org/officeDocument/2006/relationships/notesSlide" Target="/ppt/notesSlides/notesSlide4.xml" Id="R077a6c8f2256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67b88d927478c" /><Relationship Type="http://schemas.openxmlformats.org/officeDocument/2006/relationships/chart" Target="/ppt/slides/charts/chart2.xml" Id="R3c719c07c5614f1e" /><Relationship Type="http://schemas.openxmlformats.org/officeDocument/2006/relationships/notesSlide" Target="/ppt/notesSlides/notesSlide5.xml" Id="R3269108b8262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0d8450cb4ef5" /><Relationship Type="http://schemas.openxmlformats.org/officeDocument/2006/relationships/chart" Target="/ppt/slides/charts/chart3.xml" Id="Rdd1ed9462153465d" /><Relationship Type="http://schemas.openxmlformats.org/officeDocument/2006/relationships/chart" Target="/ppt/slides/charts/chart4.xml" Id="R36e81ccbe1f8416b" /><Relationship Type="http://schemas.openxmlformats.org/officeDocument/2006/relationships/notesSlide" Target="/ppt/notesSlides/notesSlide6.xml" Id="Rcc23c0d13ecf4f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82b2523d42e6" /><Relationship Type="http://schemas.openxmlformats.org/officeDocument/2006/relationships/notesSlide" Target="/ppt/notesSlides/notesSlide7.xml" Id="R1f4e8da5afe44a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2f8c066640a4" /><Relationship Type="http://schemas.openxmlformats.org/officeDocument/2006/relationships/chart" Target="/ppt/slides/charts/chart5.xml" Id="R7a60e0f9fa4a49be" /><Relationship Type="http://schemas.openxmlformats.org/officeDocument/2006/relationships/chart" Target="/ppt/slides/charts/chart6.xml" Id="R70b74ca6e24b43a9" /><Relationship Type="http://schemas.openxmlformats.org/officeDocument/2006/relationships/notesSlide" Target="/ppt/notesSlides/notesSlide8.xml" Id="R8e17c82aa9a149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03569fbc745f6" /><Relationship Type="http://schemas.openxmlformats.org/officeDocument/2006/relationships/chart" Target="/ppt/slides/charts/chart7.xml" Id="R946bc2b56fbe4322" /><Relationship Type="http://schemas.openxmlformats.org/officeDocument/2006/relationships/notesSlide" Target="/ppt/notesSlides/notesSlide9.xml" Id="R4b7668d239174d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10f444303404e" /><Relationship Type="http://schemas.openxmlformats.org/officeDocument/2006/relationships/notesSlide" Target="/ppt/notesSlides/notesSlide10.xml" Id="Re13a2da9d9314b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b36492c884080" /><Relationship Type="http://schemas.openxmlformats.org/officeDocument/2006/relationships/notesSlide" Target="/ppt/notesSlides/notesSlide11.xml" Id="Rc582dd8ddb10400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4.989752</c:v>
              </c:pt>
              <c:pt idx="1">
                <c:v>5.7932</c:v>
              </c:pt>
              <c:pt idx="2">
                <c:v>6.600539</c:v>
              </c:pt>
              <c:pt idx="3">
                <c:v>7.58008</c:v>
              </c:pt>
              <c:pt idx="4">
                <c:v>8.197113</c:v>
              </c:pt>
              <c:pt idx="5">
                <c:v>8.993253</c:v>
              </c:pt>
              <c:pt idx="6">
                <c:v>9.898929</c:v>
              </c:pt>
              <c:pt idx="7">
                <c:v>11.25524</c:v>
              </c:pt>
              <c:pt idx="8">
                <c:v>11.663884</c:v>
              </c:pt>
              <c:pt idx="9">
                <c:v>12.481058</c:v>
              </c:pt>
              <c:pt idx="10">
                <c:v>13.500245</c:v>
              </c:pt>
              <c:pt idx="11">
                <c:v>14.407534</c:v>
              </c:pt>
              <c:pt idx="12">
                <c:v>15.361246</c:v>
              </c:pt>
              <c:pt idx="13">
                <c:v>16.641048</c:v>
              </c:pt>
              <c:pt idx="14">
                <c:v>17.381228</c:v>
              </c:pt>
              <c:pt idx="15">
                <c:v>18.39205</c:v>
              </c:pt>
              <c:pt idx="16">
                <c:v>19.512275</c:v>
              </c:pt>
              <c:pt idx="17">
                <c:v>20.516872</c:v>
              </c:pt>
              <c:pt idx="18">
                <c:v>21.671941</c:v>
              </c:pt>
              <c:pt idx="19">
                <c:v>22.681507</c:v>
              </c:pt>
              <c:pt idx="20">
                <c:v>23.879297</c:v>
              </c:pt>
              <c:pt idx="21">
                <c:v>24.89455</c:v>
              </c:pt>
              <c:pt idx="22">
                <c:v>26.438953</c:v>
              </c:pt>
              <c:pt idx="23">
                <c:v>27.724465</c:v>
              </c:pt>
              <c:pt idx="24">
                <c:v>28.707587</c:v>
              </c:pt>
              <c:pt idx="25">
                <c:v>30.266235</c:v>
              </c:pt>
              <c:pt idx="26">
                <c:v>30.835879</c:v>
              </c:pt>
              <c:pt idx="27">
                <c:v>32.094736</c:v>
              </c:pt>
              <c:pt idx="28">
                <c:v>33.361352</c:v>
              </c:pt>
              <c:pt idx="29">
                <c:v>34.655354</c:v>
              </c:pt>
            </c:numLit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1.506796</c:v>
              </c:pt>
              <c:pt idx="1">
                <c:v>1.629617</c:v>
              </c:pt>
              <c:pt idx="2">
                <c:v>1.882136</c:v>
              </c:pt>
              <c:pt idx="3">
                <c:v>2.197054</c:v>
              </c:pt>
              <c:pt idx="4">
                <c:v>2.351178</c:v>
              </c:pt>
              <c:pt idx="5">
                <c:v>2.680151</c:v>
              </c:pt>
              <c:pt idx="6">
                <c:v>2.949921</c:v>
              </c:pt>
              <c:pt idx="7">
                <c:v>3.132021</c:v>
              </c:pt>
              <c:pt idx="8">
                <c:v>3.511267</c:v>
              </c:pt>
              <c:pt idx="9">
                <c:v>3.792676</c:v>
              </c:pt>
              <c:pt idx="10">
                <c:v>3.765773</c:v>
              </c:pt>
              <c:pt idx="11">
                <c:v>4.350641</c:v>
              </c:pt>
              <c:pt idx="12">
                <c:v>4.371929</c:v>
              </c:pt>
              <c:pt idx="13">
                <c:v>4.65037</c:v>
              </c:pt>
              <c:pt idx="14">
                <c:v>4.997748</c:v>
              </c:pt>
              <c:pt idx="15">
                <c:v>5.308287</c:v>
              </c:pt>
              <c:pt idx="16">
                <c:v>5.542288</c:v>
              </c:pt>
              <c:pt idx="17">
                <c:v>6.078635</c:v>
              </c:pt>
              <c:pt idx="18">
                <c:v>6.218323</c:v>
              </c:pt>
              <c:pt idx="19">
                <c:v>6.572295</c:v>
              </c:pt>
              <c:pt idx="20">
                <c:v>6.834096</c:v>
              </c:pt>
              <c:pt idx="21">
                <c:v>7.088691</c:v>
              </c:pt>
              <c:pt idx="22">
                <c:v>7.583849</c:v>
              </c:pt>
              <c:pt idx="23">
                <c:v>7.847521</c:v>
              </c:pt>
              <c:pt idx="24">
                <c:v>8.563484</c:v>
              </c:pt>
              <c:pt idx="25">
                <c:v>8.792589</c:v>
              </c:pt>
              <c:pt idx="26">
                <c:v>8.841267</c:v>
              </c:pt>
              <c:pt idx="27">
                <c:v>8.86051</c:v>
              </c:pt>
              <c:pt idx="28">
                <c:v>9.36652</c:v>
              </c:pt>
              <c:pt idx="29">
                <c:v>9.865707</c:v>
              </c:pt>
            </c:numLit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2.167603</c:v>
              </c:pt>
              <c:pt idx="1">
                <c:v>2.350731</c:v>
              </c:pt>
              <c:pt idx="2">
                <c:v>2.771374</c:v>
              </c:pt>
              <c:pt idx="3">
                <c:v>3.009852</c:v>
              </c:pt>
              <c:pt idx="4">
                <c:v>3.400205</c:v>
              </c:pt>
              <c:pt idx="5">
                <c:v>3.580981</c:v>
              </c:pt>
              <c:pt idx="6">
                <c:v>4.065718</c:v>
              </c:pt>
              <c:pt idx="7">
                <c:v>4.375723</c:v>
              </c:pt>
              <c:pt idx="8">
                <c:v>5.157762</c:v>
              </c:pt>
              <c:pt idx="9">
                <c:v>5.404324</c:v>
              </c:pt>
              <c:pt idx="10">
                <c:v>5.817264</c:v>
              </c:pt>
              <c:pt idx="11">
                <c:v>5.962411</c:v>
              </c:pt>
              <c:pt idx="12">
                <c:v>7.149659</c:v>
              </c:pt>
              <c:pt idx="13">
                <c:v>6.9077</c:v>
              </c:pt>
              <c:pt idx="14">
                <c:v>7.469348</c:v>
              </c:pt>
              <c:pt idx="15">
                <c:v>8.933063</c:v>
              </c:pt>
              <c:pt idx="16">
                <c:v>10.07874</c:v>
              </c:pt>
              <c:pt idx="17">
                <c:v>9.269982</c:v>
              </c:pt>
              <c:pt idx="18">
                <c:v>9.573097</c:v>
              </c:pt>
              <c:pt idx="19">
                <c:v>12.896376</c:v>
              </c:pt>
              <c:pt idx="20">
                <c:v>9.388351</c:v>
              </c:pt>
              <c:pt idx="21">
                <c:v>9.723761</c:v>
              </c:pt>
              <c:pt idx="22">
                <c:v>10.887108</c:v>
              </c:pt>
              <c:pt idx="23">
                <c:v>11.360931</c:v>
              </c:pt>
              <c:pt idx="24">
                <c:v>11.247044</c:v>
              </c:pt>
              <c:pt idx="25">
                <c:v>11.750655</c:v>
              </c:pt>
              <c:pt idx="26">
                <c:v>12.900694</c:v>
              </c:pt>
              <c:pt idx="27">
                <c:v>12.988591</c:v>
              </c:pt>
              <c:pt idx="28">
                <c:v>13.553135</c:v>
              </c:pt>
              <c:pt idx="29">
                <c:v>13.671737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3.311498</c:v>
              </c:pt>
              <c:pt idx="1">
                <c:v>3.554945</c:v>
              </c:pt>
              <c:pt idx="2">
                <c:v>3.50694</c:v>
              </c:pt>
              <c:pt idx="3">
                <c:v>3.450112</c:v>
              </c:pt>
              <c:pt idx="4">
                <c:v>3.486386</c:v>
              </c:pt>
              <c:pt idx="5">
                <c:v>3.355503</c:v>
              </c:pt>
              <c:pt idx="6">
                <c:v>3.355659</c:v>
              </c:pt>
              <c:pt idx="7">
                <c:v>3.593603</c:v>
              </c:pt>
              <c:pt idx="8">
                <c:v>3.321845</c:v>
              </c:pt>
              <c:pt idx="9">
                <c:v>3.290831</c:v>
              </c:pt>
              <c:pt idx="10">
                <c:v>3.584986</c:v>
              </c:pt>
              <c:pt idx="11">
                <c:v>3.311588</c:v>
              </c:pt>
              <c:pt idx="12">
                <c:v>3.513609</c:v>
              </c:pt>
              <c:pt idx="13">
                <c:v>3.578435</c:v>
              </c:pt>
              <c:pt idx="14">
                <c:v>3.477812</c:v>
              </c:pt>
              <c:pt idx="15">
                <c:v>3.46478</c:v>
              </c:pt>
              <c:pt idx="16">
                <c:v>3.520617</c:v>
              </c:pt>
              <c:pt idx="17">
                <c:v>3.375243</c:v>
              </c:pt>
              <c:pt idx="18">
                <c:v>3.485175</c:v>
              </c:pt>
              <c:pt idx="19">
                <c:v>3.451079</c:v>
              </c:pt>
              <c:pt idx="20">
                <c:v>3.494141</c:v>
              </c:pt>
              <c:pt idx="21">
                <c:v>3.511868</c:v>
              </c:pt>
              <c:pt idx="22">
                <c:v>3.486218</c:v>
              </c:pt>
              <c:pt idx="23">
                <c:v>3.532894</c:v>
              </c:pt>
              <c:pt idx="24">
                <c:v>3.352326</c:v>
              </c:pt>
              <c:pt idx="25">
                <c:v>3.442244</c:v>
              </c:pt>
              <c:pt idx="26">
                <c:v>3.487722</c:v>
              </c:pt>
              <c:pt idx="27">
                <c:v>3.622222</c:v>
              </c:pt>
              <c:pt idx="28">
                <c:v>3.561766</c:v>
              </c:pt>
              <c:pt idx="29">
                <c:v>3.512708</c:v>
              </c:pt>
            </c:numLit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2.706644</c:v>
              </c:pt>
              <c:pt idx="1">
                <c:v>2.807679</c:v>
              </c:pt>
              <c:pt idx="2">
                <c:v>2.671431</c:v>
              </c:pt>
              <c:pt idx="3">
                <c:v>2.773163</c:v>
              </c:pt>
              <c:pt idx="4">
                <c:v>2.717482</c:v>
              </c:pt>
              <c:pt idx="5">
                <c:v>2.829962</c:v>
              </c:pt>
              <c:pt idx="6">
                <c:v>2.74614</c:v>
              </c:pt>
              <c:pt idx="7">
                <c:v>2.782729</c:v>
              </c:pt>
              <c:pt idx="8">
                <c:v>2.495577</c:v>
              </c:pt>
              <c:pt idx="9">
                <c:v>2.618487</c:v>
              </c:pt>
              <c:pt idx="10">
                <c:v>2.590082</c:v>
              </c:pt>
              <c:pt idx="11">
                <c:v>2.737466</c:v>
              </c:pt>
              <c:pt idx="12">
                <c:v>2.549498</c:v>
              </c:pt>
              <c:pt idx="13">
                <c:v>2.68205</c:v>
              </c:pt>
              <c:pt idx="14">
                <c:v>2.648153</c:v>
              </c:pt>
              <c:pt idx="15">
                <c:v>2.341455</c:v>
              </c:pt>
              <c:pt idx="16">
                <c:v>2.206639</c:v>
              </c:pt>
              <c:pt idx="17">
                <c:v>2.521772</c:v>
              </c:pt>
              <c:pt idx="18">
                <c:v>2.568987</c:v>
              </c:pt>
              <c:pt idx="19">
                <c:v>1.99623</c:v>
              </c:pt>
              <c:pt idx="20">
                <c:v>2.890972</c:v>
              </c:pt>
              <c:pt idx="21">
                <c:v>2.956234</c:v>
              </c:pt>
              <c:pt idx="22">
                <c:v>2.761738</c:v>
              </c:pt>
              <c:pt idx="23">
                <c:v>2.776618</c:v>
              </c:pt>
              <c:pt idx="24">
                <c:v>2.879432</c:v>
              </c:pt>
              <c:pt idx="25">
                <c:v>2.962694</c:v>
              </c:pt>
              <c:pt idx="26">
                <c:v>2.712369</c:v>
              </c:pt>
              <c:pt idx="27">
                <c:v>2.807667</c:v>
              </c:pt>
              <c:pt idx="28">
                <c:v>2.789214</c:v>
              </c:pt>
              <c:pt idx="29">
                <c:v>2.876845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0.98963</c:v>
              </c:pt>
              <c:pt idx="1">
                <c:v>1.878171</c:v>
              </c:pt>
              <c:pt idx="2">
                <c:v>3.378454</c:v>
              </c:pt>
              <c:pt idx="3">
                <c:v>4.618865</c:v>
              </c:pt>
              <c:pt idx="4">
                <c:v>6.015093</c:v>
              </c:pt>
            </c:numLit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1.004932</c:v>
              </c:pt>
              <c:pt idx="1">
                <c:v>1.550188</c:v>
              </c:pt>
              <c:pt idx="2">
                <c:v>2.693979</c:v>
              </c:pt>
              <c:pt idx="3">
                <c:v>4.337217</c:v>
              </c:pt>
              <c:pt idx="4">
                <c:v>7.075541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0.98963</c:v>
              </c:pt>
              <c:pt idx="1">
                <c:v>1.878171</c:v>
              </c:pt>
              <c:pt idx="2">
                <c:v>2.635082</c:v>
              </c:pt>
              <c:pt idx="3">
                <c:v>3.378454</c:v>
              </c:pt>
              <c:pt idx="4">
                <c:v>3.906827</c:v>
              </c:pt>
              <c:pt idx="5">
                <c:v>4.232572</c:v>
              </c:pt>
              <c:pt idx="6">
                <c:v>4.432161</c:v>
              </c:pt>
              <c:pt idx="7">
                <c:v>4.618865</c:v>
              </c:pt>
              <c:pt idx="8">
                <c:v>4.420885</c:v>
              </c:pt>
              <c:pt idx="9">
                <c:v>4.156386</c:v>
              </c:pt>
              <c:pt idx="10">
                <c:v>4.550334</c:v>
              </c:pt>
              <c:pt idx="11">
                <c:v>5.308742</c:v>
              </c:pt>
              <c:pt idx="12">
                <c:v>5.4069</c:v>
              </c:pt>
              <c:pt idx="13">
                <c:v>5.821944</c:v>
              </c:pt>
              <c:pt idx="14">
                <c:v>5.971313</c:v>
              </c:pt>
              <c:pt idx="15">
                <c:v>6.015093</c:v>
              </c:pt>
            </c:numLit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1</c:v>
              </c:pt>
              <c:pt idx="1">
                <c:v>1.965524</c:v>
              </c:pt>
              <c:pt idx="2">
                <c:v>2.898324</c:v>
              </c:pt>
              <c:pt idx="3">
                <c:v>3.800036</c:v>
              </c:pt>
              <c:pt idx="4">
                <c:v>4.672189</c:v>
              </c:pt>
              <c:pt idx="5">
                <c:v>5.516213</c:v>
              </c:pt>
              <c:pt idx="6">
                <c:v>6.333447</c:v>
              </c:pt>
              <c:pt idx="7">
                <c:v>7.125147</c:v>
              </c:pt>
              <c:pt idx="8">
                <c:v>7.892491</c:v>
              </c:pt>
              <c:pt idx="9">
                <c:v>8.636586</c:v>
              </c:pt>
              <c:pt idx="10">
                <c:v>9.358472</c:v>
              </c:pt>
              <c:pt idx="11">
                <c:v>10.05913</c:v>
              </c:pt>
              <c:pt idx="12">
                <c:v>10.739483</c:v>
              </c:pt>
              <c:pt idx="13">
                <c:v>11.400399</c:v>
              </c:pt>
              <c:pt idx="14">
                <c:v>12.042701</c:v>
              </c:pt>
              <c:pt idx="15">
                <c:v>12.667164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1.012295</c:v>
              </c:pt>
              <c:pt idx="1">
                <c:v>1.530386</c:v>
              </c:pt>
              <c:pt idx="2">
                <c:v>2.386353</c:v>
              </c:pt>
              <c:pt idx="3">
                <c:v>2.358109</c:v>
              </c:pt>
              <c:pt idx="4">
                <c:v>2.245111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</c:numLit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1.003352</c:v>
              </c:pt>
              <c:pt idx="1">
                <c:v>1.547751</c:v>
              </c:pt>
              <c:pt idx="2">
                <c:v>2.689743</c:v>
              </c:pt>
              <c:pt idx="3">
                <c:v>4.330398</c:v>
              </c:pt>
              <c:pt idx="4">
                <c:v>7.064416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  <c:pt idx="5">
                <c:v>7.935425</c:v>
              </c:pt>
              <c:pt idx="6">
                <c:v>7.555168</c:v>
              </c:pt>
            </c:numLit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1</c:v>
              </c:pt>
              <c:pt idx="1">
                <c:v>1.966521</c:v>
              </c:pt>
              <c:pt idx="2">
                <c:v>3.805633</c:v>
              </c:pt>
              <c:pt idx="3">
                <c:v>7.148145</c:v>
              </c:pt>
              <c:pt idx="4">
                <c:v>12.745273</c:v>
              </c:pt>
              <c:pt idx="5">
                <c:v>20.945709</c:v>
              </c:pt>
              <c:pt idx="6">
                <c:v>30.879939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798A3-D7E2-4C32-894D-8374E24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DB1A-6DAA-420D-8F49-23FA913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4286F-AADA-406E-A580-978B59C3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88A3D-94CD-4E8D-B50D-DD334AB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63B51-D98F-4015-9DF4-7960DB2E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B8A44-47CA-4AB3-A3F9-92CA9DA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DFAC-0097-454F-99A3-1EB0F00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17466-FE9A-4080-8804-8E52C29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929519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8E31C4-340D-4ADC-A59E-86D17D8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A8AAE-4A6E-4EBC-BA7B-4F2C492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5B11B-6DB2-476E-883D-3AEC06A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A9D9C-17FB-4398-A990-73A3C92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CDFFD-194D-4569-A9B9-83A3CFC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808D-3468-468A-9A15-B751BC17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63D8C-61F1-4F38-BA45-7C7A64D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FAEC7-2189-45F8-8F41-F7058D4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246F-D03D-444C-8E96-E4203C2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CA5E-20BC-49F8-A876-E7707394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2D561-EE25-4EC8-B94E-E0B385A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D05B1-43E5-4845-9EB0-C851B25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781A4-7A69-460D-908C-FB489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2EFB4-7362-4D72-8BB3-42B75FA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4D77D-28D1-416B-B4F3-2441069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E86B4-23CA-49B5-A9D3-44BC618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396C9-5EF1-433A-B7BC-82C1E16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E172F-4B52-4383-BBB6-3FF54D0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60A8C-C196-41D6-9029-1057601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35E77-EA79-45FF-800D-388019B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B8024-1BEC-46E4-81C6-DC014280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3F94B-3824-4792-AAEE-02177F7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F4B54-2912-4C93-A413-50FAD09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2F3BA-0112-4442-94C5-2FE7EF4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74C09-38EF-4EC9-9FD3-5CAA9DDF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6A408-5343-4EA4-9777-291B6D0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EF95E-133E-44B1-AC8B-2FB8EC7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A9483-D08C-457A-81F1-6FD7A52A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CBE5F-0B9D-4CDE-812F-B907338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every value &lt; n</a:t>
            </a:r>
          </a:p>
        </p:txBody>
      </p:sp>
    </p:spTree>
    <p:extLst>
      <p:ext uri="{BB962C8B-B14F-4D97-AF65-F5344CB8AC3E}">
        <p14:creationId xmlns:p14="http://schemas.microsoft.com/office/powerpoint/2010/main" val="1302035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F04D69-9FF6-4877-A273-CF6BE18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B68A1-AA93-475C-B90E-296B861E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44617-6920-487F-AFE2-7229F062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31442-4FF7-4700-8910-7DA3B1F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B4FD5-2F26-4A00-ADC8-C17FC8A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201B5-F954-47CB-A18A-B43226B8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4077-49F7-4122-86ED-F8DDB77D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5DDCE-1F3C-4691-BFAD-9A3A403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71539-8710-40E6-B51D-AF1CEF3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2A4F5-7DE0-4E92-8639-0DD1461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C9BC1-8841-4E48-A602-D0018DB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AF051-7FD5-42CD-ADDB-69EFAB2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89FA1-6254-4287-985F-5DD4AB1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52C87-CFC1-40DF-97F5-3249371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A4B8B-A986-4D02-830A-20169B0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2F554-EF63-4A6E-9762-BD7C3CD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D-8E0C-40AB-AB45-9E80CCB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70297-B1A1-43FA-A29D-2833710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11454-B3B8-4A40-B5C9-53BE810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9F4DE-986C-453D-8F57-8CEBA8E7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FCDF7-5B56-40F5-81C6-E7EBBE7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2BBA0-DC18-4910-B445-D5B0DE72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3281E-987F-4672-88A1-5AA146E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C50CC-8C0B-443A-8DE8-DF1E1ED0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DB880-8CF7-4AD4-A1CE-B75AB65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A961A5-229A-4A38-A3A5-5CBF77D4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2C6A6-9389-4374-81E4-4F57B1E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044B1-A396-4723-8376-11F1AEA3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CBDB3-3836-45EB-95C4-1BEB403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1B5B6-790C-4F2C-B2AF-CF8978C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F1B88-4DA3-4D92-AD9D-227231AC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C0641F-07A6-4135-A2F6-1E2EDF4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0FACA-5AB7-4D40-AE4A-6378D9B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5D877-83BF-4A84-A30A-103199E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185BAB-FAD7-4FE3-8206-40DB516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12B9CE-5D9A-4EE4-BC7A-3BBFA6C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4264CA-15AD-482D-8719-E161A6F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974130-C2DA-4D5A-80F6-BCE2203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1D135-B785-40C0-8460-3CE9776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1B802-9952-4C68-AF24-A41EDD1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2022406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7DAB0-B0DE-46C2-A471-0270C20B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956A-041F-46A0-AD50-3DAC7AC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A36AE-A1C3-4E01-8DC1-A8654CE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6FCDD-6B49-408B-AF7A-7E20945C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391df55363413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526C2-37F6-42FD-9166-ACD3DDE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A88B7-2C19-4F5B-8B29-79C037C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964185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DC668-9BD8-4C4D-9CA9-84E71CFF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A9F07-48C2-4E54-BE7F-BC1CFA1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482B-F389-49EB-92DD-3B7A56F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empirical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58754-8255-455B-AEC6-C9FB6ED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719c07c5614f1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5F88A-6995-4114-9F29-C674F0DF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2F92-0462-42FF-9DDA-05052B8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01308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BD143-90A0-4A9E-88BB-6AB41082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9A30-640C-441D-9516-6B3ABCD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32E8B-8B62-4A3F-A799-3BEC78A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32F10-342F-4227-B332-377C816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1ed9462153465d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e81ccbe1f841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F696F-23C3-4BA9-BA33-40C16DB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0C5A0-47D0-4045-B9E6-29A91306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591103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FA648-8590-49C0-BF5B-9BA9D77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13228-01BB-445F-AC0C-2DCED23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BA0C7-06AB-42EA-BDAA-4EA7954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CA86-934E-4EA8-8C4A-8CB029C2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3ECB0-28EF-4676-AC61-0DFD893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3C10B-B37D-4CB4-AD7A-B00E01C2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9234F-6F27-4FBB-9303-69B2AD6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C0985-2E7E-4B2C-8914-292D3BB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43A3F-8DBF-4E88-B8AD-4880116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D710-58DC-4568-85D7-5F980A6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78CA0-D5FC-4B8D-8D83-DB1D865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CE918-68CB-4621-A4AD-1603462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8F991-A00C-493B-A57A-DCEC411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C8FB1-41FE-4ABF-85F9-175D7E2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93889-D64A-49A5-A57B-EA0A672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1D1B-C734-4AA0-94C9-8E4392A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6223C-A6D3-4CEC-9FAA-6C0ADAD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51445-0A29-42B6-80FE-4539A99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62C13-6AAD-45C2-92EE-9A70B57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D8756-303D-4DC8-A0F8-4373796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5AC52-1384-4D02-8542-568B675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65B20-943C-45C1-83B6-6EADC84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82E31-CD53-4A8F-A763-9D34DCB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73030-CEB1-4422-A3E1-B3D3B793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288CA-5278-47F6-8BB5-8D35FD8F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E8E1D-FCC4-4F61-B1AF-0D0E9E4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7D938-8E74-4F1A-8CFB-AE9A6CE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7B5C9-DB0A-4C28-B2CC-64FB5F93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F35BD-DBE8-4F93-8A40-7A0A336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9E4C9-9823-445C-B40A-6185611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84005-1F0D-41C6-89BC-5EB60A1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A430C2-A15D-4971-97B7-49A3B334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493164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8D930-0607-4825-B61D-E540F82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7C74-8A93-45D2-BBE9-03A7B09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397DB-3C4A-44A6-ACDB-D94ABA7C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1B59C-1E38-4CC4-8748-8C879BCE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0e0f9fa4a49be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74ca6e24b43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AA789-C3F6-4EBE-8045-5B24BE87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13D3E-1A73-4D64-BE73-0A2CC61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oversubscribed 4 × 32 and 4 × 64 workers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761643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1C146-5973-4D66-90B5-6F4DB7C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8A68C-4A0C-4327-9170-43F3DC3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6DF8-A1E7-4C09-B5F9-6AC7CA5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Amdahl gap, 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2AC4D-762A-4850-874C-4826678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bc2b56fbe43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80D2-419B-46E5-911E-7B1C29A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9CA6D-A232-4F07-850A-D5FD74B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BB085-FC8C-4B97-8BE3-3BF0A45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27E9B-FC78-4497-A927-5B29B14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FF29D-293E-4A3B-A69F-851D2516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A2D89-19C6-4729-B3C4-B6C6F29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6950F-B6E9-4E96-9077-7A2F1BFA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48999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1E36-2349-4304-B17D-7E08B4D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A5B5E-A8DB-4243-860D-906928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74FF-5FCE-4D5B-93FE-2BB412F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42C22-E4D1-471E-A0F8-9E9C650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E219F-4019-4A67-B7A9-9D61021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119DA-2536-4291-B457-D3B250D8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A9B90-A69B-408C-934F-33D2A9B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CE51A-C275-4BDE-99B3-F8E8875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DC9AF-810C-4CFD-9AE9-6EACC69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818B7-6308-4873-87C1-3A0F97E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274948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95761-1070-498E-84C6-3671B33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BAFFD-2D79-4A1E-861D-EE4B775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6B1ED-3A19-42A1-AFFD-D1486E7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93086-1B82-4EEE-A201-07EB3E1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890F2-2680-4ABB-886C-7DD2D4C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62A48-C39A-45A3-B7EE-2A984E2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3804F-D1AA-477D-BC48-BDF0BE9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411784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2026-09-17T22:02:43.7460000Z</dcterms:created>
  <dcterms:modified xsi:type="dcterms:W3CDTF">2026-09-17T22:02:43.7460000Z</dcterms:modified>
</coreProperties>
</file>