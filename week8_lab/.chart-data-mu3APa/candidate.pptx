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8dc5a1b5b3404a" /><Relationship Type="http://schemas.openxmlformats.org/officeDocument/2006/relationships/extended-properties" Target="/docProps/app.xml" Id="R5159effe298c4fee" /><Relationship Type="http://schemas.openxmlformats.org/officeDocument/2006/relationships/officeDocument" Target="/ppt/presentation.xml" Id="Rf775f223df604381" /></Relationships>
</file>

<file path=ppt/presentation.xml><?xml version="1.0" encoding="utf-8"?>
<p:presentation xmlns:p="http://schemas.openxmlformats.org/presentationml/2006/main">
  <p:sldMasterIdLst>
    <p:sldMasterId xmlns:r="http://schemas.openxmlformats.org/officeDocument/2006/relationships" id="2147483648" r:id="R5a816b2fab7d4ba6"/>
  </p:sldMasterIdLst>
  <p:notesMasterIdLst>
    <p:notesMasterId xmlns:r="http://schemas.openxmlformats.org/officeDocument/2006/relationships" r:id="R64c5e6400f784eb5"/>
  </p:notesMasterIdLst>
  <p:sldIdLst>
    <p:sldId xmlns:r="http://schemas.openxmlformats.org/officeDocument/2006/relationships" id="256" r:id="Raece83ca90364a3e"/>
    <p:sldId xmlns:r="http://schemas.openxmlformats.org/officeDocument/2006/relationships" id="257" r:id="R8c385ec3c0714916"/>
    <p:sldId xmlns:r="http://schemas.openxmlformats.org/officeDocument/2006/relationships" id="258" r:id="R22ab082335ce40fa"/>
    <p:sldId xmlns:r="http://schemas.openxmlformats.org/officeDocument/2006/relationships" id="259" r:id="R4049c31a632a4fe6"/>
    <p:sldId xmlns:r="http://schemas.openxmlformats.org/officeDocument/2006/relationships" id="260" r:id="R664f2f2bd79e40f7"/>
    <p:sldId xmlns:r="http://schemas.openxmlformats.org/officeDocument/2006/relationships" id="261" r:id="R3c83a72217a64a27"/>
    <p:sldId xmlns:r="http://schemas.openxmlformats.org/officeDocument/2006/relationships" id="262" r:id="R5a49a5dc131b4fed"/>
    <p:sldId xmlns:r="http://schemas.openxmlformats.org/officeDocument/2006/relationships" id="263" r:id="R8bafdd9e81704fae"/>
    <p:sldId xmlns:r="http://schemas.openxmlformats.org/officeDocument/2006/relationships" id="264" r:id="R1fdd6b1540574bfa"/>
    <p:sldId xmlns:r="http://schemas.openxmlformats.org/officeDocument/2006/relationships" id="265" r:id="Re48b35b998dd4c65"/>
    <p:sldId xmlns:r="http://schemas.openxmlformats.org/officeDocument/2006/relationships" id="266" r:id="R5be2e8a5129044ca"/>
    <p:sldId xmlns:r="http://schemas.openxmlformats.org/officeDocument/2006/relationships" id="267" r:id="R382419e73a99483d"/>
    <p:sldId xmlns:r="http://schemas.openxmlformats.org/officeDocument/2006/relationships" id="268" r:id="Rc9ef8a6af7924515"/>
    <p:sldId xmlns:r="http://schemas.openxmlformats.org/officeDocument/2006/relationships" id="269" r:id="R3f6f6c18a28346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2dd6cea98148f5" /><Relationship Type="http://schemas.openxmlformats.org/officeDocument/2006/relationships/slideMaster" Target="/ppt/slideMasters/slideMaster1.xml" Id="R5a816b2fab7d4ba6" /><Relationship Type="http://schemas.openxmlformats.org/officeDocument/2006/relationships/notesMaster" Target="/ppt/notesMasters/notesMaster1.xml" Id="R64c5e6400f784eb5" /><Relationship Type="http://schemas.openxmlformats.org/officeDocument/2006/relationships/presProps" Target="/ppt/presProps.xml" Id="R2fa0666170194082" /><Relationship Type="http://schemas.openxmlformats.org/officeDocument/2006/relationships/tableStyles" Target="/ppt/tableStyles.xml" Id="R51f051f06b3d43d5" /><Relationship Type="http://schemas.openxmlformats.org/officeDocument/2006/relationships/slide" Target="/ppt/slides/slide1.xml" Id="Raece83ca90364a3e" /><Relationship Type="http://schemas.openxmlformats.org/officeDocument/2006/relationships/slide" Target="/ppt/slides/slide2.xml" Id="R8c385ec3c0714916" /><Relationship Type="http://schemas.openxmlformats.org/officeDocument/2006/relationships/slide" Target="/ppt/slides/slide3.xml" Id="R22ab082335ce40fa" /><Relationship Type="http://schemas.openxmlformats.org/officeDocument/2006/relationships/slide" Target="/ppt/slides/slide4.xml" Id="R4049c31a632a4fe6" /><Relationship Type="http://schemas.openxmlformats.org/officeDocument/2006/relationships/slide" Target="/ppt/slides/slide5.xml" Id="R664f2f2bd79e40f7" /><Relationship Type="http://schemas.openxmlformats.org/officeDocument/2006/relationships/slide" Target="/ppt/slides/slide6.xml" Id="R3c83a72217a64a27" /><Relationship Type="http://schemas.openxmlformats.org/officeDocument/2006/relationships/slide" Target="/ppt/slides/slide7.xml" Id="R5a49a5dc131b4fed" /><Relationship Type="http://schemas.openxmlformats.org/officeDocument/2006/relationships/slide" Target="/ppt/slides/slide8.xml" Id="R8bafdd9e81704fae" /><Relationship Type="http://schemas.openxmlformats.org/officeDocument/2006/relationships/slide" Target="/ppt/slides/slide9.xml" Id="R1fdd6b1540574bfa" /><Relationship Type="http://schemas.openxmlformats.org/officeDocument/2006/relationships/slide" Target="/ppt/slides/slide10.xml" Id="Re48b35b998dd4c65" /><Relationship Type="http://schemas.openxmlformats.org/officeDocument/2006/relationships/slide" Target="/ppt/slides/slide11.xml" Id="R5be2e8a5129044ca" /><Relationship Type="http://schemas.openxmlformats.org/officeDocument/2006/relationships/slide" Target="/ppt/slides/slide12.xml" Id="R382419e73a99483d" /><Relationship Type="http://schemas.openxmlformats.org/officeDocument/2006/relationships/slide" Target="/ppt/slides/slide13.xml" Id="Rc9ef8a6af7924515" /><Relationship Type="http://schemas.openxmlformats.org/officeDocument/2006/relationships/slide" Target="/ppt/slides/slide14.xml" Id="R3f6f6c18a28346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5b7056a0f84e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b0fb5e70f4480" /><Relationship Type="http://schemas.openxmlformats.org/officeDocument/2006/relationships/notesMaster" Target="/ppt/notesMasters/notesMaster1.xml" Id="R4f0da1313fbd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0369e0e6be465a" /><Relationship Type="http://schemas.openxmlformats.org/officeDocument/2006/relationships/notesMaster" Target="/ppt/notesMasters/notesMaster1.xml" Id="Re3c3727f55434a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39e00d81df410b" /><Relationship Type="http://schemas.openxmlformats.org/officeDocument/2006/relationships/notesMaster" Target="/ppt/notesMasters/notesMaster1.xml" Id="R12a064b4819447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f2947019dd4aa3" /><Relationship Type="http://schemas.openxmlformats.org/officeDocument/2006/relationships/notesMaster" Target="/ppt/notesMasters/notesMaster1.xml" Id="R7c48f475ea624d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9d3782bdbc4178" /><Relationship Type="http://schemas.openxmlformats.org/officeDocument/2006/relationships/notesMaster" Target="/ppt/notesMasters/notesMaster1.xml" Id="Rff7cf832f54249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57c789d1e54571" /><Relationship Type="http://schemas.openxmlformats.org/officeDocument/2006/relationships/notesMaster" Target="/ppt/notesMasters/notesMaster1.xml" Id="R61b9b64c2d8745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986862dc504a8e" /><Relationship Type="http://schemas.openxmlformats.org/officeDocument/2006/relationships/notesMaster" Target="/ppt/notesMasters/notesMaster1.xml" Id="R1a0ccbf689b84f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3c835379d249d4" /><Relationship Type="http://schemas.openxmlformats.org/officeDocument/2006/relationships/notesMaster" Target="/ppt/notesMasters/notesMaster1.xml" Id="R2e7fab2ed44043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afc12741714a53" /><Relationship Type="http://schemas.openxmlformats.org/officeDocument/2006/relationships/notesMaster" Target="/ppt/notesMasters/notesMaster1.xml" Id="R025a0c87611b4d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8392fde88349c9" /><Relationship Type="http://schemas.openxmlformats.org/officeDocument/2006/relationships/notesMaster" Target="/ppt/notesMasters/notesMaster1.xml" Id="R03d4c5f9af9d43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19899b16e946a8" /><Relationship Type="http://schemas.openxmlformats.org/officeDocument/2006/relationships/notesMaster" Target="/ppt/notesMasters/notesMaster1.xml" Id="R111c69ec2d2b45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ceda8d6e774474" /><Relationship Type="http://schemas.openxmlformats.org/officeDocument/2006/relationships/notesMaster" Target="/ppt/notesMasters/notesMaster1.xml" Id="R3c1188f20ca547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86593cf29d4fef" /><Relationship Type="http://schemas.openxmlformats.org/officeDocument/2006/relationships/notesMaster" Target="/ppt/notesMasters/notesMaster1.xml" Id="Rc6a2f24598774e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24641aa254306" /><Relationship Type="http://schemas.openxmlformats.org/officeDocument/2006/relationships/notesMaster" Target="/ppt/notesMasters/notesMaster1.xml" Id="R12ed557e0a394d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3-4 verifies setup and a two-node Task 1 functional test;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evidence/screenshots/caas_task1_two_node_execution_submitted.png. Authentic two-node CAAS Task 1 functional run at n = 10,000. It verifies allocation of student-caas-n03 and student-caas-n04, eight MPI ranks, the correct 1,229-prime result, and sorted output generation.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6ba442748547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8535c9c8484d01" /><Relationship Type="http://schemas.openxmlformats.org/officeDocument/2006/relationships/slideLayout" Target="/ppt/slideLayouts/slideLayout1.xml" Id="R9a3ecd5d98954b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3ecd5d98954b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03bd90966b4927" /><Relationship Type="http://schemas.openxmlformats.org/officeDocument/2006/relationships/notesSlide" Target="/ppt/notesSlides/notesSlide1.xml" Id="R92533283629348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41b83351214418" /><Relationship Type="http://schemas.openxmlformats.org/officeDocument/2006/relationships/notesSlide" Target="/ppt/notesSlides/notesSlide2.xml" Id="Rd664b2b644ac48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bf543e434c42a6" /><Relationship Type="http://schemas.openxmlformats.org/officeDocument/2006/relationships/notesSlide" Target="/ppt/notesSlides/notesSlide3.xml" Id="Rb850d72a337d40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901a8739104a4e" /><Relationship Type="http://schemas.openxmlformats.org/officeDocument/2006/relationships/chart" Target="/ppt/slides/charts/chart1.xml" Id="R6065d1b4b711463e" /><Relationship Type="http://schemas.openxmlformats.org/officeDocument/2006/relationships/notesSlide" Target="/ppt/notesSlides/notesSlide4.xml" Id="R532035e905b84b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3ed7fd072e4486" /><Relationship Type="http://schemas.openxmlformats.org/officeDocument/2006/relationships/chart" Target="/ppt/slides/charts/chart2.xml" Id="R941b8ccbec354e13" /><Relationship Type="http://schemas.openxmlformats.org/officeDocument/2006/relationships/notesSlide" Target="/ppt/notesSlides/notesSlide5.xml" Id="R5762c5cefedc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f6b17bedfd49b1" /><Relationship Type="http://schemas.openxmlformats.org/officeDocument/2006/relationships/chart" Target="/ppt/slides/charts/chart3.xml" Id="R796836dee4e44dff" /><Relationship Type="http://schemas.openxmlformats.org/officeDocument/2006/relationships/chart" Target="/ppt/slides/charts/chart4.xml" Id="R66e659beccee4780" /><Relationship Type="http://schemas.openxmlformats.org/officeDocument/2006/relationships/notesSlide" Target="/ppt/notesSlides/notesSlide6.xml" Id="R9296d242211d45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6dad122c934e12" /><Relationship Type="http://schemas.openxmlformats.org/officeDocument/2006/relationships/notesSlide" Target="/ppt/notesSlides/notesSlide7.xml" Id="R54e1f33b713549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a06587abf743d8" /><Relationship Type="http://schemas.openxmlformats.org/officeDocument/2006/relationships/chart" Target="/ppt/slides/charts/chart5.xml" Id="R0f82511cc3d94f3a" /><Relationship Type="http://schemas.openxmlformats.org/officeDocument/2006/relationships/chart" Target="/ppt/slides/charts/chart6.xml" Id="R342bd4e7a30a49be" /><Relationship Type="http://schemas.openxmlformats.org/officeDocument/2006/relationships/notesSlide" Target="/ppt/notesSlides/notesSlide8.xml" Id="Rdcd7e1c2946d48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87a47321374f78" /><Relationship Type="http://schemas.openxmlformats.org/officeDocument/2006/relationships/chart" Target="/ppt/slides/charts/chart7.xml" Id="R352099aa66de4741" /><Relationship Type="http://schemas.openxmlformats.org/officeDocument/2006/relationships/notesSlide" Target="/ppt/notesSlides/notesSlide9.xml" Id="Rf0282479326945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f44973c9ac4a4a" /><Relationship Type="http://schemas.openxmlformats.org/officeDocument/2006/relationships/notesSlide" Target="/ppt/notesSlides/notesSlide10.xml" Id="R9e27f9e18f5442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cc1b1345984619" /><Relationship Type="http://schemas.openxmlformats.org/officeDocument/2006/relationships/notesSlide" Target="/ppt/notesSlides/notesSlide11.xml" Id="R8f694d54e61b47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cab64422604703" /><Relationship Type="http://schemas.openxmlformats.org/officeDocument/2006/relationships/image" Target="/ppt/media/image.jpeg" Id="R035103a0b8954026" /><Relationship Type="http://schemas.openxmlformats.org/officeDocument/2006/relationships/notesSlide" Target="/ppt/notesSlides/notesSlide12.xml" Id="R610a5d27569c4c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b46a0b9bec4cf1" /><Relationship Type="http://schemas.openxmlformats.org/officeDocument/2006/relationships/image" Target="/ppt/media/image.png" Id="R66768a7fc64f4083" /><Relationship Type="http://schemas.openxmlformats.org/officeDocument/2006/relationships/notesSlide" Target="/ppt/notesSlides/notesSlide13.xml" Id="R35ca63528b074e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ea1af623a24320" /><Relationship Type="http://schemas.openxmlformats.org/officeDocument/2006/relationships/notesSlide" Target="/ppt/notesSlides/notesSlide14.xml" Id="R91b05f822fe949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Cache>
            </c:numRef>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Cache>
            </c:numRef>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Data'!$E$2:$E$31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Data'!$F$2:$F$31</c:f>
              <c:numCache>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Cache>
            </c:numRef>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0.98963</c:v>
                </c:pt>
                <c:pt idx="1">
                  <c:v>1.878171</c:v>
                </c:pt>
                <c:pt idx="2">
                  <c:v>3.378454</c:v>
                </c:pt>
                <c:pt idx="3">
                  <c:v>4.618865</c:v>
                </c:pt>
                <c:pt idx="4">
                  <c:v>6.015093</c:v>
                </c:pt>
              </c:numCache>
            </c:numRef>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0.0x</c:formatCode>
                <c:ptCount val="5"/>
                <c:pt idx="0">
                  <c:v>1.004932</c:v>
                </c:pt>
                <c:pt idx="1">
                  <c:v>1.550188</c:v>
                </c:pt>
                <c:pt idx="2">
                  <c:v>2.693979</c:v>
                </c:pt>
                <c:pt idx="3">
                  <c:v>4.337217</c:v>
                </c:pt>
                <c:pt idx="4">
                  <c:v>7.075541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Data'!$B$2:$B$17</c:f>
              <c:numCache>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Cache>
            </c:numRef>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Ref>
              <c:f>'Chart Data'!$C$2:$C$17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Data'!$D$2:$D$17</c:f>
              <c:numCache>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1.012295</c:v>
                </c:pt>
                <c:pt idx="1">
                  <c:v>1.530386</c:v>
                </c:pt>
                <c:pt idx="2">
                  <c:v>2.386353</c:v>
                </c:pt>
                <c:pt idx="3">
                  <c:v>2.358109</c:v>
                </c:pt>
                <c:pt idx="4">
                  <c:v>2.245111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Data'!$A$2:$A$6</c:f>
              <c:strCache>
                <c:ptCount val="5"/>
                <c:pt idx="0">
                  <c:v>1×1</c:v>
                </c:pt>
                <c:pt idx="1">
                  <c:v>2×1</c:v>
                </c:pt>
                <c:pt idx="2">
                  <c:v>2×2</c:v>
                </c:pt>
                <c:pt idx="3">
                  <c:v>4×2</c:v>
                </c:pt>
                <c:pt idx="4">
                  <c:v>4×4</c:v>
                </c:pt>
              </c:strCache>
            </c:strRef>
          </c:cat>
          <c:val>
            <c:numRef>
              <c:f>'Chart Data'!$B$2:$B$6</c:f>
              <c:numCache>
                <c:formatCode>0.0x</c:formatCode>
                <c:ptCount val="5"/>
                <c:pt idx="0">
                  <c:v>0.996865</c:v>
                </c:pt>
                <c:pt idx="1">
                  <c:v>1.91408</c:v>
                </c:pt>
                <c:pt idx="2">
                  <c:v>3.515055</c:v>
                </c:pt>
                <c:pt idx="3">
                  <c:v>5.15</c:v>
                </c:pt>
                <c:pt idx="4">
                  <c:v>8.030471</c:v>
                </c:pt>
              </c:numCache>
            </c:numRef>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Ref>
              <c:f>'Chart Data'!$C$2:$C$6</c:f>
              <c:strCache>
                <c:ptCount val="5"/>
                <c:pt idx="0">
                  <c:v>1×1</c:v>
                </c:pt>
                <c:pt idx="1">
                  <c:v>2×1</c:v>
                </c:pt>
                <c:pt idx="2">
                  <c:v>2×2</c:v>
                </c:pt>
                <c:pt idx="3">
                  <c:v>4×2</c:v>
                </c:pt>
                <c:pt idx="4">
                  <c:v>4×4</c:v>
                </c:pt>
              </c:strCache>
            </c:strRef>
          </c:cat>
          <c:val>
            <c:numRef>
              <c:f>'Chart Data'!$D$2:$D$6</c:f>
              <c:numCache>
                <c:formatCode>0.0x</c:formatCode>
                <c:ptCount val="5"/>
                <c:pt idx="0">
                  <c:v>1.003352</c:v>
                </c:pt>
                <c:pt idx="1">
                  <c:v>1.547751</c:v>
                </c:pt>
                <c:pt idx="2">
                  <c:v>2.689743</c:v>
                </c:pt>
                <c:pt idx="3">
                  <c:v>4.330398</c:v>
                </c:pt>
                <c:pt idx="4">
                  <c:v>7.064416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Data'!$A$2:$A$8</c:f>
              <c:strCache>
                <c:ptCount val="7"/>
                <c:pt idx="0">
                  <c:v>1×1</c:v>
                </c:pt>
                <c:pt idx="1">
                  <c:v>2×1</c:v>
                </c:pt>
                <c:pt idx="2">
                  <c:v>2×2</c:v>
                </c:pt>
                <c:pt idx="3">
                  <c:v>4×2</c:v>
                </c:pt>
                <c:pt idx="4">
                  <c:v>4×4</c:v>
                </c:pt>
                <c:pt idx="5">
                  <c:v>4×8</c:v>
                </c:pt>
                <c:pt idx="6">
                  <c:v>4×16</c:v>
                </c:pt>
              </c:strCache>
            </c:strRef>
          </c:cat>
          <c:val>
            <c:numRef>
              <c:f>'Chart Data'!$B$2:$B$8</c:f>
              <c:numCache>
                <c:formatCode>0.0x</c:formatCode>
                <c:ptCount val="7"/>
                <c:pt idx="0">
                  <c:v>0.996865</c:v>
                </c:pt>
                <c:pt idx="1">
                  <c:v>1.91408</c:v>
                </c:pt>
                <c:pt idx="2">
                  <c:v>3.515055</c:v>
                </c:pt>
                <c:pt idx="3">
                  <c:v>5.15</c:v>
                </c:pt>
                <c:pt idx="4">
                  <c:v>8.030471</c:v>
                </c:pt>
                <c:pt idx="5">
                  <c:v>7.935425</c:v>
                </c:pt>
                <c:pt idx="6">
                  <c:v>7.555168</c:v>
                </c:pt>
              </c:numCache>
            </c:numRef>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Ref>
              <c:f>'Chart Data'!$C$2:$C$8</c:f>
              <c:strCache>
                <c:ptCount val="7"/>
                <c:pt idx="0">
                  <c:v>1×1</c:v>
                </c:pt>
                <c:pt idx="1">
                  <c:v>2×1</c:v>
                </c:pt>
                <c:pt idx="2">
                  <c:v>2×2</c:v>
                </c:pt>
                <c:pt idx="3">
                  <c:v>4×2</c:v>
                </c:pt>
                <c:pt idx="4">
                  <c:v>4×4</c:v>
                </c:pt>
                <c:pt idx="5">
                  <c:v>4×8</c:v>
                </c:pt>
                <c:pt idx="6">
                  <c:v>4×16</c:v>
                </c:pt>
              </c:strCache>
            </c:strRef>
          </c:cat>
          <c:val>
            <c:numRef>
              <c:f>'Chart Data'!$D$2:$D$8</c:f>
              <c:numCache>
                <c:formatCode>0.0x</c:formatCode>
                <c:ptCount val="7"/>
                <c:pt idx="0">
                  <c:v>1</c:v>
                </c:pt>
                <c:pt idx="1">
                  <c:v>1.966521</c:v>
                </c:pt>
                <c:pt idx="2">
                  <c:v>3.805633</c:v>
                </c:pt>
                <c:pt idx="3">
                  <c:v>7.148145</c:v>
                </c:pt>
                <c:pt idx="4">
                  <c:v>12.745273</c:v>
                </c:pt>
                <c:pt idx="5">
                  <c:v>20.945709</c:v>
                </c:pt>
                <c:pt idx="6">
                  <c:v>30.879939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6EB30F-F18E-4E19-98A9-4498FC339D4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267B0C82-7491-46DC-9664-BE97BE306B17}"/>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5C6BE135-6059-40D0-897F-19A1D29F3DA9}"/>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7592E6E5-2186-4BEC-BAAB-6E2724EAAA49}"/>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9BFB9D71-9CF4-42F0-B6F1-68E35A1EC220}"/>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131ADD29-EDA1-4DC4-94E9-7465F57FC044}"/>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510CDC22-0479-4132-B9FF-4F74DAE27760}"/>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85A900BA-AF08-4324-9FDC-9DA67F3DED1E}"/>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646704475"/>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2267554-F364-4288-8DF7-C3F72065D5A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C322953-4E8F-4E25-A122-833C0B63B30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8458CF1B-A60B-42EE-9DCA-3B55E5F0FE3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634D80EE-9747-4E83-9715-82E46A79D41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833B677E-8817-4817-94E5-AA071193E615}"/>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D952792C-9206-405F-ABE2-1792266FF635}"/>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FE8E77C1-06CF-4D30-88B5-F7D718881240}"/>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A4EC7FFF-36C7-43FD-9930-8C7519E3A633}"/>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3C8779A4-248F-4B90-8B39-E6A5501F50B6}"/>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54C46136-9C60-43E2-897D-CF0A123728CF}"/>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E36F814E-DB90-44DF-A16B-60B0630E6418}"/>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08F5DA6C-8FB8-459E-BA22-792B9B0668C3}"/>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CF6DF5B9-39E3-4BD5-B9F6-F5D8DBF7EF3F}"/>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BDFE94AC-CFAF-4728-8336-EB2F264CDE4D}"/>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6670C44E-22CE-4A6D-A5A9-F5CF38813415}"/>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2D91255D-4E3E-4C26-859F-EE8E58DBEE5F}"/>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29AA79B7-CE77-4A32-AC11-384434C105FA}"/>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7A355920-34AB-4811-83B9-481456D524A1}"/>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B395960D-2BEF-4321-875A-B25D5EF4A4E4}"/>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4A498571-ADBC-4F49-B850-DB732CDBA927}"/>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3D91B242-46D7-4520-9FE9-ECB83998D456}"/>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00256FBD-39B7-442C-B9CA-AEC48AD2CB0A}"/>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5B23FAAA-6858-4C13-8FA9-DC7BE6ACF417}"/>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A6F5FBBC-EC69-485B-BE64-A0A02A265BF6}"/>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34E355F9-326D-47BB-A017-5D6F11073F7A}"/>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1A005C2E-0B69-4046-A142-8FA2A1BDA8E2}"/>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1AC5DF47-4C90-4518-BCC0-85D772B62277}"/>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265692E7-599D-44D1-A36F-5404238D7961}"/>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952449F6-89B9-47EF-8063-35BB2BFCFE63}"/>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941281507"/>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8271F10-53B7-45A6-A685-E6506F3BFE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54BC805-4565-4328-8B57-16E60F4B3B3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B849A70D-D858-477F-B1B9-FBFD17CFD31A}"/>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B5E97539-646C-4E29-880F-6E3B1942B24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CABD0028-F244-4C78-A2C7-565F0C480D5E}"/>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D7588B33-19EE-42E5-8AAA-FEB67623ED8B}"/>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9EA651AA-EA5E-444C-9FAA-ECF311364EB7}"/>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3308980B-0369-4BEE-B99A-38F0C8BF5363}"/>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8A4C6B68-978A-4AB5-8FC6-DAAC2FA14C2F}"/>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9089966F-9430-4415-A3BB-4D9B4780870A}"/>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6540DA3B-8069-4EFF-8AA5-698D5F8C62E8}"/>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9650B71B-52ED-40F3-86A2-77E0A5A472EF}"/>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FED078B7-9037-4DD1-B69C-19EB14D7DB70}"/>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829227B1-E700-4F9B-AAA8-447FA90F0308}"/>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D2C09464-A9AF-4A77-AE3F-8A77AF7F34CF}"/>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BF50724B-81B3-4B6B-ABB7-BB0F90E90440}"/>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3D16F647-1A40-44DE-B55D-9D318A8CAF68}"/>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A4DB07F5-2EF3-4750-B8CC-203036089046}"/>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0A85A439-8BA4-4235-939A-645FD2DFDD8C}"/>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B7511858-E749-458F-B379-5DE8079AB741}"/>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E68A594E-4259-434C-9F58-7DA9BA712BB5}"/>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68D27682-A073-4F01-A085-6417204E7567}"/>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6510B08D-26F5-4656-B45A-3C73D1A48ED8}"/>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E5C8BB53-1ABB-45BE-A6C9-CB7DE5C65AFB}"/>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8DB437D1-1D4C-4749-AE53-5E2CE4E44EE3}"/>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FDCAF527-19C0-49BB-A6D2-D4B733D2CE12}"/>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0360C4B6-4D06-493E-BB1B-503B5ABC12C5}"/>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74770FFC-0F62-4D4B-95C6-1569956D9527}"/>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99219429-8B18-4794-AD0E-6BD986DD59F6}"/>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C92FEB22-2682-4DB7-9CA9-0C5F1AE76F7B}"/>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8E0C5C34-9622-40C1-805B-3C6437661C69}"/>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0D3D74DD-911C-4611-8931-5C5A32BDDAAE}"/>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501BD853-ACF6-4BDD-90F2-5B3AB314E180}"/>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67E05B8C-F36C-4BA7-979F-66B5CCD5BB8B}"/>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61BF9AC3-D55C-463D-A81E-7E77666963B2}"/>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3D2C922E-4F47-4D0E-8556-2147708BF334}"/>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FB8E2D47-35BD-4C71-88FE-309A61AD9FDA}"/>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F399C926-3EDC-48FB-AE4F-35FABAB4096F}"/>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FA993493-6095-483D-A46A-675496C52D44}"/>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7CFE2B7A-12FF-410B-93BF-B8E58B0ACF44}"/>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79780580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5552A1-40F6-420E-BE91-01C78B8C9BC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A0092FA4-2677-454A-8BE6-078722414A16}"/>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642B2042-8635-4F19-875D-F846743ACB7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3F83D4E1-78FA-4A3C-8FF6-998215741C9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6065d1b4b711463e"/>
          </a:graphicData>
        </a:graphic>
      </p:graphicFrame>
      <p:sp>
        <p:nvSpPr>
          <p:cNvPr id="6" name="">
            <a:extLst xmlns:a="http://schemas.openxmlformats.org/drawingml/2006/main">
              <a:ext uri="{FF2B5EF4-FFF2-40B4-BE49-F238E27FC236}">
                <a16:creationId xmlns:a16="http://schemas.microsoft.com/office/drawing/2014/main" id="{EB39E755-A0AB-4C7D-9F0B-E96438883B35}"/>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51FD8472-FAA4-4BA7-A2CE-EBCE1253DB1D}"/>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411460109"/>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78BA87-2B67-4BBE-B1C2-D2338D04776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F04801D-A89E-4697-B15B-A48EE3E7B9C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49A8FF73-B214-45F3-9713-F0FA0A1D40F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34FF38A1-467B-42E7-BFD9-EC3EC7DEE52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941b8ccbec354e13"/>
          </a:graphicData>
        </a:graphic>
      </p:graphicFrame>
      <p:sp>
        <p:nvSpPr>
          <p:cNvPr id="6" name="">
            <a:extLst xmlns:a="http://schemas.openxmlformats.org/drawingml/2006/main">
              <a:ext uri="{FF2B5EF4-FFF2-40B4-BE49-F238E27FC236}">
                <a16:creationId xmlns:a16="http://schemas.microsoft.com/office/drawing/2014/main" id="{EE87A13E-B808-4C34-995C-4527CE13B3B4}"/>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385E50BA-0AFA-4CE3-AE74-0D9852A81299}"/>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333519449"/>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714586-6DAF-4E9F-A5B7-7E145758D61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0F9EA3A6-1EE7-41B3-9A10-9B87EEBA4DD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EEDDAF2-432F-46F5-9E86-E894D4F329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341268DD-FC8F-43B2-9698-52A31FA1D90B}"/>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796836dee4e44dff"/>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66e659beccee4780"/>
          </a:graphicData>
        </a:graphic>
      </p:graphicFrame>
      <p:sp>
        <p:nvSpPr>
          <p:cNvPr id="7" name="">
            <a:extLst xmlns:a="http://schemas.openxmlformats.org/drawingml/2006/main">
              <a:ext uri="{FF2B5EF4-FFF2-40B4-BE49-F238E27FC236}">
                <a16:creationId xmlns:a16="http://schemas.microsoft.com/office/drawing/2014/main" id="{D9B37357-96EA-4661-A133-D9D831EB9095}"/>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5C86443A-2499-462C-A16F-56B7F32AFD69}"/>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25734516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CAABCE-17B7-4770-A0D8-3839647CC1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CECB2582-8147-4F07-A49D-8E5E068AF678}"/>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F1AC2F3B-82AA-400E-8AF3-36136F6DDC9C}"/>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F3DAB1C5-7FB5-4CFA-8A62-7051E621F2E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3227E86F-4727-4E58-A976-B7A15070570D}"/>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F5D28D5B-7A63-4177-947B-12CD6B800706}"/>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7A67F76D-8C0F-4705-ACBB-E8630DAE70E0}"/>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1668F0F2-9234-4A97-9BF8-A7ADB0D384FB}"/>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7FF5B276-4D23-46E9-90AE-033BAC95C182}"/>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7777D6D-B372-4A9F-9377-6CBCF3484AF5}"/>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02F0DED6-F60D-4BB2-B517-F6AA77F309C3}"/>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94CD0F93-27EA-4301-A124-C62B01024801}"/>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402E2C1E-090D-436A-AAE3-6B996BB7F054}"/>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615A1D20-3897-4043-9E43-7F834BA69323}"/>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26EA54E6-489D-4AB8-A01E-E8D2C8AAC9DD}"/>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6D01BAC2-35A8-4EDE-A382-52E4E5FB3275}"/>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6274C742-2BC3-44C6-A1C6-1A1CC8C81427}"/>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1ED70284-98EE-464F-AE38-319FE6C08144}"/>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23EF90B0-4D19-447B-8D41-E6A78D8155B0}"/>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D34590AC-1FFE-436F-B6AD-CEEF60CEFE8E}"/>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E98C1928-4190-4A33-BC68-9E734709EFB9}"/>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659D75C1-F220-4F24-8AF6-B70CF3BA12CA}"/>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F3AB576C-A9A7-4388-9516-073428C6FCBD}"/>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3494358F-5FA2-47AE-AB4F-7A764E965E10}"/>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E861F2C0-E750-4351-8677-A5D83FC05A94}"/>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F9412A88-F0CB-49D6-95A5-FB146D033CC7}"/>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1C144723-74BE-4C94-9B3C-142E4E7583CC}"/>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1D9C4124-4862-4B17-A9FA-5E834BBBC930}"/>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BF502F4C-01AC-4D1C-B5AA-47EB50B18DE7}"/>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8099C808-D183-4233-92A5-766AB9F51511}"/>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5CEE9412-A7CE-4B11-B00A-ECCA08FFF090}"/>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02775949-28A8-4AA6-A533-05E3AB16B7E6}"/>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578445949"/>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F50E58-02C6-4133-AF65-FBED25CCF1C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B57840C-9BB3-4906-AA8F-B2E769A8EC9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B57A1DBA-C907-4BF3-ACA8-1353F94E11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E0C97BA5-89EC-48AB-AA54-153E6C9A9B1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0f82511cc3d94f3a"/>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342bd4e7a30a49be"/>
          </a:graphicData>
        </a:graphic>
      </p:graphicFrame>
      <p:sp>
        <p:nvSpPr>
          <p:cNvPr id="7" name="">
            <a:extLst xmlns:a="http://schemas.openxmlformats.org/drawingml/2006/main">
              <a:ext uri="{FF2B5EF4-FFF2-40B4-BE49-F238E27FC236}">
                <a16:creationId xmlns:a16="http://schemas.microsoft.com/office/drawing/2014/main" id="{7556CC95-F1FF-4865-AEB1-A6CC7F1702FF}"/>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68C4DB42-7D73-441E-AE26-434E6FABEB15}"/>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44199972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2EDC88-F563-4BFC-B627-1F3BACE8599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62F2D01-A86C-4C6E-816B-2C65710BE10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A81E4F44-11D1-4B98-98D9-230E1751547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3DC92BEA-F66B-496D-AFB7-2D7F48A3D94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352099aa66de4741"/>
          </a:graphicData>
        </a:graphic>
      </p:graphicFrame>
      <p:sp>
        <p:nvSpPr>
          <p:cNvPr id="6" name="">
            <a:extLst xmlns:a="http://schemas.openxmlformats.org/drawingml/2006/main">
              <a:ext uri="{FF2B5EF4-FFF2-40B4-BE49-F238E27FC236}">
                <a16:creationId xmlns:a16="http://schemas.microsoft.com/office/drawing/2014/main" id="{F538DD23-DD8F-413C-A114-A8D9DABA4770}"/>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B6D45864-1265-4FB2-9825-715FC2DC517A}"/>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4DAA8066-B082-4A62-9A1D-EEF9901FEDBD}"/>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711D2D96-3B2A-4D27-BCE9-3C6CA5127A16}"/>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3527C9BC-DD79-4062-85C3-4389069018A0}"/>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6BAB1048-B3E0-4F53-B0C8-C01A09F510D7}"/>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25C515CE-6246-4214-BCD5-F6AC9CD48BE3}"/>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228116449"/>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B6D3F6-891F-473A-B12A-B0A5B3553EB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9C9CC1D2-6F55-4E54-8E4F-1FA9385ED64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B1C3B83A-7F5F-4546-9B06-52C0EA5852F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B3EAFEC3-4E6C-4913-8EDC-835A9AF2A77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B5E34AEE-28FA-4FCA-9BA4-68FD307D62B6}"/>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B6A6BA5-352E-476F-9565-E6A7097421B1}"/>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67B5E0D-2388-473E-9B80-E841D616933B}"/>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81E0B307-1B18-41CA-B7F5-B852D3F5C9FE}"/>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00AAE1A9-0055-49EA-8A79-8A8B1DF2F8AD}"/>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1C75CB70-7412-4C4A-9C46-80C304FCC228}"/>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1217240119"/>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38FEFC-D8A7-4779-B8E4-40228EA41C2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B3F39731-C318-44A9-B112-CA2CFD411AD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915FA6D-4958-4ADA-9D12-9F14EC6F70A5}"/>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139E1B0A-67BA-47A9-86CC-BF56A597155C}"/>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64169966-032E-4F60-B692-C14A947E41BD}"/>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5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3–4: setup and two-node 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8B43E81-EC93-4011-8A7C-662070695D75}"/>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3280E2C8-9FA9-4A44-8656-C3E4F52CA8B7}"/>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719287126"/>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A8AED1-1598-47C6-8A37-B4A1524C4E6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ECA8FA2E-B02F-40C7-841D-CED7E952886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5A2CFA8-6809-43AA-8FBF-CF0D589AC3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FCD0CB43-B34D-457D-9A57-813FE356634E}"/>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93F605AA-F968-4BA9-B722-0B09A280A9BA}"/>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35103a0b8954026"/>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D4F6CB2-CD65-4D04-AF74-96FC189A9D5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F1075201-8C19-4196-9109-1E7357803995}"/>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684CCB0-DDFA-41D5-B045-CF86583F5CB4}"/>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89DB9C7F-F5CF-43A5-8662-AE5E506ABE62}"/>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20F733C8-E66A-4FC9-865E-01C6EEFE0E2F}"/>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submitted two-node Task 1 job shown in Appendix 4.</a:t>
            </a:r>
          </a:p>
        </p:txBody>
      </p:sp>
    </p:spTree>
    <p:extLst>
      <p:ext uri="{BB962C8B-B14F-4D97-AF65-F5344CB8AC3E}">
        <p14:creationId xmlns:p14="http://schemas.microsoft.com/office/powerpoint/2010/main" val="97762254"/>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77E62-5805-4741-A528-D18123B7254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7E61B879-807A-42E5-A962-B09DAC0D44B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AF404E84-5D8C-4336-8415-FBD24BE3F2C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075F76E9-4805-4585-A279-52CBB61B07A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01E7B4B9-869E-4196-94FA-912D1534D1A6}"/>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6768a7fc64f4083"/>
          <a:stretch xmlns:a="http://schemas.openxmlformats.org/drawingml/2006/main"/>
        </p:blipFill>
        <p:spPr>
          <a:xfrm xmlns:a="http://schemas.openxmlformats.org/drawingml/2006/main">
            <a:off x="1279495" y="1447800"/>
            <a:ext cx="4737160"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C76A438-8927-4F36-98F2-58851C09A5F8}"/>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1DA56DA0-526E-42C9-8A76-C874C9A94C3B}"/>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F0A2AFC-476B-4171-8C71-CE15376E9AC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Functional proof only; not performance or balance data</a:t>
            </a:r>
          </a:p>
        </p:txBody>
      </p:sp>
      <p:sp>
        <p:nvSpPr>
          <p:cNvPr id="10" name="">
            <a:extLst xmlns:a="http://schemas.openxmlformats.org/drawingml/2006/main">
              <a:ext uri="{FF2B5EF4-FFF2-40B4-BE49-F238E27FC236}">
                <a16:creationId xmlns:a16="http://schemas.microsoft.com/office/drawing/2014/main" id="{446D9718-6B71-400E-8B3D-F4F68BBE4B59}"/>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F68CEE15-F574-4CCD-BA09-28D559D8402D}"/>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638972945"/>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9A78D4-6EFB-4CAB-B1CD-3F2E6C504A8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606F8ACC-5161-43DE-A3F2-E8FFB19F435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1998C59C-5CFC-4303-B8C6-0B4667BF5A7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ED2435A5-215E-4BCD-B6B2-7AC20BE8F9D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F29FFFC2-74AF-49DA-AA11-4AA032CBF0CD}"/>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3462E034-4646-4BF4-B382-9A9945417575}"/>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26BB11FC-44AF-4B4A-8084-E0E9655CA5DC}"/>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BA4E6748-56E7-4DA6-A674-495475E98B04}"/>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5261BC13-0418-431D-81A1-704E87FD1695}"/>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67183DED-4821-49B5-879B-F5158B938DE0}"/>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2DDEB59F-1075-48AE-B015-DC1CAE0A8F9A}"/>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6BAF3CA5-6B0F-487A-804D-410A8CCD0991}"/>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B51F1B53-C846-4001-BCA8-433D57792FFC}"/>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371EBF0B-630F-40D8-A832-DA71DE68CDD0}"/>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5BB1A096-A870-4FE1-8955-FFD9D239C557}"/>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1256834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2026-09-18T06:57:20.5670000Z</dcterms:created>
  <dcterms:modified xsi:type="dcterms:W3CDTF">2026-09-18T06:57:20.5670000Z</dcterms:modified>
</coreProperties>
</file>