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Serial baseline</c:v>
          </c:tx>
          <c:spPr>
            <a:ln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4.9897520000000002</c:v>
                </c:pt>
                <c:pt idx="1">
                  <c:v>5.7931999999999997</c:v>
                </c:pt>
                <c:pt idx="2">
                  <c:v>6.6005390000000004</c:v>
                </c:pt>
                <c:pt idx="3">
                  <c:v>7.5800799999999997</c:v>
                </c:pt>
                <c:pt idx="4">
                  <c:v>8.1971129999999999</c:v>
                </c:pt>
                <c:pt idx="5">
                  <c:v>8.9932529999999993</c:v>
                </c:pt>
                <c:pt idx="6">
                  <c:v>9.8989290000000008</c:v>
                </c:pt>
                <c:pt idx="7">
                  <c:v>11.255240000000001</c:v>
                </c:pt>
                <c:pt idx="8">
                  <c:v>11.663883999999999</c:v>
                </c:pt>
                <c:pt idx="9">
                  <c:v>12.481058000000001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16.641048000000001</c:v>
                </c:pt>
                <c:pt idx="14">
                  <c:v>17.381228</c:v>
                </c:pt>
                <c:pt idx="15">
                  <c:v>18.392050000000001</c:v>
                </c:pt>
                <c:pt idx="16">
                  <c:v>19.512274999999999</c:v>
                </c:pt>
                <c:pt idx="17">
                  <c:v>20.516871999999999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23.879297000000001</c:v>
                </c:pt>
                <c:pt idx="21">
                  <c:v>24.894549999999999</c:v>
                </c:pt>
                <c:pt idx="22">
                  <c:v>26.438953000000001</c:v>
                </c:pt>
                <c:pt idx="23">
                  <c:v>27.724464999999999</c:v>
                </c:pt>
                <c:pt idx="24">
                  <c:v>28.707587</c:v>
                </c:pt>
                <c:pt idx="25">
                  <c:v>30.266235000000002</c:v>
                </c:pt>
                <c:pt idx="26">
                  <c:v>30.835878999999998</c:v>
                </c:pt>
                <c:pt idx="27">
                  <c:v>32.094735999999997</c:v>
                </c:pt>
                <c:pt idx="28">
                  <c:v>33.361351999999997</c:v>
                </c:pt>
                <c:pt idx="29">
                  <c:v>34.655354000000003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12D-49BA-944E-FF9AE188F87A}"/>
            </c:ext>
          </c:extLst>
        </c:ser>
        <c:ser>
          <c:idx val="1"/>
          <c:order val="1"/>
          <c:tx>
            <c:v>Open MPI • 4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1.6296170000000001</c:v>
                </c:pt>
                <c:pt idx="2">
                  <c:v>1.882136</c:v>
                </c:pt>
                <c:pt idx="3">
                  <c:v>2.1970540000000001</c:v>
                </c:pt>
                <c:pt idx="4">
                  <c:v>2.351178</c:v>
                </c:pt>
                <c:pt idx="5">
                  <c:v>2.680151</c:v>
                </c:pt>
                <c:pt idx="6">
                  <c:v>2.9499209999999998</c:v>
                </c:pt>
                <c:pt idx="7">
                  <c:v>3.1320209999999999</c:v>
                </c:pt>
                <c:pt idx="8">
                  <c:v>3.5112670000000001</c:v>
                </c:pt>
                <c:pt idx="9">
                  <c:v>3.7926760000000002</c:v>
                </c:pt>
                <c:pt idx="10">
                  <c:v>3.7657729999999998</c:v>
                </c:pt>
                <c:pt idx="11">
                  <c:v>4.3506410000000004</c:v>
                </c:pt>
                <c:pt idx="12">
                  <c:v>4.3719289999999997</c:v>
                </c:pt>
                <c:pt idx="13">
                  <c:v>4.6503699999999997</c:v>
                </c:pt>
                <c:pt idx="14">
                  <c:v>4.9977479999999996</c:v>
                </c:pt>
                <c:pt idx="15">
                  <c:v>5.308287</c:v>
                </c:pt>
                <c:pt idx="16">
                  <c:v>5.5422880000000001</c:v>
                </c:pt>
                <c:pt idx="17">
                  <c:v>6.0786350000000002</c:v>
                </c:pt>
                <c:pt idx="18">
                  <c:v>6.2183229999999998</c:v>
                </c:pt>
                <c:pt idx="19">
                  <c:v>6.5722950000000004</c:v>
                </c:pt>
                <c:pt idx="20">
                  <c:v>6.8340959999999997</c:v>
                </c:pt>
                <c:pt idx="21">
                  <c:v>7.0886909999999999</c:v>
                </c:pt>
                <c:pt idx="22">
                  <c:v>7.5838489999999998</c:v>
                </c:pt>
                <c:pt idx="23">
                  <c:v>7.8475210000000004</c:v>
                </c:pt>
                <c:pt idx="24">
                  <c:v>8.5634840000000008</c:v>
                </c:pt>
                <c:pt idx="25">
                  <c:v>8.7925889999999995</c:v>
                </c:pt>
                <c:pt idx="26">
                  <c:v>8.8412670000000002</c:v>
                </c:pt>
                <c:pt idx="27">
                  <c:v>8.8605099999999997</c:v>
                </c:pt>
                <c:pt idx="28">
                  <c:v>9.3665199999999995</c:v>
                </c:pt>
                <c:pt idx="29">
                  <c:v>9.8657070000000004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12D-49BA-944E-FF9AE188F87A}"/>
            </c:ext>
          </c:extLst>
        </c:ser>
        <c:ser>
          <c:idx val="2"/>
          <c:order val="2"/>
          <c:tx>
            <c:v>OpenMP • 4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2.1676030000000002</c:v>
                </c:pt>
                <c:pt idx="1">
                  <c:v>2.3507310000000001</c:v>
                </c:pt>
                <c:pt idx="2">
                  <c:v>2.7713739999999998</c:v>
                </c:pt>
                <c:pt idx="3">
                  <c:v>3.009852</c:v>
                </c:pt>
                <c:pt idx="4">
                  <c:v>3.4002050000000001</c:v>
                </c:pt>
                <c:pt idx="5">
                  <c:v>3.580981</c:v>
                </c:pt>
                <c:pt idx="6">
                  <c:v>4.0657180000000004</c:v>
                </c:pt>
                <c:pt idx="7">
                  <c:v>4.3757229999999998</c:v>
                </c:pt>
                <c:pt idx="8">
                  <c:v>5.157762</c:v>
                </c:pt>
                <c:pt idx="9">
                  <c:v>5.4043239999999999</c:v>
                </c:pt>
                <c:pt idx="10">
                  <c:v>5.8172639999999998</c:v>
                </c:pt>
                <c:pt idx="11">
                  <c:v>5.9624110000000003</c:v>
                </c:pt>
                <c:pt idx="12">
                  <c:v>7.1496589999999998</c:v>
                </c:pt>
                <c:pt idx="13">
                  <c:v>6.9077000000000002</c:v>
                </c:pt>
                <c:pt idx="14">
                  <c:v>7.4693480000000001</c:v>
                </c:pt>
                <c:pt idx="15">
                  <c:v>8.9330630000000006</c:v>
                </c:pt>
                <c:pt idx="16">
                  <c:v>10.07874</c:v>
                </c:pt>
                <c:pt idx="17">
                  <c:v>9.2699820000000006</c:v>
                </c:pt>
                <c:pt idx="18">
                  <c:v>9.5730970000000006</c:v>
                </c:pt>
                <c:pt idx="19">
                  <c:v>12.896376</c:v>
                </c:pt>
                <c:pt idx="20">
                  <c:v>9.3883510000000001</c:v>
                </c:pt>
                <c:pt idx="21">
                  <c:v>9.7237609999999997</c:v>
                </c:pt>
                <c:pt idx="22">
                  <c:v>10.887108</c:v>
                </c:pt>
                <c:pt idx="23">
                  <c:v>11.360931000000001</c:v>
                </c:pt>
                <c:pt idx="24">
                  <c:v>11.247044000000001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13.553134999999999</c:v>
                </c:pt>
                <c:pt idx="29">
                  <c:v>13.671737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12D-49BA-944E-FF9AE188F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Open MPI • 4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0.0\x</c:formatCode>
                <c:ptCount val="30"/>
                <c:pt idx="0">
                  <c:v>3.3114979999999998</c:v>
                </c:pt>
                <c:pt idx="1">
                  <c:v>3.554945</c:v>
                </c:pt>
                <c:pt idx="2">
                  <c:v>3.5069400000000002</c:v>
                </c:pt>
                <c:pt idx="3">
                  <c:v>3.4501119999999998</c:v>
                </c:pt>
                <c:pt idx="4">
                  <c:v>3.486386</c:v>
                </c:pt>
                <c:pt idx="5">
                  <c:v>3.3555030000000001</c:v>
                </c:pt>
                <c:pt idx="6">
                  <c:v>3.3556590000000002</c:v>
                </c:pt>
                <c:pt idx="7">
                  <c:v>3.5936029999999999</c:v>
                </c:pt>
                <c:pt idx="8">
                  <c:v>3.3218450000000002</c:v>
                </c:pt>
                <c:pt idx="9">
                  <c:v>3.2908309999999998</c:v>
                </c:pt>
                <c:pt idx="10">
                  <c:v>3.5849859999999998</c:v>
                </c:pt>
                <c:pt idx="11">
                  <c:v>3.311588</c:v>
                </c:pt>
                <c:pt idx="12">
                  <c:v>3.5136090000000002</c:v>
                </c:pt>
                <c:pt idx="13">
                  <c:v>3.5784349999999998</c:v>
                </c:pt>
                <c:pt idx="14">
                  <c:v>3.4778120000000001</c:v>
                </c:pt>
                <c:pt idx="15">
                  <c:v>3.4647800000000002</c:v>
                </c:pt>
                <c:pt idx="16">
                  <c:v>3.5206170000000001</c:v>
                </c:pt>
                <c:pt idx="17">
                  <c:v>3.3752430000000002</c:v>
                </c:pt>
                <c:pt idx="18">
                  <c:v>3.4851749999999999</c:v>
                </c:pt>
                <c:pt idx="19">
                  <c:v>3.451079</c:v>
                </c:pt>
                <c:pt idx="20">
                  <c:v>3.4941409999999999</c:v>
                </c:pt>
                <c:pt idx="21">
                  <c:v>3.5118680000000002</c:v>
                </c:pt>
                <c:pt idx="22">
                  <c:v>3.486218</c:v>
                </c:pt>
                <c:pt idx="23">
                  <c:v>3.5328940000000002</c:v>
                </c:pt>
                <c:pt idx="24">
                  <c:v>3.3523260000000001</c:v>
                </c:pt>
                <c:pt idx="25">
                  <c:v>3.4422440000000001</c:v>
                </c:pt>
                <c:pt idx="26">
                  <c:v>3.4877220000000002</c:v>
                </c:pt>
                <c:pt idx="27">
                  <c:v>3.6222219999999998</c:v>
                </c:pt>
                <c:pt idx="28">
                  <c:v>3.561766</c:v>
                </c:pt>
                <c:pt idx="29">
                  <c:v>3.5127079999999999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074-4F0D-8E74-2F10F7EE821A}"/>
            </c:ext>
          </c:extLst>
        </c:ser>
        <c:ser>
          <c:idx val="1"/>
          <c:order val="1"/>
          <c:tx>
            <c:v>OpenMP • 4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0.0\x</c:formatCode>
                <c:ptCount val="30"/>
                <c:pt idx="0">
                  <c:v>2.7066439999999998</c:v>
                </c:pt>
                <c:pt idx="1">
                  <c:v>2.8076789999999998</c:v>
                </c:pt>
                <c:pt idx="2">
                  <c:v>2.6714310000000001</c:v>
                </c:pt>
                <c:pt idx="3">
                  <c:v>2.7731629999999998</c:v>
                </c:pt>
                <c:pt idx="4">
                  <c:v>2.717482</c:v>
                </c:pt>
                <c:pt idx="5">
                  <c:v>2.8299620000000001</c:v>
                </c:pt>
                <c:pt idx="6">
                  <c:v>2.74614</c:v>
                </c:pt>
                <c:pt idx="7">
                  <c:v>2.7827289999999998</c:v>
                </c:pt>
                <c:pt idx="8">
                  <c:v>2.4955769999999999</c:v>
                </c:pt>
                <c:pt idx="9">
                  <c:v>2.618487</c:v>
                </c:pt>
                <c:pt idx="10">
                  <c:v>2.5900820000000002</c:v>
                </c:pt>
                <c:pt idx="11">
                  <c:v>2.737466</c:v>
                </c:pt>
                <c:pt idx="12">
                  <c:v>2.5494979999999998</c:v>
                </c:pt>
                <c:pt idx="13">
                  <c:v>2.6820499999999998</c:v>
                </c:pt>
                <c:pt idx="14">
                  <c:v>2.6481530000000002</c:v>
                </c:pt>
                <c:pt idx="15">
                  <c:v>2.3414549999999998</c:v>
                </c:pt>
                <c:pt idx="16">
                  <c:v>2.206639</c:v>
                </c:pt>
                <c:pt idx="17">
                  <c:v>2.5217719999999999</c:v>
                </c:pt>
                <c:pt idx="18">
                  <c:v>2.5689869999999999</c:v>
                </c:pt>
                <c:pt idx="19">
                  <c:v>1.9962299999999999</c:v>
                </c:pt>
                <c:pt idx="20">
                  <c:v>2.8909720000000001</c:v>
                </c:pt>
                <c:pt idx="21">
                  <c:v>2.9562339999999998</c:v>
                </c:pt>
                <c:pt idx="22">
                  <c:v>2.7617379999999998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2.9626939999999999</c:v>
                </c:pt>
                <c:pt idx="26">
                  <c:v>2.7123689999999998</c:v>
                </c:pt>
                <c:pt idx="27">
                  <c:v>2.8076669999999999</c:v>
                </c:pt>
                <c:pt idx="28">
                  <c:v>2.7892139999999999</c:v>
                </c:pt>
                <c:pt idx="29">
                  <c:v>2.8768449999999999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074-4F0D-8E74-2F10F7EE8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MPI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0.98963000000000001</c:v>
                </c:pt>
                <c:pt idx="1">
                  <c:v>1.878171</c:v>
                </c:pt>
                <c:pt idx="2">
                  <c:v>3.3784540000000001</c:v>
                </c:pt>
                <c:pt idx="3">
                  <c:v>4.6188650000000004</c:v>
                </c:pt>
                <c:pt idx="4">
                  <c:v>6.0150930000000002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8B-43C0-9E09-85C2A7C79DD5}"/>
            </c:ext>
          </c:extLst>
        </c:ser>
        <c:ser>
          <c:idx val="1"/>
          <c:order val="1"/>
          <c:tx>
            <c:v>OpenMP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0.0\x</c:formatCode>
                <c:ptCount val="5"/>
                <c:pt idx="0">
                  <c:v>1.0049319999999999</c:v>
                </c:pt>
                <c:pt idx="1">
                  <c:v>1.5501879999999999</c:v>
                </c:pt>
                <c:pt idx="2">
                  <c:v>2.6939790000000001</c:v>
                </c:pt>
                <c:pt idx="3">
                  <c:v>4.3372169999999999</c:v>
                </c:pt>
                <c:pt idx="4">
                  <c:v>7.0755410000000003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8B-43C0-9E09-85C2A7C79D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Empirical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0.0\x</c:formatCode>
                <c:ptCount val="16"/>
                <c:pt idx="0">
                  <c:v>0.98963000000000001</c:v>
                </c:pt>
                <c:pt idx="1">
                  <c:v>1.878171</c:v>
                </c:pt>
                <c:pt idx="2">
                  <c:v>2.6350820000000001</c:v>
                </c:pt>
                <c:pt idx="3">
                  <c:v>3.3784540000000001</c:v>
                </c:pt>
                <c:pt idx="4">
                  <c:v>3.9068269999999998</c:v>
                </c:pt>
                <c:pt idx="5">
                  <c:v>4.2325720000000002</c:v>
                </c:pt>
                <c:pt idx="6">
                  <c:v>4.4321609999999998</c:v>
                </c:pt>
                <c:pt idx="7">
                  <c:v>4.6188650000000004</c:v>
                </c:pt>
                <c:pt idx="8">
                  <c:v>4.4208850000000002</c:v>
                </c:pt>
                <c:pt idx="9">
                  <c:v>4.1563860000000004</c:v>
                </c:pt>
                <c:pt idx="10">
                  <c:v>4.5503340000000003</c:v>
                </c:pt>
                <c:pt idx="11">
                  <c:v>5.3087419999999996</c:v>
                </c:pt>
                <c:pt idx="12">
                  <c:v>5.4069000000000003</c:v>
                </c:pt>
                <c:pt idx="13">
                  <c:v>5.8219440000000002</c:v>
                </c:pt>
                <c:pt idx="14">
                  <c:v>5.9713130000000003</c:v>
                </c:pt>
                <c:pt idx="15">
                  <c:v>6.0150930000000002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D58-4E71-AF60-1B63F792C630}"/>
            </c:ext>
          </c:extLst>
        </c:ser>
        <c:ser>
          <c:idx val="1"/>
          <c:order val="1"/>
          <c:tx>
            <c:v>Amdahl ideal</c:v>
          </c:tx>
          <c:spPr>
            <a:ln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0.0\x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2.8983240000000001</c:v>
                </c:pt>
                <c:pt idx="3">
                  <c:v>3.800036</c:v>
                </c:pt>
                <c:pt idx="4">
                  <c:v>4.6721890000000004</c:v>
                </c:pt>
                <c:pt idx="5">
                  <c:v>5.5162129999999996</c:v>
                </c:pt>
                <c:pt idx="6">
                  <c:v>6.3334469999999996</c:v>
                </c:pt>
                <c:pt idx="7">
                  <c:v>7.1251470000000001</c:v>
                </c:pt>
                <c:pt idx="8">
                  <c:v>7.8924909999999997</c:v>
                </c:pt>
                <c:pt idx="9">
                  <c:v>8.6365859999999994</c:v>
                </c:pt>
                <c:pt idx="10">
                  <c:v>9.3584720000000008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12.042700999999999</c:v>
                </c:pt>
                <c:pt idx="15">
                  <c:v>12.667164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D58-4E71-AF60-1B63F792C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Hybrid / Task 1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1.0122949999999999</c:v>
                </c:pt>
                <c:pt idx="1">
                  <c:v>1.530386</c:v>
                </c:pt>
                <c:pt idx="2">
                  <c:v>2.3863530000000002</c:v>
                </c:pt>
                <c:pt idx="3">
                  <c:v>2.3581089999999998</c:v>
                </c:pt>
                <c:pt idx="4">
                  <c:v>2.2451110000000001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39-41CD-8D2F-B603FEE7A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Hybrid MPI × OpenMP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3.5150549999999998</c:v>
                </c:pt>
                <c:pt idx="3">
                  <c:v>5.15</c:v>
                </c:pt>
                <c:pt idx="4">
                  <c:v>8.0304710000000004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81-4EC2-A2B8-F875FAADF771}"/>
            </c:ext>
          </c:extLst>
        </c:ser>
        <c:ser>
          <c:idx val="1"/>
          <c:order val="1"/>
          <c:tx>
            <c:v>OpenMP matched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0.0\x</c:formatCode>
                <c:ptCount val="5"/>
                <c:pt idx="0">
                  <c:v>1.003352</c:v>
                </c:pt>
                <c:pt idx="1">
                  <c:v>1.5477510000000001</c:v>
                </c:pt>
                <c:pt idx="2">
                  <c:v>2.689743</c:v>
                </c:pt>
                <c:pt idx="3">
                  <c:v>4.3303979999999997</c:v>
                </c:pt>
                <c:pt idx="4">
                  <c:v>7.0644159999999996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81-4EC2-A2B8-F875FAADF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Empirical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0.0\x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3.5150549999999998</c:v>
                </c:pt>
                <c:pt idx="3">
                  <c:v>5.15</c:v>
                </c:pt>
                <c:pt idx="4">
                  <c:v>8.0304710000000004</c:v>
                </c:pt>
                <c:pt idx="5">
                  <c:v>7.9354250000000004</c:v>
                </c:pt>
                <c:pt idx="6">
                  <c:v>7.5551680000000001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8E-4970-BC34-CDD2064FF440}"/>
            </c:ext>
          </c:extLst>
        </c:ser>
        <c:ser>
          <c:idx val="1"/>
          <c:order val="1"/>
          <c:tx>
            <c:v>Amdahl ideal</c:v>
          </c:tx>
          <c:spPr>
            <a:ln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0.0\x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3.8056329999999998</c:v>
                </c:pt>
                <c:pt idx="3">
                  <c:v>7.1481450000000004</c:v>
                </c:pt>
                <c:pt idx="4">
                  <c:v>12.745272999999999</c:v>
                </c:pt>
                <c:pt idx="5">
                  <c:v>20.945709000000001</c:v>
                </c:pt>
                <c:pt idx="6">
                  <c:v>30.879939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8E-4970-BC34-CDD2064FF4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results/hybrid_scaling.csv. Amdahl serial fraction is measured from the one-worker hybrid run: Ts=0.411327 s, Tp=23.749574 s, fs=0.017024. CAAS evidence in Appendices 3-6 verifies setup, Task 1 configuration and execution, and Task 2 configuration; it is not graph or balance data.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evidence/screenshots/caas_login_and_setup.jpg. Authentic CAAS setup screenshot. It documents head-node access, scheduler visibility, and uploaded source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evidence/screenshots/caas_task1_job_configuration.jpg. Authentic Task 1 SLURM job configuration. It documents the requested two nodes, eight MPI tasks, four tasks per node, compilation command, and srun invocation.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evidence/screenshots/caas_task1_two_node_execution_with_line_count.jpg. Authentic two-node CAAS Task 1 functional run at n = 10,000. It verifies allocation of student-caas-n03 and student-caas-n04, eight MPI ranks, the correct 1,229-prime result, sorted output generation, and the 1,229-line output check. It does not support the local benchmark or balance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evidence/screenshots/caas_task2_job_configuration.jpg. Authentic Task 2 hybrid SLURM job configuration. It documents the requested two nodes, four MPI tasks, two tasks per node, four CPUs per task, OMP_NUM_THREADS export, and srun invocation. It does not demonstrate a completed CAAS Task 2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evidence/screenshots/caas_task2_two_node_execution.png. Authentic two-node CAAS Task 2 functional run at n = 10,000. It verifies allocation of student-caas-n03 and student-caas-n04, four MPI ranks, four OpenMP threads per process, the correct 1,229-prime result, output generation, and the 1,229-line output check. It does not support the local benchmark or balance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declares the use of generative AI within the presentation itself. The assessment specification also requires the team to upload an authentic prompt/conversation record if AI was used. No separate AI declaration PDF is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A894F1-B751-42C9-96BF-CA95B55675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A516DB-8312-4516-AE24-33E44C0C22E6}"/>
              </a:ext>
            </a:extLst>
          </p:cNvPr>
          <p:cNvSpPr>
            <a:spLocks noGrp="1"/>
          </p:cNvSpPr>
          <p:nvPr/>
        </p:nvSpPr>
        <p:spPr>
          <a:xfrm>
            <a:off x="704850" y="70485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00" lnSpcReduction="10000"/>
          </a:bodyPr>
          <a:lstStyle/>
          <a:p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BEB6A-40DA-4E70-8B98-A25D8CCE50F0}"/>
              </a:ext>
            </a:extLst>
          </p:cNvPr>
          <p:cNvSpPr>
            <a:spLocks noGrp="1"/>
          </p:cNvSpPr>
          <p:nvPr/>
        </p:nvSpPr>
        <p:spPr>
          <a:xfrm>
            <a:off x="704850" y="1285875"/>
            <a:ext cx="10096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8EC451-4FDC-4D9B-880A-1B4DB5AA10A0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A32EE-7D7D-439D-8778-BF1C999F7357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4476750" cy="47625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AD6E9-9651-4164-BB38-9C7631A321C0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8763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B7DE56-53E0-442F-B0E3-F668AC717CCF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78105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</p:spTree>
    <p:extLst>
      <p:ext uri="{BB962C8B-B14F-4D97-AF65-F5344CB8AC3E}">
        <p14:creationId xmlns:p14="http://schemas.microsoft.com/office/powerpoint/2010/main" val="211812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A397F9A-E1EE-49EE-98E7-059AE73EE9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EE3D9-17A5-48DB-8109-74C0EBBCFEB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E7E81-24AC-406D-9487-8EEF9C082BED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9E5CE-E78F-422A-BBAC-A96467F75655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00405E-345E-49B4-813A-57E08F01FF49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DFB0D2-CFD5-498D-A4AE-F06C66BAB62C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66675" cy="1428750"/>
          </a:xfrm>
          <a:prstGeom prst="rect">
            <a:avLst/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A8F07-51C4-49F5-A9EF-FD7A37A37237}"/>
              </a:ext>
            </a:extLst>
          </p:cNvPr>
          <p:cNvSpPr>
            <a:spLocks noGrp="1"/>
          </p:cNvSpPr>
          <p:nvPr/>
        </p:nvSpPr>
        <p:spPr>
          <a:xfrm>
            <a:off x="76200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 lnSpcReduction="10000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E5B9FC-3A6A-4C00-BDF6-021120ADE885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ACE31E-7999-411C-8AA8-B3DE7492DE85}"/>
              </a:ext>
            </a:extLst>
          </p:cNvPr>
          <p:cNvSpPr>
            <a:spLocks noGrp="1"/>
          </p:cNvSpPr>
          <p:nvPr/>
        </p:nvSpPr>
        <p:spPr>
          <a:xfrm>
            <a:off x="76200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F33D70-A743-4F4C-890B-EDE1E2B58731}"/>
              </a:ext>
            </a:extLst>
          </p:cNvPr>
          <p:cNvSpPr>
            <a:spLocks noGrp="1"/>
          </p:cNvSpPr>
          <p:nvPr/>
        </p:nvSpPr>
        <p:spPr>
          <a:xfrm>
            <a:off x="438150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A5A0CA-D403-47AA-B207-D3F723A758AB}"/>
              </a:ext>
            </a:extLst>
          </p:cNvPr>
          <p:cNvSpPr>
            <a:spLocks noGrp="1"/>
          </p:cNvSpPr>
          <p:nvPr/>
        </p:nvSpPr>
        <p:spPr>
          <a:xfrm>
            <a:off x="4381500" y="1162050"/>
            <a:ext cx="66675" cy="14287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C680AF-F0BA-4CDF-A801-495616B2E64E}"/>
              </a:ext>
            </a:extLst>
          </p:cNvPr>
          <p:cNvSpPr>
            <a:spLocks noGrp="1"/>
          </p:cNvSpPr>
          <p:nvPr/>
        </p:nvSpPr>
        <p:spPr>
          <a:xfrm>
            <a:off x="459105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 lnSpcReduction="10000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2623A-C06F-4493-B812-2854380368CA}"/>
              </a:ext>
            </a:extLst>
          </p:cNvPr>
          <p:cNvSpPr>
            <a:spLocks noGrp="1"/>
          </p:cNvSpPr>
          <p:nvPr/>
        </p:nvSpPr>
        <p:spPr>
          <a:xfrm>
            <a:off x="459105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0F5DC1-2246-4E4F-A632-D5B66777CE56}"/>
              </a:ext>
            </a:extLst>
          </p:cNvPr>
          <p:cNvSpPr>
            <a:spLocks noGrp="1"/>
          </p:cNvSpPr>
          <p:nvPr/>
        </p:nvSpPr>
        <p:spPr>
          <a:xfrm>
            <a:off x="459105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E5AAC6-3775-4AB2-8E48-23F07835959F}"/>
              </a:ext>
            </a:extLst>
          </p:cNvPr>
          <p:cNvSpPr>
            <a:spLocks noGrp="1"/>
          </p:cNvSpPr>
          <p:nvPr/>
        </p:nvSpPr>
        <p:spPr>
          <a:xfrm>
            <a:off x="821055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593FC6-4FD1-43C6-AE80-762A761F0EA9}"/>
              </a:ext>
            </a:extLst>
          </p:cNvPr>
          <p:cNvSpPr>
            <a:spLocks noGrp="1"/>
          </p:cNvSpPr>
          <p:nvPr/>
        </p:nvSpPr>
        <p:spPr>
          <a:xfrm>
            <a:off x="8210550" y="1162050"/>
            <a:ext cx="66675" cy="14287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A6950B-7E5A-4E6E-AC7D-4FBBA6AD9740}"/>
              </a:ext>
            </a:extLst>
          </p:cNvPr>
          <p:cNvSpPr>
            <a:spLocks noGrp="1"/>
          </p:cNvSpPr>
          <p:nvPr/>
        </p:nvSpPr>
        <p:spPr>
          <a:xfrm>
            <a:off x="842010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 lnSpcReduction="10000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5EF5BA-2DC7-47E0-A4FE-CEEFCD54C35C}"/>
              </a:ext>
            </a:extLst>
          </p:cNvPr>
          <p:cNvSpPr>
            <a:spLocks noGrp="1"/>
          </p:cNvSpPr>
          <p:nvPr/>
        </p:nvSpPr>
        <p:spPr>
          <a:xfrm>
            <a:off x="842010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7F119C-A92B-48EA-BC43-2670277DD51D}"/>
              </a:ext>
            </a:extLst>
          </p:cNvPr>
          <p:cNvSpPr>
            <a:spLocks noGrp="1"/>
          </p:cNvSpPr>
          <p:nvPr/>
        </p:nvSpPr>
        <p:spPr>
          <a:xfrm>
            <a:off x="842010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12B32E-7816-467B-8CDC-5C15B119FF35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533400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D0627F-7C65-43B8-8964-ED272915CB40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 lnSpcReduction="10000"/>
          </a:bodyPr>
          <a:lstStyle/>
          <a:p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0B2B8-EBAC-4E64-8B40-AA96D5E17CC6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 lnSpcReduction="10000"/>
          </a:bodyPr>
          <a:lstStyle/>
          <a:p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453A56-A67D-4C45-B7BD-E0A1AA9B5A9A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1445E2-31A7-4F3C-B1EA-014292DDC35F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 lnSpcReduction="10000"/>
          </a:bodyPr>
          <a:lstStyle/>
          <a:p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1D4AB8-617C-466F-B6CA-0AAE86D78802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6B43F1-F912-495E-B49B-0036A2A8E440}"/>
              </a:ext>
            </a:extLst>
          </p:cNvPr>
          <p:cNvSpPr>
            <a:spLocks noGrp="1"/>
          </p:cNvSpPr>
          <p:nvPr/>
        </p:nvSpPr>
        <p:spPr>
          <a:xfrm>
            <a:off x="6210300" y="2952750"/>
            <a:ext cx="5429250" cy="2762250"/>
          </a:xfrm>
          <a:prstGeom prst="roundRect">
            <a:avLst>
              <a:gd name="adj" fmla="val 2759"/>
            </a:avLst>
          </a:prstGeom>
          <a:solidFill>
            <a:srgbClr val="E6FFFA"/>
          </a:solidFill>
          <a:ln w="9525">
            <a:solidFill>
              <a:srgbClr val="9ED9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4314D1-E8D7-4FED-B73A-74526983891B}"/>
              </a:ext>
            </a:extLst>
          </p:cNvPr>
          <p:cNvSpPr>
            <a:spLocks noGrp="1"/>
          </p:cNvSpPr>
          <p:nvPr/>
        </p:nvSpPr>
        <p:spPr>
          <a:xfrm>
            <a:off x="6477000" y="3181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 lnSpcReduction="10000"/>
          </a:bodyPr>
          <a:lstStyle/>
          <a:p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BEF019-0749-4D66-A48A-AF60FBFF87B9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4762500" cy="933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1350A8-09FF-49C2-8E97-568B0F85D707}"/>
              </a:ext>
            </a:extLst>
          </p:cNvPr>
          <p:cNvSpPr>
            <a:spLocks noGrp="1"/>
          </p:cNvSpPr>
          <p:nvPr/>
        </p:nvSpPr>
        <p:spPr>
          <a:xfrm>
            <a:off x="6477000" y="49720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1293764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54F58C3-BB1C-436A-8966-DAA6C77CDF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C74D39-6D8A-405B-975B-D58CD0291F8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E9D3E-8492-44FB-BBDA-595E61DF8BCB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F0A74B-1C96-499A-AE26-76E2B6C44869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3902EE-6C51-43A3-BC99-B06E2725523F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71AD4-2E72-42EA-B144-91380BA241BD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4381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167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B7B7E7-143B-47E9-A6B5-3907B529DCB8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58636B-850F-431F-BA55-9E0B032813C5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CD334D-71CB-47AB-B58F-791661CBE374}"/>
              </a:ext>
            </a:extLst>
          </p:cNvPr>
          <p:cNvSpPr>
            <a:spLocks noGrp="1"/>
          </p:cNvSpPr>
          <p:nvPr/>
        </p:nvSpPr>
        <p:spPr>
          <a:xfrm>
            <a:off x="161925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CC39F4-33F3-460A-892A-A3F162A28791}"/>
              </a:ext>
            </a:extLst>
          </p:cNvPr>
          <p:cNvSpPr>
            <a:spLocks noGrp="1"/>
          </p:cNvSpPr>
          <p:nvPr/>
        </p:nvSpPr>
        <p:spPr>
          <a:xfrm>
            <a:off x="161925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FFF1F5-2846-475E-AB78-FFD6B69FF10E}"/>
              </a:ext>
            </a:extLst>
          </p:cNvPr>
          <p:cNvSpPr>
            <a:spLocks noGrp="1"/>
          </p:cNvSpPr>
          <p:nvPr/>
        </p:nvSpPr>
        <p:spPr>
          <a:xfrm>
            <a:off x="240030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9B6A8-68D8-46B6-94C2-688D31D5784D}"/>
              </a:ext>
            </a:extLst>
          </p:cNvPr>
          <p:cNvSpPr>
            <a:spLocks noGrp="1"/>
          </p:cNvSpPr>
          <p:nvPr/>
        </p:nvSpPr>
        <p:spPr>
          <a:xfrm>
            <a:off x="240030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E4B45A-7DE2-4F3B-AE82-F8D73ACA6328}"/>
              </a:ext>
            </a:extLst>
          </p:cNvPr>
          <p:cNvSpPr>
            <a:spLocks noGrp="1"/>
          </p:cNvSpPr>
          <p:nvPr/>
        </p:nvSpPr>
        <p:spPr>
          <a:xfrm>
            <a:off x="318135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536A2D-61D0-4B92-8756-D404E17DB987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559FD6-ACC5-4F82-8B16-58BD27325D77}"/>
              </a:ext>
            </a:extLst>
          </p:cNvPr>
          <p:cNvSpPr>
            <a:spLocks noGrp="1"/>
          </p:cNvSpPr>
          <p:nvPr/>
        </p:nvSpPr>
        <p:spPr>
          <a:xfrm>
            <a:off x="396240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8CE835-73ED-495A-A0E2-DFD1CB2390E7}"/>
              </a:ext>
            </a:extLst>
          </p:cNvPr>
          <p:cNvSpPr>
            <a:spLocks noGrp="1"/>
          </p:cNvSpPr>
          <p:nvPr/>
        </p:nvSpPr>
        <p:spPr>
          <a:xfrm>
            <a:off x="396240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29AFB-91A3-4574-9DA3-6EA4A28D9878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39EEEAA-C60A-4A2E-9B36-9B52A87B0A64}"/>
              </a:ext>
            </a:extLst>
          </p:cNvPr>
          <p:cNvSpPr>
            <a:spLocks noGrp="1"/>
          </p:cNvSpPr>
          <p:nvPr/>
        </p:nvSpPr>
        <p:spPr>
          <a:xfrm>
            <a:off x="161925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ECF378-B264-4E57-8DB6-7DE66D046221}"/>
              </a:ext>
            </a:extLst>
          </p:cNvPr>
          <p:cNvSpPr>
            <a:spLocks noGrp="1"/>
          </p:cNvSpPr>
          <p:nvPr/>
        </p:nvSpPr>
        <p:spPr>
          <a:xfrm>
            <a:off x="161925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7871EB-CA75-4146-A931-45ED499D7BC6}"/>
              </a:ext>
            </a:extLst>
          </p:cNvPr>
          <p:cNvSpPr>
            <a:spLocks noGrp="1"/>
          </p:cNvSpPr>
          <p:nvPr/>
        </p:nvSpPr>
        <p:spPr>
          <a:xfrm>
            <a:off x="240030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AD2039-B162-4C38-91E9-C65F6C2F75D5}"/>
              </a:ext>
            </a:extLst>
          </p:cNvPr>
          <p:cNvSpPr>
            <a:spLocks noGrp="1"/>
          </p:cNvSpPr>
          <p:nvPr/>
        </p:nvSpPr>
        <p:spPr>
          <a:xfrm>
            <a:off x="240030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0D4EA4-FD28-471A-84CD-A23E25186B31}"/>
              </a:ext>
            </a:extLst>
          </p:cNvPr>
          <p:cNvSpPr>
            <a:spLocks noGrp="1"/>
          </p:cNvSpPr>
          <p:nvPr/>
        </p:nvSpPr>
        <p:spPr>
          <a:xfrm>
            <a:off x="318135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F42D24-0909-45CA-A411-8E32F4572D62}"/>
              </a:ext>
            </a:extLst>
          </p:cNvPr>
          <p:cNvSpPr>
            <a:spLocks noGrp="1"/>
          </p:cNvSpPr>
          <p:nvPr/>
        </p:nvSpPr>
        <p:spPr>
          <a:xfrm>
            <a:off x="318135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DCB151-0FBE-4BE6-93F7-F68D2767E6C6}"/>
              </a:ext>
            </a:extLst>
          </p:cNvPr>
          <p:cNvSpPr>
            <a:spLocks noGrp="1"/>
          </p:cNvSpPr>
          <p:nvPr/>
        </p:nvSpPr>
        <p:spPr>
          <a:xfrm>
            <a:off x="396240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D484FB-0171-45A1-9CAF-22C98C0DE2CE}"/>
              </a:ext>
            </a:extLst>
          </p:cNvPr>
          <p:cNvSpPr>
            <a:spLocks noGrp="1"/>
          </p:cNvSpPr>
          <p:nvPr/>
        </p:nvSpPr>
        <p:spPr>
          <a:xfrm>
            <a:off x="396240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F2FEAA-2098-44AB-833D-110E1CCBD80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DA338F-AC89-4BC6-A50C-8FBCBC1BF190}"/>
              </a:ext>
            </a:extLst>
          </p:cNvPr>
          <p:cNvSpPr>
            <a:spLocks noGrp="1"/>
          </p:cNvSpPr>
          <p:nvPr/>
        </p:nvSpPr>
        <p:spPr>
          <a:xfrm>
            <a:off x="161925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2FB4A5-4167-4EB8-AA57-819722302242}"/>
              </a:ext>
            </a:extLst>
          </p:cNvPr>
          <p:cNvSpPr>
            <a:spLocks noGrp="1"/>
          </p:cNvSpPr>
          <p:nvPr/>
        </p:nvSpPr>
        <p:spPr>
          <a:xfrm>
            <a:off x="161925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213E155-F88F-482B-B333-BC45D439C9D6}"/>
              </a:ext>
            </a:extLst>
          </p:cNvPr>
          <p:cNvSpPr>
            <a:spLocks noGrp="1"/>
          </p:cNvSpPr>
          <p:nvPr/>
        </p:nvSpPr>
        <p:spPr>
          <a:xfrm>
            <a:off x="240030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CD8753-0A9C-4F78-B115-2DCD19C01F1C}"/>
              </a:ext>
            </a:extLst>
          </p:cNvPr>
          <p:cNvSpPr>
            <a:spLocks noGrp="1"/>
          </p:cNvSpPr>
          <p:nvPr/>
        </p:nvSpPr>
        <p:spPr>
          <a:xfrm>
            <a:off x="240030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37F112B-EDC7-4B1C-846C-3C3E6005860A}"/>
              </a:ext>
            </a:extLst>
          </p:cNvPr>
          <p:cNvSpPr>
            <a:spLocks noGrp="1"/>
          </p:cNvSpPr>
          <p:nvPr/>
        </p:nvSpPr>
        <p:spPr>
          <a:xfrm>
            <a:off x="318135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E27266-A00D-4F2B-9C0E-1C82996C0C59}"/>
              </a:ext>
            </a:extLst>
          </p:cNvPr>
          <p:cNvSpPr>
            <a:spLocks noGrp="1"/>
          </p:cNvSpPr>
          <p:nvPr/>
        </p:nvSpPr>
        <p:spPr>
          <a:xfrm>
            <a:off x="318135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BD620EB-E1D1-4227-948E-103359FED214}"/>
              </a:ext>
            </a:extLst>
          </p:cNvPr>
          <p:cNvSpPr>
            <a:spLocks noGrp="1"/>
          </p:cNvSpPr>
          <p:nvPr/>
        </p:nvSpPr>
        <p:spPr>
          <a:xfrm>
            <a:off x="396240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64D820-7957-4212-AD18-4BA3A4DF2B92}"/>
              </a:ext>
            </a:extLst>
          </p:cNvPr>
          <p:cNvSpPr>
            <a:spLocks noGrp="1"/>
          </p:cNvSpPr>
          <p:nvPr/>
        </p:nvSpPr>
        <p:spPr>
          <a:xfrm>
            <a:off x="396240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 lnSpcReduction="10000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D8E31F-5423-4B48-8E41-F0452B3E262C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4667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B8A4FA-27E8-4AB6-9A32-B67FABDB5160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4667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94532D-1987-46FD-AA3C-D3D2DD4DF540}"/>
              </a:ext>
            </a:extLst>
          </p:cNvPr>
          <p:cNvSpPr>
            <a:spLocks noGrp="1"/>
          </p:cNvSpPr>
          <p:nvPr/>
        </p:nvSpPr>
        <p:spPr>
          <a:xfrm>
            <a:off x="6057900" y="1200150"/>
            <a:ext cx="5581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Table 78"/>
          <p:cNvGraphicFramePr/>
          <p:nvPr/>
        </p:nvGraphicFramePr>
        <p:xfrm>
          <a:off x="6057900" y="1619250"/>
          <a:ext cx="5581650" cy="2019300"/>
        </p:xfrm>
        <a:graphic>
          <a:graphicData uri="http://schemas.openxmlformats.org/drawingml/2006/table">
            <a:tbl>
              <a:tblPr firstRow="1"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D006B84-A96E-499E-A845-74C388C54D0F}"/>
              </a:ext>
            </a:extLst>
          </p:cNvPr>
          <p:cNvSpPr>
            <a:spLocks noGrp="1"/>
          </p:cNvSpPr>
          <p:nvPr/>
        </p:nvSpPr>
        <p:spPr>
          <a:xfrm>
            <a:off x="6057900" y="3943350"/>
            <a:ext cx="5581650" cy="1390650"/>
          </a:xfrm>
          <a:prstGeom prst="roundRect">
            <a:avLst>
              <a:gd name="adj" fmla="val 5479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9B2480-33A0-4FBA-8671-5911B468A6F2}"/>
              </a:ext>
            </a:extLst>
          </p:cNvPr>
          <p:cNvSpPr>
            <a:spLocks noGrp="1"/>
          </p:cNvSpPr>
          <p:nvPr/>
        </p:nvSpPr>
        <p:spPr>
          <a:xfrm>
            <a:off x="6286500" y="4152900"/>
            <a:ext cx="5048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7544" lnSpcReduction="10000"/>
          </a:bodyPr>
          <a:lstStyle/>
          <a:p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4405964-B965-4665-9B6D-5680240F3273}"/>
              </a:ext>
            </a:extLst>
          </p:cNvPr>
          <p:cNvSpPr>
            <a:spLocks noGrp="1"/>
          </p:cNvSpPr>
          <p:nvPr/>
        </p:nvSpPr>
        <p:spPr>
          <a:xfrm>
            <a:off x="6286500" y="451485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93" lnSpcReduction="10000"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44140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09F6C8-A24A-4DBF-AA00-757427AB96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396C3B-61CF-419D-936B-34FDA1F8697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B52CDE-2E3E-4C5C-ABC1-D73599065E5B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CCE6FA-B0D6-48B7-9952-62BFB3AD036C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66750" y="1123950"/>
          <a:ext cx="108585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0F90B6-CB52-4321-83F4-F1D37EA7DAB9}"/>
              </a:ext>
            </a:extLst>
          </p:cNvPr>
          <p:cNvSpPr>
            <a:spLocks noGrp="1"/>
          </p:cNvSpPr>
          <p:nvPr/>
        </p:nvSpPr>
        <p:spPr>
          <a:xfrm>
            <a:off x="2524125" y="5753100"/>
            <a:ext cx="71437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BE7979-0309-4086-99B5-2FEB99A8A68E}"/>
              </a:ext>
            </a:extLst>
          </p:cNvPr>
          <p:cNvSpPr>
            <a:spLocks noGrp="1"/>
          </p:cNvSpPr>
          <p:nvPr/>
        </p:nvSpPr>
        <p:spPr>
          <a:xfrm>
            <a:off x="2695575" y="5876925"/>
            <a:ext cx="6800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171531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257026-7FF4-41EA-8B95-FED2DC8369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F78A2-2E8A-4868-A35D-A22552CE1E1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C0A00-8E72-42D8-A092-4F2BDB343651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B4CC7-56FC-46C8-9183-5E309DC597B9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66750" y="1123950"/>
          <a:ext cx="108585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A16A0B-DF79-4DF7-AF41-5F60E3956A72}"/>
              </a:ext>
            </a:extLst>
          </p:cNvPr>
          <p:cNvSpPr>
            <a:spLocks noGrp="1"/>
          </p:cNvSpPr>
          <p:nvPr/>
        </p:nvSpPr>
        <p:spPr>
          <a:xfrm>
            <a:off x="1381125" y="5753100"/>
            <a:ext cx="94297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EDF18B-115C-4434-873A-461A62B939DC}"/>
              </a:ext>
            </a:extLst>
          </p:cNvPr>
          <p:cNvSpPr>
            <a:spLocks noGrp="1"/>
          </p:cNvSpPr>
          <p:nvPr/>
        </p:nvSpPr>
        <p:spPr>
          <a:xfrm>
            <a:off x="1552575" y="5876925"/>
            <a:ext cx="9086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79441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C08E43-FA35-4AAF-95E1-9949779DF3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67DF97-4848-42E3-BADA-F105D669161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0E73E1-C0FA-44D4-B64F-CA1C2A542101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5355A-DD19-4D0D-9445-8CB838DDE102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14350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200775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CD5C75-3A5E-48FB-BC14-57EC45F1BA71}"/>
              </a:ext>
            </a:extLst>
          </p:cNvPr>
          <p:cNvSpPr>
            <a:spLocks noGrp="1"/>
          </p:cNvSpPr>
          <p:nvPr/>
        </p:nvSpPr>
        <p:spPr>
          <a:xfrm>
            <a:off x="1095375" y="5619750"/>
            <a:ext cx="100012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C56CE8-C88A-44CD-A269-528B498F0D9D}"/>
              </a:ext>
            </a:extLst>
          </p:cNvPr>
          <p:cNvSpPr>
            <a:spLocks noGrp="1"/>
          </p:cNvSpPr>
          <p:nvPr/>
        </p:nvSpPr>
        <p:spPr>
          <a:xfrm>
            <a:off x="1266825" y="5743575"/>
            <a:ext cx="9658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348888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AF6014B-D74A-496B-8078-567B834CB5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E6C1E6-73D7-4F04-8BD6-877A0B557C5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DDE02-317C-447E-A016-6ACA08EFFD6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13B87-25D6-465B-9244-AC41499A3D11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F404E-6701-403F-AA62-7C87C7F9D7CF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 lnSpcReduction="10000"/>
          </a:bodyPr>
          <a:lstStyle/>
          <a:p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F979FB-6303-4119-8A0E-9A38EBD26FF1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D5502-5FEB-46E9-82F8-471EC8DB42A9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 lnSpcReduction="10000"/>
          </a:bodyPr>
          <a:lstStyle/>
          <a:p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8B1C14-15C3-4A35-8FE7-CAA4A55E97E4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63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A73575-E408-4B6D-AAE6-8B4C7FD638AF}"/>
              </a:ext>
            </a:extLst>
          </p:cNvPr>
          <p:cNvSpPr>
            <a:spLocks noGrp="1"/>
          </p:cNvSpPr>
          <p:nvPr/>
        </p:nvSpPr>
        <p:spPr>
          <a:xfrm>
            <a:off x="2047875" y="21145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234" lnSpcReduction="10000"/>
          </a:bodyPr>
          <a:lstStyle/>
          <a:p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975890-4C87-4997-96B3-4D96E7A19908}"/>
              </a:ext>
            </a:extLst>
          </p:cNvPr>
          <p:cNvSpPr>
            <a:spLocks noGrp="1"/>
          </p:cNvSpPr>
          <p:nvPr/>
        </p:nvSpPr>
        <p:spPr>
          <a:xfrm>
            <a:off x="2295525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6215A-AECF-4428-9ACE-1919BBA8762E}"/>
              </a:ext>
            </a:extLst>
          </p:cNvPr>
          <p:cNvSpPr>
            <a:spLocks noGrp="1"/>
          </p:cNvSpPr>
          <p:nvPr/>
        </p:nvSpPr>
        <p:spPr>
          <a:xfrm>
            <a:off x="2409825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 lnSpcReduction="10000"/>
          </a:bodyPr>
          <a:lstStyle/>
          <a:p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BD9723-9E07-4257-8EE7-702FF19C4EC0}"/>
              </a:ext>
            </a:extLst>
          </p:cNvPr>
          <p:cNvSpPr>
            <a:spLocks noGrp="1"/>
          </p:cNvSpPr>
          <p:nvPr/>
        </p:nvSpPr>
        <p:spPr>
          <a:xfrm>
            <a:off x="2409825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397" lnSpcReduction="2000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3E3962-5A4F-4E64-B95A-73144F28FF2D}"/>
              </a:ext>
            </a:extLst>
          </p:cNvPr>
          <p:cNvSpPr>
            <a:spLocks noGrp="1"/>
          </p:cNvSpPr>
          <p:nvPr/>
        </p:nvSpPr>
        <p:spPr>
          <a:xfrm>
            <a:off x="3790950" y="21145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234" lnSpcReduction="10000"/>
          </a:bodyPr>
          <a:lstStyle/>
          <a:p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7DEEC3-704D-4BCA-9983-4384418C29D8}"/>
              </a:ext>
            </a:extLst>
          </p:cNvPr>
          <p:cNvSpPr>
            <a:spLocks noGrp="1"/>
          </p:cNvSpPr>
          <p:nvPr/>
        </p:nvSpPr>
        <p:spPr>
          <a:xfrm>
            <a:off x="4038600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ECFFDC-3A17-4F46-AF03-F51489BF2534}"/>
              </a:ext>
            </a:extLst>
          </p:cNvPr>
          <p:cNvSpPr>
            <a:spLocks noGrp="1"/>
          </p:cNvSpPr>
          <p:nvPr/>
        </p:nvSpPr>
        <p:spPr>
          <a:xfrm>
            <a:off x="4152900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 lnSpcReduction="10000"/>
          </a:bodyPr>
          <a:lstStyle/>
          <a:p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ED8A4-4B5F-4D75-A41B-F49DB91E9AB4}"/>
              </a:ext>
            </a:extLst>
          </p:cNvPr>
          <p:cNvSpPr>
            <a:spLocks noGrp="1"/>
          </p:cNvSpPr>
          <p:nvPr/>
        </p:nvSpPr>
        <p:spPr>
          <a:xfrm>
            <a:off x="4152900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C816C7-E33B-40D9-93F1-C2FFF5AB8B8C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4962525" cy="2000250"/>
          </a:xfrm>
          <a:prstGeom prst="roundRect">
            <a:avLst>
              <a:gd name="adj" fmla="val 3810"/>
            </a:avLst>
          </a:prstGeom>
          <a:solidFill>
            <a:srgbClr val="E6FFFA"/>
          </a:solidFill>
          <a:ln w="9525">
            <a:solidFill>
              <a:srgbClr val="9ED9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B5E21D-B0C1-40B1-8D63-A8FB4B42AE00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4476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30" lnSpcReduction="10000"/>
          </a:bodyPr>
          <a:lstStyle/>
          <a:p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5210E5-6469-4C60-B68A-8058A0370D09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47675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2C0533-1C9A-448E-9A5C-C85063AA7DE9}"/>
              </a:ext>
            </a:extLst>
          </p:cNvPr>
          <p:cNvSpPr>
            <a:spLocks noGrp="1"/>
          </p:cNvSpPr>
          <p:nvPr/>
        </p:nvSpPr>
        <p:spPr>
          <a:xfrm>
            <a:off x="5943600" y="1200150"/>
            <a:ext cx="56959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Table 53"/>
          <p:cNvGraphicFramePr/>
          <p:nvPr/>
        </p:nvGraphicFramePr>
        <p:xfrm>
          <a:off x="5943600" y="1638300"/>
          <a:ext cx="5695950" cy="1581150"/>
        </p:xfrm>
        <a:graphic>
          <a:graphicData uri="http://schemas.openxmlformats.org/drawingml/2006/table">
            <a:tbl>
              <a:tblPr firstRow="1"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720B8A-F406-4663-87FC-F82A59B57954}"/>
              </a:ext>
            </a:extLst>
          </p:cNvPr>
          <p:cNvSpPr>
            <a:spLocks noGrp="1"/>
          </p:cNvSpPr>
          <p:nvPr/>
        </p:nvSpPr>
        <p:spPr>
          <a:xfrm>
            <a:off x="5943600" y="3581400"/>
            <a:ext cx="26860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5EE7A3-DE65-411D-BADF-A2BF06287F2B}"/>
              </a:ext>
            </a:extLst>
          </p:cNvPr>
          <p:cNvSpPr>
            <a:spLocks noGrp="1"/>
          </p:cNvSpPr>
          <p:nvPr/>
        </p:nvSpPr>
        <p:spPr>
          <a:xfrm>
            <a:off x="5943600" y="3581400"/>
            <a:ext cx="66675" cy="1714500"/>
          </a:xfrm>
          <a:prstGeom prst="rect">
            <a:avLst/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62AA4A-4CDB-45AE-9B06-C754D2D98FA2}"/>
              </a:ext>
            </a:extLst>
          </p:cNvPr>
          <p:cNvSpPr>
            <a:spLocks noGrp="1"/>
          </p:cNvSpPr>
          <p:nvPr/>
        </p:nvSpPr>
        <p:spPr>
          <a:xfrm>
            <a:off x="6153150" y="37338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 lnSpcReduction="10000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01C56A-7A43-402F-90A3-4759ED88E6A5}"/>
              </a:ext>
            </a:extLst>
          </p:cNvPr>
          <p:cNvSpPr>
            <a:spLocks noGrp="1"/>
          </p:cNvSpPr>
          <p:nvPr/>
        </p:nvSpPr>
        <p:spPr>
          <a:xfrm>
            <a:off x="6153150" y="40100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AB41AE-1259-4E4A-BE7C-C1A761DDB167}"/>
              </a:ext>
            </a:extLst>
          </p:cNvPr>
          <p:cNvSpPr>
            <a:spLocks noGrp="1"/>
          </p:cNvSpPr>
          <p:nvPr/>
        </p:nvSpPr>
        <p:spPr>
          <a:xfrm>
            <a:off x="6153150" y="4448175"/>
            <a:ext cx="23241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7B61CB6-529A-4B88-98D5-F44988767EC8}"/>
              </a:ext>
            </a:extLst>
          </p:cNvPr>
          <p:cNvSpPr>
            <a:spLocks noGrp="1"/>
          </p:cNvSpPr>
          <p:nvPr/>
        </p:nvSpPr>
        <p:spPr>
          <a:xfrm>
            <a:off x="8953500" y="3581400"/>
            <a:ext cx="26860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BDB332-4813-41F6-B8D3-7AA66AB2081C}"/>
              </a:ext>
            </a:extLst>
          </p:cNvPr>
          <p:cNvSpPr>
            <a:spLocks noGrp="1"/>
          </p:cNvSpPr>
          <p:nvPr/>
        </p:nvSpPr>
        <p:spPr>
          <a:xfrm>
            <a:off x="8953500" y="3581400"/>
            <a:ext cx="66675" cy="171450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7C09FB-7C56-4AC7-AE27-0B80BA745A1A}"/>
              </a:ext>
            </a:extLst>
          </p:cNvPr>
          <p:cNvSpPr>
            <a:spLocks noGrp="1"/>
          </p:cNvSpPr>
          <p:nvPr/>
        </p:nvSpPr>
        <p:spPr>
          <a:xfrm>
            <a:off x="9163050" y="37338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 lnSpcReduction="10000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9D1D27-A409-47B3-AA36-0908B2E0D703}"/>
              </a:ext>
            </a:extLst>
          </p:cNvPr>
          <p:cNvSpPr>
            <a:spLocks noGrp="1"/>
          </p:cNvSpPr>
          <p:nvPr/>
        </p:nvSpPr>
        <p:spPr>
          <a:xfrm>
            <a:off x="9163050" y="40100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81BAD-AA1E-411D-B266-FA311F553226}"/>
              </a:ext>
            </a:extLst>
          </p:cNvPr>
          <p:cNvSpPr>
            <a:spLocks noGrp="1"/>
          </p:cNvSpPr>
          <p:nvPr/>
        </p:nvSpPr>
        <p:spPr>
          <a:xfrm>
            <a:off x="9163050" y="4448175"/>
            <a:ext cx="23241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3E29E47-2BF7-43B3-8E71-15103C403BDF}"/>
              </a:ext>
            </a:extLst>
          </p:cNvPr>
          <p:cNvSpPr>
            <a:spLocks noGrp="1"/>
          </p:cNvSpPr>
          <p:nvPr/>
        </p:nvSpPr>
        <p:spPr>
          <a:xfrm>
            <a:off x="6096000" y="5600700"/>
            <a:ext cx="53911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C6BA46-75D1-49C8-BFAF-370C174753E7}"/>
              </a:ext>
            </a:extLst>
          </p:cNvPr>
          <p:cNvSpPr>
            <a:spLocks noGrp="1"/>
          </p:cNvSpPr>
          <p:nvPr/>
        </p:nvSpPr>
        <p:spPr>
          <a:xfrm>
            <a:off x="6267450" y="5724525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1735521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D8F5D6-6136-4AEA-B6B7-13E712020D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514C93-F8A1-4277-AE71-7285C5F3931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18DD88-1A9F-4AFD-A44F-1405DE475CF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BC166-645B-4125-B41D-C410AB01485A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14350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200775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D93E63-6B3C-4004-90AC-5ABA5A9E9223}"/>
              </a:ext>
            </a:extLst>
          </p:cNvPr>
          <p:cNvSpPr>
            <a:spLocks noGrp="1"/>
          </p:cNvSpPr>
          <p:nvPr/>
        </p:nvSpPr>
        <p:spPr>
          <a:xfrm>
            <a:off x="1333500" y="561975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A89365-A355-4C08-94CB-03DB21CF5AFF}"/>
              </a:ext>
            </a:extLst>
          </p:cNvPr>
          <p:cNvSpPr>
            <a:spLocks noGrp="1"/>
          </p:cNvSpPr>
          <p:nvPr/>
        </p:nvSpPr>
        <p:spPr>
          <a:xfrm>
            <a:off x="1504950" y="5743575"/>
            <a:ext cx="91821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181191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76D34-E584-419E-AF03-A91A8ACF5C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7B61C5-EC2C-444C-A78A-0ABC656AF07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1912D-1CAA-4703-96A6-45071EC092A1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8C01C6-25A1-40F7-A4D0-1C94B5A321A2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476250" y="1143000"/>
          <a:ext cx="623887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7A345A-4E96-4232-AA45-FB69B3A400F8}"/>
              </a:ext>
            </a:extLst>
          </p:cNvPr>
          <p:cNvSpPr>
            <a:spLocks noGrp="1"/>
          </p:cNvSpPr>
          <p:nvPr/>
        </p:nvSpPr>
        <p:spPr>
          <a:xfrm>
            <a:off x="7105650" y="1162050"/>
            <a:ext cx="45339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EB0895-6EEB-431C-807E-DD7F2CDC84CB}"/>
              </a:ext>
            </a:extLst>
          </p:cNvPr>
          <p:cNvSpPr>
            <a:spLocks noGrp="1"/>
          </p:cNvSpPr>
          <p:nvPr/>
        </p:nvSpPr>
        <p:spPr>
          <a:xfrm>
            <a:off x="7353300" y="13716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579" lnSpcReduction="10000"/>
          </a:bodyPr>
          <a:lstStyle/>
          <a:p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9A9E56-9614-4CAD-BA59-F16DBC9E0492}"/>
              </a:ext>
            </a:extLst>
          </p:cNvPr>
          <p:cNvSpPr>
            <a:spLocks noGrp="1"/>
          </p:cNvSpPr>
          <p:nvPr/>
        </p:nvSpPr>
        <p:spPr>
          <a:xfrm>
            <a:off x="7353300" y="1809750"/>
            <a:ext cx="400050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59F8CB-7255-4A59-B327-C102315E42EA}"/>
              </a:ext>
            </a:extLst>
          </p:cNvPr>
          <p:cNvSpPr>
            <a:spLocks noGrp="1"/>
          </p:cNvSpPr>
          <p:nvPr/>
        </p:nvSpPr>
        <p:spPr>
          <a:xfrm>
            <a:off x="7105650" y="3371850"/>
            <a:ext cx="4533900" cy="2076450"/>
          </a:xfrm>
          <a:prstGeom prst="roundRect">
            <a:avLst>
              <a:gd name="adj" fmla="val 3670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B778F3-9F75-4298-8E25-1CCB8E530BCA}"/>
              </a:ext>
            </a:extLst>
          </p:cNvPr>
          <p:cNvSpPr>
            <a:spLocks noGrp="1"/>
          </p:cNvSpPr>
          <p:nvPr/>
        </p:nvSpPr>
        <p:spPr>
          <a:xfrm>
            <a:off x="7353300" y="35814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579" lnSpcReduction="10000"/>
          </a:bodyPr>
          <a:lstStyle/>
          <a:p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F57B4A-E6CC-4592-8325-F9C141F4DE67}"/>
              </a:ext>
            </a:extLst>
          </p:cNvPr>
          <p:cNvSpPr>
            <a:spLocks noGrp="1"/>
          </p:cNvSpPr>
          <p:nvPr/>
        </p:nvSpPr>
        <p:spPr>
          <a:xfrm>
            <a:off x="7353300" y="4019550"/>
            <a:ext cx="400050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815" lnSpcReduction="10000"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benchmark series is single-node data, so it does not quantify network cost. A two-node CAAS functional run completed successfully. Next: multi-node CAAS measurements, segmented-sieve work units, and distributed output.</a:t>
            </a:r>
          </a:p>
        </p:txBody>
      </p:sp>
    </p:spTree>
    <p:extLst>
      <p:ext uri="{BB962C8B-B14F-4D97-AF65-F5344CB8AC3E}">
        <p14:creationId xmlns:p14="http://schemas.microsoft.com/office/powerpoint/2010/main" val="117722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5875940-193C-4908-808C-4D1DB27DFD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1CF1C9-043E-4F0E-9D4F-2CF23974168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9B30F8-A81F-4136-9875-ABBD8B45C404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8AB11E-F111-4FD4-9E4B-59F69D8DC628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75A6B5-8F70-4FE1-B78F-48DAD7CE277A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33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552450" y="1504950"/>
          <a:ext cx="11087100" cy="1866900"/>
        </p:xfrm>
        <a:graphic>
          <a:graphicData uri="http://schemas.openxmlformats.org/drawingml/2006/table">
            <a:tbl>
              <a:tblPr firstRow="1"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D21D57E-D705-4A71-B8C8-35DC00F57FB6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33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552450" y="4114800"/>
          <a:ext cx="6381750" cy="1485900"/>
        </p:xfrm>
        <a:graphic>
          <a:graphicData uri="http://schemas.openxmlformats.org/drawingml/2006/table">
            <a:tbl>
              <a:tblPr firstRow="1"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A9ACA7-D48B-486B-BF0A-A7AAC5F2C358}"/>
              </a:ext>
            </a:extLst>
          </p:cNvPr>
          <p:cNvSpPr>
            <a:spLocks noGrp="1"/>
          </p:cNvSpPr>
          <p:nvPr/>
        </p:nvSpPr>
        <p:spPr>
          <a:xfrm>
            <a:off x="7296150" y="3733800"/>
            <a:ext cx="4343400" cy="1866900"/>
          </a:xfrm>
          <a:prstGeom prst="roundRect">
            <a:avLst>
              <a:gd name="adj" fmla="val 4082"/>
            </a:avLst>
          </a:prstGeom>
          <a:solidFill>
            <a:srgbClr val="EBF4FF"/>
          </a:solidFill>
          <a:ln w="9525">
            <a:solidFill>
              <a:srgbClr val="B6D4F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82ED16-83AD-4BA3-A94C-3DCB1BA621AC}"/>
              </a:ext>
            </a:extLst>
          </p:cNvPr>
          <p:cNvSpPr>
            <a:spLocks noGrp="1"/>
          </p:cNvSpPr>
          <p:nvPr/>
        </p:nvSpPr>
        <p:spPr>
          <a:xfrm>
            <a:off x="7543800" y="39433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658" lnSpcReduction="10000"/>
          </a:bodyPr>
          <a:lstStyle/>
          <a:p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C12DEB-D151-4B6C-A9F0-72EB0FF5C8AD}"/>
              </a:ext>
            </a:extLst>
          </p:cNvPr>
          <p:cNvSpPr>
            <a:spLocks noGrp="1"/>
          </p:cNvSpPr>
          <p:nvPr/>
        </p:nvSpPr>
        <p:spPr>
          <a:xfrm>
            <a:off x="7543800" y="436245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30C4B3-E315-4275-8730-3CE3D7356761}"/>
              </a:ext>
            </a:extLst>
          </p:cNvPr>
          <p:cNvSpPr>
            <a:spLocks noGrp="1"/>
          </p:cNvSpPr>
          <p:nvPr/>
        </p:nvSpPr>
        <p:spPr>
          <a:xfrm>
            <a:off x="7543800" y="4876800"/>
            <a:ext cx="3714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883" lnSpcReduction="10000"/>
          </a:bodyPr>
          <a:lstStyle/>
          <a:p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407215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8907AD3-FD59-4A1C-AA7E-EA5599945A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82EF8-54A2-423F-9E08-1D9A519BDBC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EE6971-FD1E-4FFE-B09D-EB1AE7433E34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access and job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87E73-FF52-4D37-8CB6-F339AFCA98D5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BA13DB-3997-4DFC-A435-CA79223D3C58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CAAS head-node access and source upload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5082" y="1447800"/>
            <a:ext cx="5085985" cy="44767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85B25D-3F8D-4CCB-9971-2CE399396C5E}"/>
              </a:ext>
            </a:extLst>
          </p:cNvPr>
          <p:cNvSpPr>
            <a:spLocks noGrp="1"/>
          </p:cNvSpPr>
          <p:nvPr/>
        </p:nvSpPr>
        <p:spPr>
          <a:xfrm>
            <a:off x="7124700" y="1581150"/>
            <a:ext cx="43053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C18636-641F-492B-B17B-38DAA6C195C6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33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84CCAE-D7D1-4B94-AA69-7CC7C883E0EF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Authenticated CAAS head-node access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SLURM defq reported idle compute nodes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Task 1 and Task 2 sources uploaded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Setup evidence only; no performance claim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B29667-C7F4-40F2-9787-FAC0546014B2}"/>
              </a:ext>
            </a:extLst>
          </p:cNvPr>
          <p:cNvSpPr>
            <a:spLocks noGrp="1"/>
          </p:cNvSpPr>
          <p:nvPr/>
        </p:nvSpPr>
        <p:spPr>
          <a:xfrm>
            <a:off x="990600" y="60579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6241E-3654-4F05-9A47-3F8693F517E4}"/>
              </a:ext>
            </a:extLst>
          </p:cNvPr>
          <p:cNvSpPr>
            <a:spLocks noGrp="1"/>
          </p:cNvSpPr>
          <p:nvPr/>
        </p:nvSpPr>
        <p:spPr>
          <a:xfrm>
            <a:off x="1162050" y="61817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This capture establishes the CAAS environment before the Task 1 job configuration and functional run in Appendices 4-5.</a:t>
            </a:r>
          </a:p>
        </p:txBody>
      </p:sp>
    </p:spTree>
    <p:extLst>
      <p:ext uri="{BB962C8B-B14F-4D97-AF65-F5344CB8AC3E}">
        <p14:creationId xmlns:p14="http://schemas.microsoft.com/office/powerpoint/2010/main" val="1933566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B1C9D32-1305-4180-8216-B518CD28C8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13AB1E-E348-498B-8424-BF6B78BEAAD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F92EA5-254F-4B99-A36E-646F9601623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Task 1 job configuration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3E7551-2D5E-42F2-A51B-B93DA22FA640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2B65D-04C7-4E62-AD58-3B32D92828FD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SLURM script for the two-node Task 1 run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048547"/>
            <a:ext cx="6191250" cy="327525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386642-8BAF-432D-941C-6D173908E8C1}"/>
              </a:ext>
            </a:extLst>
          </p:cNvPr>
          <p:cNvSpPr>
            <a:spLocks noGrp="1"/>
          </p:cNvSpPr>
          <p:nvPr/>
        </p:nvSpPr>
        <p:spPr>
          <a:xfrm>
            <a:off x="7124700" y="1581150"/>
            <a:ext cx="43053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5061F1-02E3-4EC8-9801-A723733E9CD9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33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589798-7581-4A20-8A01-938E2E3AF88F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2 nodes and 8 MPI tasks requested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4 MPI ranks per node, 1 CPU per rank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Open MPI module loaded before compilation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srun executes Task 1 at n = 10,000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FBABE2-610F-484C-A79F-4781AFB470BA}"/>
              </a:ext>
            </a:extLst>
          </p:cNvPr>
          <p:cNvSpPr>
            <a:spLocks noGrp="1"/>
          </p:cNvSpPr>
          <p:nvPr/>
        </p:nvSpPr>
        <p:spPr>
          <a:xfrm>
            <a:off x="990600" y="60579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8F5E9-BF57-4ED7-AFF7-E4381948E9B2}"/>
              </a:ext>
            </a:extLst>
          </p:cNvPr>
          <p:cNvSpPr>
            <a:spLocks noGrp="1"/>
          </p:cNvSpPr>
          <p:nvPr/>
        </p:nvSpPr>
        <p:spPr>
          <a:xfrm>
            <a:off x="1162050" y="61817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Configuration evidence for the submitted CAAS Task 1 run shown in Appendix 5.</a:t>
            </a:r>
          </a:p>
        </p:txBody>
      </p:sp>
    </p:spTree>
    <p:extLst>
      <p:ext uri="{BB962C8B-B14F-4D97-AF65-F5344CB8AC3E}">
        <p14:creationId xmlns:p14="http://schemas.microsoft.com/office/powerpoint/2010/main" val="210740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5EC891-3F33-429E-91CE-66976BECAB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10B7B3-BCF9-42C9-A9C0-978660A0E21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5E05C-21C3-4047-B7CA-4BDC8472FD7F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two-node Task 1 run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B3EF7D-F69F-4F02-895F-AC165F72B0ED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59E4CF-AEBC-4E7A-AC28-2F8E5573D696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Two-node CAAS Task 1 functional execution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86822" y="1447800"/>
            <a:ext cx="4322506" cy="44767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A55624-5B1E-4EE1-A9BB-9C6CA8CEB039}"/>
              </a:ext>
            </a:extLst>
          </p:cNvPr>
          <p:cNvSpPr>
            <a:spLocks noGrp="1"/>
          </p:cNvSpPr>
          <p:nvPr/>
        </p:nvSpPr>
        <p:spPr>
          <a:xfrm>
            <a:off x="7124700" y="1581150"/>
            <a:ext cx="43053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5648A-1728-4E4A-88DC-C945F3FE9072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33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5F499-DE4D-4C51-8888-0D315471E971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Allocated nodes: student-caas-n03 and n04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8 MPI ranks, 4 ranks on each node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Task 1 at n = 10,000 returned 1,229 primes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wc -l confirms 1,229 output lines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F7DE98-B4FF-470F-ACA9-68B163083DEF}"/>
              </a:ext>
            </a:extLst>
          </p:cNvPr>
          <p:cNvSpPr>
            <a:spLocks noGrp="1"/>
          </p:cNvSpPr>
          <p:nvPr/>
        </p:nvSpPr>
        <p:spPr>
          <a:xfrm>
            <a:off x="990600" y="60579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0A3C01-2B60-45BC-A777-5CACBCC2BA95}"/>
              </a:ext>
            </a:extLst>
          </p:cNvPr>
          <p:cNvSpPr>
            <a:spLocks noGrp="1"/>
          </p:cNvSpPr>
          <p:nvPr/>
        </p:nvSpPr>
        <p:spPr>
          <a:xfrm>
            <a:off x="1162050" y="61817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CAAS functional evidence. The existing graphs and balance findings remain based on the documented local measurement files.</a:t>
            </a:r>
          </a:p>
        </p:txBody>
      </p:sp>
    </p:spTree>
    <p:extLst>
      <p:ext uri="{BB962C8B-B14F-4D97-AF65-F5344CB8AC3E}">
        <p14:creationId xmlns:p14="http://schemas.microsoft.com/office/powerpoint/2010/main" val="24311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81A3E01-F9CA-4E8E-AE3F-D3D926A889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D078A6-8019-416A-9E27-2C3F40BA79D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8BCD5-8861-4684-9A6C-B10DBD23503C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Task 2 job configuration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5B866-245F-4444-B3CE-A8BF0762DE73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B78AA5-AB2E-4965-9537-9A2BBEDD8D31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SLURM script for the two-node hybrid Task 2 run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31347"/>
            <a:ext cx="6191250" cy="430965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54654F-B922-42D4-AEB5-1CEEDA10726C}"/>
              </a:ext>
            </a:extLst>
          </p:cNvPr>
          <p:cNvSpPr>
            <a:spLocks noGrp="1"/>
          </p:cNvSpPr>
          <p:nvPr/>
        </p:nvSpPr>
        <p:spPr>
          <a:xfrm>
            <a:off x="7124700" y="1581150"/>
            <a:ext cx="43053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A479E2-2C1A-4F8C-BAFB-1A4B5B695A44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33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44C25D-EF97-4A85-AC9E-16523F9368A9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2 nodes and 4 MPI tasks requested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2 MPI ranks per node, 4 CPUs per rank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OMP_NUM_THREADS derives from SLURM_CPUS_PER_TASK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Configuration only; no CAAS Task 2 output claim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FAE385-97F6-41E9-969E-10D400E6EABC}"/>
              </a:ext>
            </a:extLst>
          </p:cNvPr>
          <p:cNvSpPr>
            <a:spLocks noGrp="1"/>
          </p:cNvSpPr>
          <p:nvPr/>
        </p:nvSpPr>
        <p:spPr>
          <a:xfrm>
            <a:off x="990600" y="60579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14EF8C-C324-42A4-9BB7-01D8BAAE38CD}"/>
              </a:ext>
            </a:extLst>
          </p:cNvPr>
          <p:cNvSpPr>
            <a:spLocks noGrp="1"/>
          </p:cNvSpPr>
          <p:nvPr/>
        </p:nvSpPr>
        <p:spPr>
          <a:xfrm>
            <a:off x="1162050" y="61817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Task 2 configuration evidence: the hybrid launch uses 4 MPI ranks × 4 OpenMP threads when scheduled as shown.</a:t>
            </a:r>
          </a:p>
        </p:txBody>
      </p:sp>
    </p:spTree>
    <p:extLst>
      <p:ext uri="{BB962C8B-B14F-4D97-AF65-F5344CB8AC3E}">
        <p14:creationId xmlns:p14="http://schemas.microsoft.com/office/powerpoint/2010/main" val="1321058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EB1F35-DD56-4B15-B400-FE05FA171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4DB2AC-90ED-4A1C-9D36-25D845BDE7D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521A37-2FD0-417B-B8F3-91D33E0E60D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two-node Task 2 run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D99C88-6B31-4312-AB42-91C5053DD119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18CDED-EABA-41FF-B6EF-9557C2A9C50B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Two-node CAAS hybrid MPI + OpenMP functional execution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4176" y="1447800"/>
            <a:ext cx="5767798" cy="44767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82532D-D3DC-403A-8079-147B3C67AB9B}"/>
              </a:ext>
            </a:extLst>
          </p:cNvPr>
          <p:cNvSpPr>
            <a:spLocks noGrp="1"/>
          </p:cNvSpPr>
          <p:nvPr/>
        </p:nvSpPr>
        <p:spPr>
          <a:xfrm>
            <a:off x="7124700" y="1581150"/>
            <a:ext cx="43053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71D11-AE12-42AC-95F4-245831C0CC01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33" lnSpcReduction="10000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3DF7FC-B9FF-4C3A-868F-56C8A2AA8015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Allocated nodes: student-caas-n03 and n04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4 MPI ranks × 4 OpenMP threads = 16 workers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Task 2 at n = 10,000 returned 1,229 primes</a:t>
            </a:r>
          </a:p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wc -l confirms 1,229 output lines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E81739-120E-44D1-A4DB-5B6555BF7A50}"/>
              </a:ext>
            </a:extLst>
          </p:cNvPr>
          <p:cNvSpPr>
            <a:spLocks noGrp="1"/>
          </p:cNvSpPr>
          <p:nvPr/>
        </p:nvSpPr>
        <p:spPr>
          <a:xfrm>
            <a:off x="990600" y="60579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C53B73-3EF6-4E0F-8175-E35F74E35F34}"/>
              </a:ext>
            </a:extLst>
          </p:cNvPr>
          <p:cNvSpPr>
            <a:spLocks noGrp="1"/>
          </p:cNvSpPr>
          <p:nvPr/>
        </p:nvSpPr>
        <p:spPr>
          <a:xfrm>
            <a:off x="1162050" y="61817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322"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CAAS functional evidence only. The benchmark charts and balance findings remain based on the documented local measurement files.</a:t>
            </a:r>
          </a:p>
        </p:txBody>
      </p:sp>
    </p:spTree>
    <p:extLst>
      <p:ext uri="{BB962C8B-B14F-4D97-AF65-F5344CB8AC3E}">
        <p14:creationId xmlns:p14="http://schemas.microsoft.com/office/powerpoint/2010/main" val="1055471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B819A11-FA95-4131-A0CB-C566CFE43B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3A6D22-C4B3-449E-8075-DA3E9A72FEF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560D2-6FA4-4D03-A2B8-B5E398BEDB6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 lnSpcReduction="10000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use declaration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98284E-E29A-476E-9244-5114AB6694F6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3FF944-AAE0-4630-BE7B-BE4E0613F48C}"/>
              </a:ext>
            </a:extLst>
          </p:cNvPr>
          <p:cNvSpPr>
            <a:spLocks noGrp="1"/>
          </p:cNvSpPr>
          <p:nvPr/>
        </p:nvSpPr>
        <p:spPr>
          <a:xfrm>
            <a:off x="742950" y="1295400"/>
            <a:ext cx="3231573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79"/>
          </a:bodyPr>
          <a:lstStyle/>
          <a:p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100" b="1" i="0" dirty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Scope of assistance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88BF08-D2F7-42F0-8E2A-D57D129CC74D}"/>
              </a:ext>
            </a:extLst>
          </p:cNvPr>
          <p:cNvSpPr>
            <a:spLocks noGrp="1"/>
          </p:cNvSpPr>
          <p:nvPr/>
        </p:nvSpPr>
        <p:spPr>
          <a:xfrm>
            <a:off x="742950" y="2047875"/>
            <a:ext cx="5048250" cy="102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assisted with interpreting the specification and rubric</a:t>
            </a:r>
            <a:r>
              <a:rPr lang="en-US" sz="135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, teaching relevant concepts regarding MPI, but did not assist with implementation of any tasks.</a:t>
            </a:r>
            <a:endParaRPr sz="1350" b="0" i="0" dirty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5920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2082</Words>
  <Application>Microsoft Office PowerPoint</Application>
  <DocSecurity>0</DocSecurity>
  <PresentationFormat>Widescreen</PresentationFormat>
  <Paragraphs>269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Savin de Alwis</cp:lastModifiedBy>
  <cp:revision>4</cp:revision>
  <dcterms:created xsi:type="dcterms:W3CDTF">2026-09-18T07:02:22Z</dcterms:created>
  <dcterms:modified xsi:type="dcterms:W3CDTF">2026-09-18T07:16:41Z</dcterms:modified>
</cp:coreProperties>
</file>