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Serial baseline</c:v>
          </c:tx>
          <c:spPr>
            <a:ln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4.9897520000000002</c:v>
                </c:pt>
                <c:pt idx="1">
                  <c:v>5.7931999999999997</c:v>
                </c:pt>
                <c:pt idx="2">
                  <c:v>6.6005390000000004</c:v>
                </c:pt>
                <c:pt idx="3">
                  <c:v>7.5800799999999997</c:v>
                </c:pt>
                <c:pt idx="4">
                  <c:v>8.1971129999999999</c:v>
                </c:pt>
                <c:pt idx="5">
                  <c:v>8.9932529999999993</c:v>
                </c:pt>
                <c:pt idx="6">
                  <c:v>9.8989290000000008</c:v>
                </c:pt>
                <c:pt idx="7">
                  <c:v>11.255240000000001</c:v>
                </c:pt>
                <c:pt idx="8">
                  <c:v>11.663883999999999</c:v>
                </c:pt>
                <c:pt idx="9">
                  <c:v>12.481058000000001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16.641048000000001</c:v>
                </c:pt>
                <c:pt idx="14">
                  <c:v>17.381228</c:v>
                </c:pt>
                <c:pt idx="15">
                  <c:v>18.392050000000001</c:v>
                </c:pt>
                <c:pt idx="16">
                  <c:v>19.512274999999999</c:v>
                </c:pt>
                <c:pt idx="17">
                  <c:v>20.516871999999999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23.879297000000001</c:v>
                </c:pt>
                <c:pt idx="21">
                  <c:v>24.894549999999999</c:v>
                </c:pt>
                <c:pt idx="22">
                  <c:v>26.438953000000001</c:v>
                </c:pt>
                <c:pt idx="23">
                  <c:v>27.724464999999999</c:v>
                </c:pt>
                <c:pt idx="24">
                  <c:v>28.707587</c:v>
                </c:pt>
                <c:pt idx="25">
                  <c:v>30.266235000000002</c:v>
                </c:pt>
                <c:pt idx="26">
                  <c:v>30.835878999999998</c:v>
                </c:pt>
                <c:pt idx="27">
                  <c:v>32.094735999999997</c:v>
                </c:pt>
                <c:pt idx="28">
                  <c:v>33.361351999999997</c:v>
                </c:pt>
                <c:pt idx="29">
                  <c:v>34.655354000000003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CB8-435A-BE94-77D5EB693E6C}"/>
            </c:ext>
          </c:extLst>
        </c:ser>
        <c:ser>
          <c:idx val="1"/>
          <c:order val="1"/>
          <c:tx>
            <c:v>Open MPI • 4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1.6296170000000001</c:v>
                </c:pt>
                <c:pt idx="2">
                  <c:v>1.882136</c:v>
                </c:pt>
                <c:pt idx="3">
                  <c:v>2.1970540000000001</c:v>
                </c:pt>
                <c:pt idx="4">
                  <c:v>2.351178</c:v>
                </c:pt>
                <c:pt idx="5">
                  <c:v>2.680151</c:v>
                </c:pt>
                <c:pt idx="6">
                  <c:v>2.9499209999999998</c:v>
                </c:pt>
                <c:pt idx="7">
                  <c:v>3.1320209999999999</c:v>
                </c:pt>
                <c:pt idx="8">
                  <c:v>3.5112670000000001</c:v>
                </c:pt>
                <c:pt idx="9">
                  <c:v>3.7926760000000002</c:v>
                </c:pt>
                <c:pt idx="10">
                  <c:v>3.7657729999999998</c:v>
                </c:pt>
                <c:pt idx="11">
                  <c:v>4.3506410000000004</c:v>
                </c:pt>
                <c:pt idx="12">
                  <c:v>4.3719289999999997</c:v>
                </c:pt>
                <c:pt idx="13">
                  <c:v>4.6503699999999997</c:v>
                </c:pt>
                <c:pt idx="14">
                  <c:v>4.9977479999999996</c:v>
                </c:pt>
                <c:pt idx="15">
                  <c:v>5.308287</c:v>
                </c:pt>
                <c:pt idx="16">
                  <c:v>5.5422880000000001</c:v>
                </c:pt>
                <c:pt idx="17">
                  <c:v>6.0786350000000002</c:v>
                </c:pt>
                <c:pt idx="18">
                  <c:v>6.2183229999999998</c:v>
                </c:pt>
                <c:pt idx="19">
                  <c:v>6.5722950000000004</c:v>
                </c:pt>
                <c:pt idx="20">
                  <c:v>6.8340959999999997</c:v>
                </c:pt>
                <c:pt idx="21">
                  <c:v>7.0886909999999999</c:v>
                </c:pt>
                <c:pt idx="22">
                  <c:v>7.5838489999999998</c:v>
                </c:pt>
                <c:pt idx="23">
                  <c:v>7.8475210000000004</c:v>
                </c:pt>
                <c:pt idx="24">
                  <c:v>8.5634840000000008</c:v>
                </c:pt>
                <c:pt idx="25">
                  <c:v>8.7925889999999995</c:v>
                </c:pt>
                <c:pt idx="26">
                  <c:v>8.8412670000000002</c:v>
                </c:pt>
                <c:pt idx="27">
                  <c:v>8.8605099999999997</c:v>
                </c:pt>
                <c:pt idx="28">
                  <c:v>9.3665199999999995</c:v>
                </c:pt>
                <c:pt idx="29">
                  <c:v>9.8657070000000004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CB8-435A-BE94-77D5EB693E6C}"/>
            </c:ext>
          </c:extLst>
        </c:ser>
        <c:ser>
          <c:idx val="2"/>
          <c:order val="2"/>
          <c:tx>
            <c:v>OpenMP • 4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2.1676030000000002</c:v>
                </c:pt>
                <c:pt idx="1">
                  <c:v>2.3507310000000001</c:v>
                </c:pt>
                <c:pt idx="2">
                  <c:v>2.7713739999999998</c:v>
                </c:pt>
                <c:pt idx="3">
                  <c:v>3.009852</c:v>
                </c:pt>
                <c:pt idx="4">
                  <c:v>3.4002050000000001</c:v>
                </c:pt>
                <c:pt idx="5">
                  <c:v>3.580981</c:v>
                </c:pt>
                <c:pt idx="6">
                  <c:v>4.0657180000000004</c:v>
                </c:pt>
                <c:pt idx="7">
                  <c:v>4.3757229999999998</c:v>
                </c:pt>
                <c:pt idx="8">
                  <c:v>5.157762</c:v>
                </c:pt>
                <c:pt idx="9">
                  <c:v>5.4043239999999999</c:v>
                </c:pt>
                <c:pt idx="10">
                  <c:v>5.8172639999999998</c:v>
                </c:pt>
                <c:pt idx="11">
                  <c:v>5.9624110000000003</c:v>
                </c:pt>
                <c:pt idx="12">
                  <c:v>7.1496589999999998</c:v>
                </c:pt>
                <c:pt idx="13">
                  <c:v>6.9077000000000002</c:v>
                </c:pt>
                <c:pt idx="14">
                  <c:v>7.4693480000000001</c:v>
                </c:pt>
                <c:pt idx="15">
                  <c:v>8.9330630000000006</c:v>
                </c:pt>
                <c:pt idx="16">
                  <c:v>10.07874</c:v>
                </c:pt>
                <c:pt idx="17">
                  <c:v>9.2699820000000006</c:v>
                </c:pt>
                <c:pt idx="18">
                  <c:v>9.5730970000000006</c:v>
                </c:pt>
                <c:pt idx="19">
                  <c:v>12.896376</c:v>
                </c:pt>
                <c:pt idx="20">
                  <c:v>9.3883510000000001</c:v>
                </c:pt>
                <c:pt idx="21">
                  <c:v>9.7237609999999997</c:v>
                </c:pt>
                <c:pt idx="22">
                  <c:v>10.887108</c:v>
                </c:pt>
                <c:pt idx="23">
                  <c:v>11.360931000000001</c:v>
                </c:pt>
                <c:pt idx="24">
                  <c:v>11.247044000000001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13.553134999999999</c:v>
                </c:pt>
                <c:pt idx="29">
                  <c:v>13.671737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CB8-435A-BE94-77D5EB693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Open MPI • 4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0.0\x</c:formatCode>
                <c:ptCount val="30"/>
                <c:pt idx="0">
                  <c:v>3.3114979999999998</c:v>
                </c:pt>
                <c:pt idx="1">
                  <c:v>3.554945</c:v>
                </c:pt>
                <c:pt idx="2">
                  <c:v>3.5069400000000002</c:v>
                </c:pt>
                <c:pt idx="3">
                  <c:v>3.4501119999999998</c:v>
                </c:pt>
                <c:pt idx="4">
                  <c:v>3.486386</c:v>
                </c:pt>
                <c:pt idx="5">
                  <c:v>3.3555030000000001</c:v>
                </c:pt>
                <c:pt idx="6">
                  <c:v>3.3556590000000002</c:v>
                </c:pt>
                <c:pt idx="7">
                  <c:v>3.5936029999999999</c:v>
                </c:pt>
                <c:pt idx="8">
                  <c:v>3.3218450000000002</c:v>
                </c:pt>
                <c:pt idx="9">
                  <c:v>3.2908309999999998</c:v>
                </c:pt>
                <c:pt idx="10">
                  <c:v>3.5849859999999998</c:v>
                </c:pt>
                <c:pt idx="11">
                  <c:v>3.311588</c:v>
                </c:pt>
                <c:pt idx="12">
                  <c:v>3.5136090000000002</c:v>
                </c:pt>
                <c:pt idx="13">
                  <c:v>3.5784349999999998</c:v>
                </c:pt>
                <c:pt idx="14">
                  <c:v>3.4778120000000001</c:v>
                </c:pt>
                <c:pt idx="15">
                  <c:v>3.4647800000000002</c:v>
                </c:pt>
                <c:pt idx="16">
                  <c:v>3.5206170000000001</c:v>
                </c:pt>
                <c:pt idx="17">
                  <c:v>3.3752430000000002</c:v>
                </c:pt>
                <c:pt idx="18">
                  <c:v>3.4851749999999999</c:v>
                </c:pt>
                <c:pt idx="19">
                  <c:v>3.451079</c:v>
                </c:pt>
                <c:pt idx="20">
                  <c:v>3.4941409999999999</c:v>
                </c:pt>
                <c:pt idx="21">
                  <c:v>3.5118680000000002</c:v>
                </c:pt>
                <c:pt idx="22">
                  <c:v>3.486218</c:v>
                </c:pt>
                <c:pt idx="23">
                  <c:v>3.5328940000000002</c:v>
                </c:pt>
                <c:pt idx="24">
                  <c:v>3.3523260000000001</c:v>
                </c:pt>
                <c:pt idx="25">
                  <c:v>3.4422440000000001</c:v>
                </c:pt>
                <c:pt idx="26">
                  <c:v>3.4877220000000002</c:v>
                </c:pt>
                <c:pt idx="27">
                  <c:v>3.6222219999999998</c:v>
                </c:pt>
                <c:pt idx="28">
                  <c:v>3.561766</c:v>
                </c:pt>
                <c:pt idx="29">
                  <c:v>3.5127079999999999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750-458E-96FC-62DDFDFB7CA0}"/>
            </c:ext>
          </c:extLst>
        </c:ser>
        <c:ser>
          <c:idx val="1"/>
          <c:order val="1"/>
          <c:tx>
            <c:v>OpenMP • 4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0.0\x</c:formatCode>
                <c:ptCount val="30"/>
                <c:pt idx="0">
                  <c:v>2.7066439999999998</c:v>
                </c:pt>
                <c:pt idx="1">
                  <c:v>2.8076789999999998</c:v>
                </c:pt>
                <c:pt idx="2">
                  <c:v>2.6714310000000001</c:v>
                </c:pt>
                <c:pt idx="3">
                  <c:v>2.7731629999999998</c:v>
                </c:pt>
                <c:pt idx="4">
                  <c:v>2.717482</c:v>
                </c:pt>
                <c:pt idx="5">
                  <c:v>2.8299620000000001</c:v>
                </c:pt>
                <c:pt idx="6">
                  <c:v>2.74614</c:v>
                </c:pt>
                <c:pt idx="7">
                  <c:v>2.7827289999999998</c:v>
                </c:pt>
                <c:pt idx="8">
                  <c:v>2.4955769999999999</c:v>
                </c:pt>
                <c:pt idx="9">
                  <c:v>2.618487</c:v>
                </c:pt>
                <c:pt idx="10">
                  <c:v>2.5900820000000002</c:v>
                </c:pt>
                <c:pt idx="11">
                  <c:v>2.737466</c:v>
                </c:pt>
                <c:pt idx="12">
                  <c:v>2.5494979999999998</c:v>
                </c:pt>
                <c:pt idx="13">
                  <c:v>2.6820499999999998</c:v>
                </c:pt>
                <c:pt idx="14">
                  <c:v>2.6481530000000002</c:v>
                </c:pt>
                <c:pt idx="15">
                  <c:v>2.3414549999999998</c:v>
                </c:pt>
                <c:pt idx="16">
                  <c:v>2.206639</c:v>
                </c:pt>
                <c:pt idx="17">
                  <c:v>2.5217719999999999</c:v>
                </c:pt>
                <c:pt idx="18">
                  <c:v>2.5689869999999999</c:v>
                </c:pt>
                <c:pt idx="19">
                  <c:v>1.9962299999999999</c:v>
                </c:pt>
                <c:pt idx="20">
                  <c:v>2.8909720000000001</c:v>
                </c:pt>
                <c:pt idx="21">
                  <c:v>2.9562339999999998</c:v>
                </c:pt>
                <c:pt idx="22">
                  <c:v>2.7617379999999998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2.9626939999999999</c:v>
                </c:pt>
                <c:pt idx="26">
                  <c:v>2.7123689999999998</c:v>
                </c:pt>
                <c:pt idx="27">
                  <c:v>2.8076669999999999</c:v>
                </c:pt>
                <c:pt idx="28">
                  <c:v>2.7892139999999999</c:v>
                </c:pt>
                <c:pt idx="29">
                  <c:v>2.8768449999999999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750-458E-96FC-62DDFDFB7C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MPI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0.98963000000000001</c:v>
                </c:pt>
                <c:pt idx="1">
                  <c:v>1.878171</c:v>
                </c:pt>
                <c:pt idx="2">
                  <c:v>3.3784540000000001</c:v>
                </c:pt>
                <c:pt idx="3">
                  <c:v>4.6188650000000004</c:v>
                </c:pt>
                <c:pt idx="4">
                  <c:v>6.0150930000000002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32-48B6-BD10-9E3354FB29F4}"/>
            </c:ext>
          </c:extLst>
        </c:ser>
        <c:ser>
          <c:idx val="1"/>
          <c:order val="1"/>
          <c:tx>
            <c:v>OpenMP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0.0\x</c:formatCode>
                <c:ptCount val="5"/>
                <c:pt idx="0">
                  <c:v>1.0049319999999999</c:v>
                </c:pt>
                <c:pt idx="1">
                  <c:v>1.5501879999999999</c:v>
                </c:pt>
                <c:pt idx="2">
                  <c:v>2.6939790000000001</c:v>
                </c:pt>
                <c:pt idx="3">
                  <c:v>4.3372169999999999</c:v>
                </c:pt>
                <c:pt idx="4">
                  <c:v>7.0755410000000003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32-48B6-BD10-9E3354FB29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Empirical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0.0\x</c:formatCode>
                <c:ptCount val="16"/>
                <c:pt idx="0">
                  <c:v>0.98963000000000001</c:v>
                </c:pt>
                <c:pt idx="1">
                  <c:v>1.878171</c:v>
                </c:pt>
                <c:pt idx="2">
                  <c:v>2.6350820000000001</c:v>
                </c:pt>
                <c:pt idx="3">
                  <c:v>3.3784540000000001</c:v>
                </c:pt>
                <c:pt idx="4">
                  <c:v>3.9068269999999998</c:v>
                </c:pt>
                <c:pt idx="5">
                  <c:v>4.2325720000000002</c:v>
                </c:pt>
                <c:pt idx="6">
                  <c:v>4.4321609999999998</c:v>
                </c:pt>
                <c:pt idx="7">
                  <c:v>4.6188650000000004</c:v>
                </c:pt>
                <c:pt idx="8">
                  <c:v>4.4208850000000002</c:v>
                </c:pt>
                <c:pt idx="9">
                  <c:v>4.1563860000000004</c:v>
                </c:pt>
                <c:pt idx="10">
                  <c:v>4.5503340000000003</c:v>
                </c:pt>
                <c:pt idx="11">
                  <c:v>5.3087419999999996</c:v>
                </c:pt>
                <c:pt idx="12">
                  <c:v>5.4069000000000003</c:v>
                </c:pt>
                <c:pt idx="13">
                  <c:v>5.8219440000000002</c:v>
                </c:pt>
                <c:pt idx="14">
                  <c:v>5.9713130000000003</c:v>
                </c:pt>
                <c:pt idx="15">
                  <c:v>6.0150930000000002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E13-4A7C-ADBD-1371AF4AC685}"/>
            </c:ext>
          </c:extLst>
        </c:ser>
        <c:ser>
          <c:idx val="1"/>
          <c:order val="1"/>
          <c:tx>
            <c:v>Amdahl ideal</c:v>
          </c:tx>
          <c:spPr>
            <a:ln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0.0\x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2.8983240000000001</c:v>
                </c:pt>
                <c:pt idx="3">
                  <c:v>3.800036</c:v>
                </c:pt>
                <c:pt idx="4">
                  <c:v>4.6721890000000004</c:v>
                </c:pt>
                <c:pt idx="5">
                  <c:v>5.5162129999999996</c:v>
                </c:pt>
                <c:pt idx="6">
                  <c:v>6.3334469999999996</c:v>
                </c:pt>
                <c:pt idx="7">
                  <c:v>7.1251470000000001</c:v>
                </c:pt>
                <c:pt idx="8">
                  <c:v>7.8924909999999997</c:v>
                </c:pt>
                <c:pt idx="9">
                  <c:v>8.6365859999999994</c:v>
                </c:pt>
                <c:pt idx="10">
                  <c:v>9.3584720000000008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12.042700999999999</c:v>
                </c:pt>
                <c:pt idx="15">
                  <c:v>12.667164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E13-4A7C-ADBD-1371AF4AC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Hybrid / Task 1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1.0122949999999999</c:v>
                </c:pt>
                <c:pt idx="1">
                  <c:v>1.530386</c:v>
                </c:pt>
                <c:pt idx="2">
                  <c:v>2.3863530000000002</c:v>
                </c:pt>
                <c:pt idx="3">
                  <c:v>2.3581089999999998</c:v>
                </c:pt>
                <c:pt idx="4">
                  <c:v>2.2451110000000001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84-48B4-A783-0644753BA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Hybrid MPI × OpenMP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3.5150549999999998</c:v>
                </c:pt>
                <c:pt idx="3">
                  <c:v>5.15</c:v>
                </c:pt>
                <c:pt idx="4">
                  <c:v>8.0304710000000004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BB-46F2-ABE1-29A2A78B3055}"/>
            </c:ext>
          </c:extLst>
        </c:ser>
        <c:ser>
          <c:idx val="1"/>
          <c:order val="1"/>
          <c:tx>
            <c:v>OpenMP matched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0.0\x</c:formatCode>
                <c:ptCount val="5"/>
                <c:pt idx="0">
                  <c:v>1.003352</c:v>
                </c:pt>
                <c:pt idx="1">
                  <c:v>1.5477510000000001</c:v>
                </c:pt>
                <c:pt idx="2">
                  <c:v>2.689743</c:v>
                </c:pt>
                <c:pt idx="3">
                  <c:v>4.3303979999999997</c:v>
                </c:pt>
                <c:pt idx="4">
                  <c:v>7.0644159999999996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BB-46F2-ABE1-29A2A78B30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Empirical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0.0\x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3.5150549999999998</c:v>
                </c:pt>
                <c:pt idx="3">
                  <c:v>5.15</c:v>
                </c:pt>
                <c:pt idx="4">
                  <c:v>8.0304710000000004</c:v>
                </c:pt>
                <c:pt idx="5">
                  <c:v>7.9354250000000004</c:v>
                </c:pt>
                <c:pt idx="6">
                  <c:v>7.5551680000000001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DC-4310-AD77-1F0D42F424F1}"/>
            </c:ext>
          </c:extLst>
        </c:ser>
        <c:ser>
          <c:idx val="1"/>
          <c:order val="1"/>
          <c:tx>
            <c:v>Amdahl ideal</c:v>
          </c:tx>
          <c:spPr>
            <a:ln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0.0\x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3.8056329999999998</c:v>
                </c:pt>
                <c:pt idx="3">
                  <c:v>7.1481450000000004</c:v>
                </c:pt>
                <c:pt idx="4">
                  <c:v>12.745272999999999</c:v>
                </c:pt>
                <c:pt idx="5">
                  <c:v>20.945709000000001</c:v>
                </c:pt>
                <c:pt idx="6">
                  <c:v>30.879939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DC-4310-AD77-1F0D42F424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checklist distinguishes verified files from evidence that must be created by the students. The prompt-record PDF must be exported from the actual AI conversation, and execution screenshots must show an authentic CAAS or terminal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B8BE15-B749-4BEF-9991-142DA0E24C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ED7C51-9560-481D-B7BD-38B6D4F1E6FE}"/>
              </a:ext>
            </a:extLst>
          </p:cNvPr>
          <p:cNvSpPr>
            <a:spLocks noGrp="1"/>
          </p:cNvSpPr>
          <p:nvPr/>
        </p:nvSpPr>
        <p:spPr>
          <a:xfrm>
            <a:off x="704850" y="70485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54FC9-CC11-4243-84B2-EC8DCF01D891}"/>
              </a:ext>
            </a:extLst>
          </p:cNvPr>
          <p:cNvSpPr>
            <a:spLocks noGrp="1"/>
          </p:cNvSpPr>
          <p:nvPr/>
        </p:nvSpPr>
        <p:spPr>
          <a:xfrm>
            <a:off x="704850" y="1285875"/>
            <a:ext cx="10096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AF48B9-D999-4FE5-BB69-CEF4E654BEC3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2967A-A056-400C-8E96-9CB6DE1F63F8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4476750" cy="47625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EFF83-BC63-41B7-974D-406AF59D0630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8763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317401-F64A-42DD-917B-35EF90ECAC17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78105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C19C26-6FA8-46FE-A907-EDA57391D16A}"/>
              </a:ext>
            </a:extLst>
          </p:cNvPr>
          <p:cNvSpPr>
            <a:spLocks noGrp="1"/>
          </p:cNvSpPr>
          <p:nvPr/>
        </p:nvSpPr>
        <p:spPr>
          <a:xfrm>
            <a:off x="704850" y="59055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148219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39257E0-71BA-46D7-977B-395B135E28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80F581-735C-4781-8AC2-38AD8FCEAEF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5E821-362A-4EE8-BFF2-ACD9C5D1E153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8D7570-A7E6-433D-95AE-8B4DA1A5970F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EC8666-8D1E-4B13-BF11-28EFDE37BFC5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6DCE5-DCE3-4207-8326-EE4F1E6572B0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66675" cy="1428750"/>
          </a:xfrm>
          <a:prstGeom prst="rect">
            <a:avLst/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8DCFEB-7DF0-4487-9509-C1D905B7984B}"/>
              </a:ext>
            </a:extLst>
          </p:cNvPr>
          <p:cNvSpPr>
            <a:spLocks noGrp="1"/>
          </p:cNvSpPr>
          <p:nvPr/>
        </p:nvSpPr>
        <p:spPr>
          <a:xfrm>
            <a:off x="76200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143FBB-CB3A-40A0-88AD-CE0C2DA1D99C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9A7B9-913A-4146-897A-5495917DA6B2}"/>
              </a:ext>
            </a:extLst>
          </p:cNvPr>
          <p:cNvSpPr>
            <a:spLocks noGrp="1"/>
          </p:cNvSpPr>
          <p:nvPr/>
        </p:nvSpPr>
        <p:spPr>
          <a:xfrm>
            <a:off x="76200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4B9776-4337-48F4-A924-9CFC4F55262E}"/>
              </a:ext>
            </a:extLst>
          </p:cNvPr>
          <p:cNvSpPr>
            <a:spLocks noGrp="1"/>
          </p:cNvSpPr>
          <p:nvPr/>
        </p:nvSpPr>
        <p:spPr>
          <a:xfrm>
            <a:off x="438150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2F9140-3C99-4211-9681-CE0DDEC93771}"/>
              </a:ext>
            </a:extLst>
          </p:cNvPr>
          <p:cNvSpPr>
            <a:spLocks noGrp="1"/>
          </p:cNvSpPr>
          <p:nvPr/>
        </p:nvSpPr>
        <p:spPr>
          <a:xfrm>
            <a:off x="4381500" y="1162050"/>
            <a:ext cx="66675" cy="14287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40AEAC-00C4-479D-B16E-7A6402EC3EC5}"/>
              </a:ext>
            </a:extLst>
          </p:cNvPr>
          <p:cNvSpPr>
            <a:spLocks noGrp="1"/>
          </p:cNvSpPr>
          <p:nvPr/>
        </p:nvSpPr>
        <p:spPr>
          <a:xfrm>
            <a:off x="459105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3BFC4-F2B9-4B31-9934-A7F74FFA4530}"/>
              </a:ext>
            </a:extLst>
          </p:cNvPr>
          <p:cNvSpPr>
            <a:spLocks noGrp="1"/>
          </p:cNvSpPr>
          <p:nvPr/>
        </p:nvSpPr>
        <p:spPr>
          <a:xfrm>
            <a:off x="459105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DF01D7-B1AA-4B8B-9291-946C9E182AEE}"/>
              </a:ext>
            </a:extLst>
          </p:cNvPr>
          <p:cNvSpPr>
            <a:spLocks noGrp="1"/>
          </p:cNvSpPr>
          <p:nvPr/>
        </p:nvSpPr>
        <p:spPr>
          <a:xfrm>
            <a:off x="459105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1E2660-DDCE-4BB5-85D9-CAFE4D911DD8}"/>
              </a:ext>
            </a:extLst>
          </p:cNvPr>
          <p:cNvSpPr>
            <a:spLocks noGrp="1"/>
          </p:cNvSpPr>
          <p:nvPr/>
        </p:nvSpPr>
        <p:spPr>
          <a:xfrm>
            <a:off x="821055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C3AD4F-4EEA-43C8-A621-CEC17233B50F}"/>
              </a:ext>
            </a:extLst>
          </p:cNvPr>
          <p:cNvSpPr>
            <a:spLocks noGrp="1"/>
          </p:cNvSpPr>
          <p:nvPr/>
        </p:nvSpPr>
        <p:spPr>
          <a:xfrm>
            <a:off x="8210550" y="1162050"/>
            <a:ext cx="66675" cy="14287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E3AC2-24AC-43A7-A529-F4BC24233FC6}"/>
              </a:ext>
            </a:extLst>
          </p:cNvPr>
          <p:cNvSpPr>
            <a:spLocks noGrp="1"/>
          </p:cNvSpPr>
          <p:nvPr/>
        </p:nvSpPr>
        <p:spPr>
          <a:xfrm>
            <a:off x="842010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0C5F46-F4F8-420B-BDFD-5EB37582C6A9}"/>
              </a:ext>
            </a:extLst>
          </p:cNvPr>
          <p:cNvSpPr>
            <a:spLocks noGrp="1"/>
          </p:cNvSpPr>
          <p:nvPr/>
        </p:nvSpPr>
        <p:spPr>
          <a:xfrm>
            <a:off x="842010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DB79EA-565D-42EE-AE4C-E2141E8F5953}"/>
              </a:ext>
            </a:extLst>
          </p:cNvPr>
          <p:cNvSpPr>
            <a:spLocks noGrp="1"/>
          </p:cNvSpPr>
          <p:nvPr/>
        </p:nvSpPr>
        <p:spPr>
          <a:xfrm>
            <a:off x="842010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1D0A98-1098-4CE5-9F3F-885E865F0401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533400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E5B6A0-B641-4514-A826-ABA91E7BD3F8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E76FED-B9E4-472B-B8BA-004A90ECE10D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268A9F-76D3-4059-9653-AB7D7AE0A6BD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BD88A3-5C63-47D4-89E6-390F62940000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50BED7-3B7D-43DE-A3E5-0F995B24F34D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A6465C4-778B-4C35-A23D-F6B0A29B4CF1}"/>
              </a:ext>
            </a:extLst>
          </p:cNvPr>
          <p:cNvSpPr>
            <a:spLocks noGrp="1"/>
          </p:cNvSpPr>
          <p:nvPr/>
        </p:nvSpPr>
        <p:spPr>
          <a:xfrm>
            <a:off x="6210300" y="2952750"/>
            <a:ext cx="5429250" cy="2762250"/>
          </a:xfrm>
          <a:prstGeom prst="roundRect">
            <a:avLst>
              <a:gd name="adj" fmla="val 2759"/>
            </a:avLst>
          </a:prstGeom>
          <a:solidFill>
            <a:srgbClr val="E6FFFA"/>
          </a:solidFill>
          <a:ln w="9525">
            <a:solidFill>
              <a:srgbClr val="9ED9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B2C921-32F9-4712-B678-D266F1EEC4F8}"/>
              </a:ext>
            </a:extLst>
          </p:cNvPr>
          <p:cNvSpPr>
            <a:spLocks noGrp="1"/>
          </p:cNvSpPr>
          <p:nvPr/>
        </p:nvSpPr>
        <p:spPr>
          <a:xfrm>
            <a:off x="6477000" y="3181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DD7A68-9730-4F51-86FB-BC8995BDE7D6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4762500" cy="933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4C18C2-03E0-44FC-A0F8-F6DCF5A04FC6}"/>
              </a:ext>
            </a:extLst>
          </p:cNvPr>
          <p:cNvSpPr>
            <a:spLocks noGrp="1"/>
          </p:cNvSpPr>
          <p:nvPr/>
        </p:nvSpPr>
        <p:spPr>
          <a:xfrm>
            <a:off x="6477000" y="49720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180586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A02F0E1-6C16-4595-B6CB-1FB9B52AF5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38480-E70A-489F-A002-D2665C555EF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DDBFAB-718B-4E0C-935E-B8CCD3894DD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58F74-43ED-4760-BEC1-678597FC3C6C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EECE44-6B75-40E9-BBA4-B20323D13AED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8CB19B-94F3-464F-AE99-D741D271C8A1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4381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167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AF690-9B7A-4FE3-8664-5B8D7CE6B65D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BEF370-F769-47E8-AE63-0CE462BE37F9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C085CD-A5BF-4A95-84CD-B58DFBF53B75}"/>
              </a:ext>
            </a:extLst>
          </p:cNvPr>
          <p:cNvSpPr>
            <a:spLocks noGrp="1"/>
          </p:cNvSpPr>
          <p:nvPr/>
        </p:nvSpPr>
        <p:spPr>
          <a:xfrm>
            <a:off x="161925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3A828F-947B-44C9-A59B-B396121DD689}"/>
              </a:ext>
            </a:extLst>
          </p:cNvPr>
          <p:cNvSpPr>
            <a:spLocks noGrp="1"/>
          </p:cNvSpPr>
          <p:nvPr/>
        </p:nvSpPr>
        <p:spPr>
          <a:xfrm>
            <a:off x="161925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82C38-F961-4D8A-8356-61CCE4096902}"/>
              </a:ext>
            </a:extLst>
          </p:cNvPr>
          <p:cNvSpPr>
            <a:spLocks noGrp="1"/>
          </p:cNvSpPr>
          <p:nvPr/>
        </p:nvSpPr>
        <p:spPr>
          <a:xfrm>
            <a:off x="240030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B8EAB3-F032-4531-933A-385B1EF98631}"/>
              </a:ext>
            </a:extLst>
          </p:cNvPr>
          <p:cNvSpPr>
            <a:spLocks noGrp="1"/>
          </p:cNvSpPr>
          <p:nvPr/>
        </p:nvSpPr>
        <p:spPr>
          <a:xfrm>
            <a:off x="240030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3F7F66-D426-4766-A8BB-84151A3110DF}"/>
              </a:ext>
            </a:extLst>
          </p:cNvPr>
          <p:cNvSpPr>
            <a:spLocks noGrp="1"/>
          </p:cNvSpPr>
          <p:nvPr/>
        </p:nvSpPr>
        <p:spPr>
          <a:xfrm>
            <a:off x="318135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9A4CA9-D997-4DB7-8CBB-1C3D6A232322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F95F0B-9471-452E-8318-B07AA3873C8C}"/>
              </a:ext>
            </a:extLst>
          </p:cNvPr>
          <p:cNvSpPr>
            <a:spLocks noGrp="1"/>
          </p:cNvSpPr>
          <p:nvPr/>
        </p:nvSpPr>
        <p:spPr>
          <a:xfrm>
            <a:off x="396240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4C324A-F416-481D-AB09-B147DAB140DA}"/>
              </a:ext>
            </a:extLst>
          </p:cNvPr>
          <p:cNvSpPr>
            <a:spLocks noGrp="1"/>
          </p:cNvSpPr>
          <p:nvPr/>
        </p:nvSpPr>
        <p:spPr>
          <a:xfrm>
            <a:off x="396240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2B48DA-7144-4FCB-8A74-5857DDA53EC9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670035-B239-406F-B254-B375433EEBBE}"/>
              </a:ext>
            </a:extLst>
          </p:cNvPr>
          <p:cNvSpPr>
            <a:spLocks noGrp="1"/>
          </p:cNvSpPr>
          <p:nvPr/>
        </p:nvSpPr>
        <p:spPr>
          <a:xfrm>
            <a:off x="161925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D098D0-BB93-49BF-83E1-8BE1A97E7497}"/>
              </a:ext>
            </a:extLst>
          </p:cNvPr>
          <p:cNvSpPr>
            <a:spLocks noGrp="1"/>
          </p:cNvSpPr>
          <p:nvPr/>
        </p:nvSpPr>
        <p:spPr>
          <a:xfrm>
            <a:off x="161925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F194AC-159C-426B-8387-7CB52866AA44}"/>
              </a:ext>
            </a:extLst>
          </p:cNvPr>
          <p:cNvSpPr>
            <a:spLocks noGrp="1"/>
          </p:cNvSpPr>
          <p:nvPr/>
        </p:nvSpPr>
        <p:spPr>
          <a:xfrm>
            <a:off x="240030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B17A4-2A63-46F6-A980-5FDED4D211D0}"/>
              </a:ext>
            </a:extLst>
          </p:cNvPr>
          <p:cNvSpPr>
            <a:spLocks noGrp="1"/>
          </p:cNvSpPr>
          <p:nvPr/>
        </p:nvSpPr>
        <p:spPr>
          <a:xfrm>
            <a:off x="240030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CB82BA-A123-4459-9EA4-7E342A6D0A2C}"/>
              </a:ext>
            </a:extLst>
          </p:cNvPr>
          <p:cNvSpPr>
            <a:spLocks noGrp="1"/>
          </p:cNvSpPr>
          <p:nvPr/>
        </p:nvSpPr>
        <p:spPr>
          <a:xfrm>
            <a:off x="318135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28093A-B636-400F-BDA7-532AD03404F5}"/>
              </a:ext>
            </a:extLst>
          </p:cNvPr>
          <p:cNvSpPr>
            <a:spLocks noGrp="1"/>
          </p:cNvSpPr>
          <p:nvPr/>
        </p:nvSpPr>
        <p:spPr>
          <a:xfrm>
            <a:off x="318135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3D9357C-A166-483B-8B80-C6097D2BE2E4}"/>
              </a:ext>
            </a:extLst>
          </p:cNvPr>
          <p:cNvSpPr>
            <a:spLocks noGrp="1"/>
          </p:cNvSpPr>
          <p:nvPr/>
        </p:nvSpPr>
        <p:spPr>
          <a:xfrm>
            <a:off x="396240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EFA2D6-F378-46DF-9759-89860B7A1FB6}"/>
              </a:ext>
            </a:extLst>
          </p:cNvPr>
          <p:cNvSpPr>
            <a:spLocks noGrp="1"/>
          </p:cNvSpPr>
          <p:nvPr/>
        </p:nvSpPr>
        <p:spPr>
          <a:xfrm>
            <a:off x="396240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67D415-2BA0-4302-9FCF-AD5D66BC1383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9BC507B-C4FD-4758-857C-1CEC5C1C85D3}"/>
              </a:ext>
            </a:extLst>
          </p:cNvPr>
          <p:cNvSpPr>
            <a:spLocks noGrp="1"/>
          </p:cNvSpPr>
          <p:nvPr/>
        </p:nvSpPr>
        <p:spPr>
          <a:xfrm>
            <a:off x="161925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F6FA8C-80C2-4934-BA5D-DB6CB8574A3B}"/>
              </a:ext>
            </a:extLst>
          </p:cNvPr>
          <p:cNvSpPr>
            <a:spLocks noGrp="1"/>
          </p:cNvSpPr>
          <p:nvPr/>
        </p:nvSpPr>
        <p:spPr>
          <a:xfrm>
            <a:off x="161925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4093A1-8201-431C-BFE3-603A51F8164B}"/>
              </a:ext>
            </a:extLst>
          </p:cNvPr>
          <p:cNvSpPr>
            <a:spLocks noGrp="1"/>
          </p:cNvSpPr>
          <p:nvPr/>
        </p:nvSpPr>
        <p:spPr>
          <a:xfrm>
            <a:off x="240030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2A01A8-909B-4B41-B973-07E595C3281C}"/>
              </a:ext>
            </a:extLst>
          </p:cNvPr>
          <p:cNvSpPr>
            <a:spLocks noGrp="1"/>
          </p:cNvSpPr>
          <p:nvPr/>
        </p:nvSpPr>
        <p:spPr>
          <a:xfrm>
            <a:off x="240030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88AC705-3BC6-428B-B038-71AC27D64BBC}"/>
              </a:ext>
            </a:extLst>
          </p:cNvPr>
          <p:cNvSpPr>
            <a:spLocks noGrp="1"/>
          </p:cNvSpPr>
          <p:nvPr/>
        </p:nvSpPr>
        <p:spPr>
          <a:xfrm>
            <a:off x="318135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E62927-C837-48C8-A08C-66E4C3614FF4}"/>
              </a:ext>
            </a:extLst>
          </p:cNvPr>
          <p:cNvSpPr>
            <a:spLocks noGrp="1"/>
          </p:cNvSpPr>
          <p:nvPr/>
        </p:nvSpPr>
        <p:spPr>
          <a:xfrm>
            <a:off x="318135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4155A3B-D347-4768-AD05-4385FE6A5D83}"/>
              </a:ext>
            </a:extLst>
          </p:cNvPr>
          <p:cNvSpPr>
            <a:spLocks noGrp="1"/>
          </p:cNvSpPr>
          <p:nvPr/>
        </p:nvSpPr>
        <p:spPr>
          <a:xfrm>
            <a:off x="396240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38197B-3E43-4371-8B3A-2A2188EAF44D}"/>
              </a:ext>
            </a:extLst>
          </p:cNvPr>
          <p:cNvSpPr>
            <a:spLocks noGrp="1"/>
          </p:cNvSpPr>
          <p:nvPr/>
        </p:nvSpPr>
        <p:spPr>
          <a:xfrm>
            <a:off x="396240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4721DA-2533-4B0B-A1C7-901DB569292C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4667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9FEF65-ED69-43F3-8EDB-2E8CCB2850FF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4667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C7F8F2-F238-4D04-9149-A11EF567D116}"/>
              </a:ext>
            </a:extLst>
          </p:cNvPr>
          <p:cNvSpPr>
            <a:spLocks noGrp="1"/>
          </p:cNvSpPr>
          <p:nvPr/>
        </p:nvSpPr>
        <p:spPr>
          <a:xfrm>
            <a:off x="6057900" y="1200150"/>
            <a:ext cx="5581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Table 78"/>
          <p:cNvGraphicFramePr/>
          <p:nvPr/>
        </p:nvGraphicFramePr>
        <p:xfrm>
          <a:off x="6057900" y="1619250"/>
          <a:ext cx="5581650" cy="2019300"/>
        </p:xfrm>
        <a:graphic>
          <a:graphicData uri="http://schemas.openxmlformats.org/drawingml/2006/table">
            <a:tbl>
              <a:tblPr firstRow="1"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8B02743-F30D-47A0-9D85-0AC05DF97B18}"/>
              </a:ext>
            </a:extLst>
          </p:cNvPr>
          <p:cNvSpPr>
            <a:spLocks noGrp="1"/>
          </p:cNvSpPr>
          <p:nvPr/>
        </p:nvSpPr>
        <p:spPr>
          <a:xfrm>
            <a:off x="6057900" y="3943350"/>
            <a:ext cx="5581650" cy="1390650"/>
          </a:xfrm>
          <a:prstGeom prst="roundRect">
            <a:avLst>
              <a:gd name="adj" fmla="val 5479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0505F6-907B-462D-BAB7-89B5C3E1D69A}"/>
              </a:ext>
            </a:extLst>
          </p:cNvPr>
          <p:cNvSpPr>
            <a:spLocks noGrp="1"/>
          </p:cNvSpPr>
          <p:nvPr/>
        </p:nvSpPr>
        <p:spPr>
          <a:xfrm>
            <a:off x="6286500" y="4152900"/>
            <a:ext cx="5048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7544"/>
          </a:bodyPr>
          <a:lstStyle/>
          <a:p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A1232C-9A11-4DF4-881B-8DC0EE633ACB}"/>
              </a:ext>
            </a:extLst>
          </p:cNvPr>
          <p:cNvSpPr>
            <a:spLocks noGrp="1"/>
          </p:cNvSpPr>
          <p:nvPr/>
        </p:nvSpPr>
        <p:spPr>
          <a:xfrm>
            <a:off x="6286500" y="451485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93"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26529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0E76BB-2D1F-4D91-A92F-56CA70AF6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EE3495-949E-4C75-B39D-2F034C1D220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42E72F-240B-467D-953F-379B0A6D18A4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7CF833-1BBF-4252-8E59-69621F376F6B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66750" y="1123950"/>
          <a:ext cx="108585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68CE20-59C1-46B0-A54E-551B7A120C90}"/>
              </a:ext>
            </a:extLst>
          </p:cNvPr>
          <p:cNvSpPr>
            <a:spLocks noGrp="1"/>
          </p:cNvSpPr>
          <p:nvPr/>
        </p:nvSpPr>
        <p:spPr>
          <a:xfrm>
            <a:off x="2524125" y="5753100"/>
            <a:ext cx="71437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DDD6CB-A428-4B56-8FD9-52E7B873F575}"/>
              </a:ext>
            </a:extLst>
          </p:cNvPr>
          <p:cNvSpPr>
            <a:spLocks noGrp="1"/>
          </p:cNvSpPr>
          <p:nvPr/>
        </p:nvSpPr>
        <p:spPr>
          <a:xfrm>
            <a:off x="2695575" y="5876925"/>
            <a:ext cx="6800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213962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323E03-CB16-4D8D-9008-FA1C72683F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A57E7-0FBB-4624-8B32-BC084E23ACF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F73698-E1AA-4C4A-8D59-89DCA7B1BB3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99C8C3-3EFD-4E4D-8E96-61D8ABBFA5C3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66750" y="1123950"/>
          <a:ext cx="108585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7E2F7C-8DAB-4E65-9D8E-E4C7ABBA0BFE}"/>
              </a:ext>
            </a:extLst>
          </p:cNvPr>
          <p:cNvSpPr>
            <a:spLocks noGrp="1"/>
          </p:cNvSpPr>
          <p:nvPr/>
        </p:nvSpPr>
        <p:spPr>
          <a:xfrm>
            <a:off x="1381125" y="5753100"/>
            <a:ext cx="94297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8EF52A-94B8-427B-B6D3-7A3A77671065}"/>
              </a:ext>
            </a:extLst>
          </p:cNvPr>
          <p:cNvSpPr>
            <a:spLocks noGrp="1"/>
          </p:cNvSpPr>
          <p:nvPr/>
        </p:nvSpPr>
        <p:spPr>
          <a:xfrm>
            <a:off x="1552575" y="5876925"/>
            <a:ext cx="9086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6962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AFCA87-D9B1-4BFD-B71C-2E07CDF40D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7893F8-A970-456B-9926-706E27A8AAF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07D6DF-1FE0-414B-9337-396FF49CEF2F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7C4707-5A8F-42D0-98C1-522B89AE8A3E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14350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200775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BB13F7-C7A4-41FF-ABA1-2BE9B81E7CE3}"/>
              </a:ext>
            </a:extLst>
          </p:cNvPr>
          <p:cNvSpPr>
            <a:spLocks noGrp="1"/>
          </p:cNvSpPr>
          <p:nvPr/>
        </p:nvSpPr>
        <p:spPr>
          <a:xfrm>
            <a:off x="1095375" y="5619750"/>
            <a:ext cx="100012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CE2D50-1A05-4761-8F10-D15E7C752252}"/>
              </a:ext>
            </a:extLst>
          </p:cNvPr>
          <p:cNvSpPr>
            <a:spLocks noGrp="1"/>
          </p:cNvSpPr>
          <p:nvPr/>
        </p:nvSpPr>
        <p:spPr>
          <a:xfrm>
            <a:off x="1266825" y="5743575"/>
            <a:ext cx="9658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1514581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08D10AF-6E64-4757-B480-613319052C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B1B9D0-E1A6-44C6-91F4-C5F98EAD360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C36ED-5665-4B23-B778-95C8397CC42A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2E4B2-EE53-4AAA-8630-828FC8E473AA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CC37EF-B5F1-4133-8E13-ABB9B75244A1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042A6B-B6C9-420E-ADF0-BFCD1E48B92B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F3C6E2-ECD9-4079-A17A-509A6D48C00B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/>
          </a:bodyPr>
          <a:lstStyle/>
          <a:p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44DC0-A67D-43EB-804D-CCAA508B6733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63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36FEF-7B81-4872-B496-9140BDBBB14F}"/>
              </a:ext>
            </a:extLst>
          </p:cNvPr>
          <p:cNvSpPr>
            <a:spLocks noGrp="1"/>
          </p:cNvSpPr>
          <p:nvPr/>
        </p:nvSpPr>
        <p:spPr>
          <a:xfrm>
            <a:off x="2047875" y="21145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1234"/>
          </a:bodyPr>
          <a:lstStyle/>
          <a:p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DCFD33-0E34-49DE-89BD-73144DC676D7}"/>
              </a:ext>
            </a:extLst>
          </p:cNvPr>
          <p:cNvSpPr>
            <a:spLocks noGrp="1"/>
          </p:cNvSpPr>
          <p:nvPr/>
        </p:nvSpPr>
        <p:spPr>
          <a:xfrm>
            <a:off x="2295525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1B8D6-9DD4-4AFF-9AC2-FE3202766E44}"/>
              </a:ext>
            </a:extLst>
          </p:cNvPr>
          <p:cNvSpPr>
            <a:spLocks noGrp="1"/>
          </p:cNvSpPr>
          <p:nvPr/>
        </p:nvSpPr>
        <p:spPr>
          <a:xfrm>
            <a:off x="2409825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/>
          </a:bodyPr>
          <a:lstStyle/>
          <a:p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01432F-F808-4EBF-96DC-CC4DAC0984CD}"/>
              </a:ext>
            </a:extLst>
          </p:cNvPr>
          <p:cNvSpPr>
            <a:spLocks noGrp="1"/>
          </p:cNvSpPr>
          <p:nvPr/>
        </p:nvSpPr>
        <p:spPr>
          <a:xfrm>
            <a:off x="2409825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97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8E6CDF-F66F-4523-8BDF-FEBCBA112353}"/>
              </a:ext>
            </a:extLst>
          </p:cNvPr>
          <p:cNvSpPr>
            <a:spLocks noGrp="1"/>
          </p:cNvSpPr>
          <p:nvPr/>
        </p:nvSpPr>
        <p:spPr>
          <a:xfrm>
            <a:off x="3790950" y="21145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1234"/>
          </a:bodyPr>
          <a:lstStyle/>
          <a:p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9CFA1B-4D6A-45A1-B9E7-37757763E3C7}"/>
              </a:ext>
            </a:extLst>
          </p:cNvPr>
          <p:cNvSpPr>
            <a:spLocks noGrp="1"/>
          </p:cNvSpPr>
          <p:nvPr/>
        </p:nvSpPr>
        <p:spPr>
          <a:xfrm>
            <a:off x="4038600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FCCE88-AC30-41B1-B4BD-837444813B4A}"/>
              </a:ext>
            </a:extLst>
          </p:cNvPr>
          <p:cNvSpPr>
            <a:spLocks noGrp="1"/>
          </p:cNvSpPr>
          <p:nvPr/>
        </p:nvSpPr>
        <p:spPr>
          <a:xfrm>
            <a:off x="4152900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/>
          </a:bodyPr>
          <a:lstStyle/>
          <a:p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B870B-C8E8-491A-9F88-FB7BF7C3FCD0}"/>
              </a:ext>
            </a:extLst>
          </p:cNvPr>
          <p:cNvSpPr>
            <a:spLocks noGrp="1"/>
          </p:cNvSpPr>
          <p:nvPr/>
        </p:nvSpPr>
        <p:spPr>
          <a:xfrm>
            <a:off x="4152900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F084E5E-A007-4C14-95A9-995950720E7F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4962525" cy="2000250"/>
          </a:xfrm>
          <a:prstGeom prst="roundRect">
            <a:avLst>
              <a:gd name="adj" fmla="val 3810"/>
            </a:avLst>
          </a:prstGeom>
          <a:solidFill>
            <a:srgbClr val="E6FFFA"/>
          </a:solidFill>
          <a:ln w="9525">
            <a:solidFill>
              <a:srgbClr val="9ED9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A6FAF0-1AF9-48E3-A8F7-F9C0C1FDB883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4476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930"/>
          </a:bodyPr>
          <a:lstStyle/>
          <a:p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93F1B2-6439-42E4-926A-354F71E20D60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47675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468CB1-470C-4B4B-8DCB-58A6514C9043}"/>
              </a:ext>
            </a:extLst>
          </p:cNvPr>
          <p:cNvSpPr>
            <a:spLocks noGrp="1"/>
          </p:cNvSpPr>
          <p:nvPr/>
        </p:nvSpPr>
        <p:spPr>
          <a:xfrm>
            <a:off x="5943600" y="1200150"/>
            <a:ext cx="56959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Table 53"/>
          <p:cNvGraphicFramePr/>
          <p:nvPr/>
        </p:nvGraphicFramePr>
        <p:xfrm>
          <a:off x="5943600" y="1638300"/>
          <a:ext cx="5695950" cy="1581150"/>
        </p:xfrm>
        <a:graphic>
          <a:graphicData uri="http://schemas.openxmlformats.org/drawingml/2006/table">
            <a:tbl>
              <a:tblPr firstRow="1"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4BCD1C-9D53-4F74-A510-0795249F3CCF}"/>
              </a:ext>
            </a:extLst>
          </p:cNvPr>
          <p:cNvSpPr>
            <a:spLocks noGrp="1"/>
          </p:cNvSpPr>
          <p:nvPr/>
        </p:nvSpPr>
        <p:spPr>
          <a:xfrm>
            <a:off x="5943600" y="3581400"/>
            <a:ext cx="26860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EC2329-CA59-49AB-9F13-4B52607466B5}"/>
              </a:ext>
            </a:extLst>
          </p:cNvPr>
          <p:cNvSpPr>
            <a:spLocks noGrp="1"/>
          </p:cNvSpPr>
          <p:nvPr/>
        </p:nvSpPr>
        <p:spPr>
          <a:xfrm>
            <a:off x="5943600" y="3581400"/>
            <a:ext cx="66675" cy="1714500"/>
          </a:xfrm>
          <a:prstGeom prst="rect">
            <a:avLst/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64989C-41E7-4453-8BB1-18076694F782}"/>
              </a:ext>
            </a:extLst>
          </p:cNvPr>
          <p:cNvSpPr>
            <a:spLocks noGrp="1"/>
          </p:cNvSpPr>
          <p:nvPr/>
        </p:nvSpPr>
        <p:spPr>
          <a:xfrm>
            <a:off x="6153150" y="37338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518C8A-D4FD-4018-AF25-7B5BE95FE61E}"/>
              </a:ext>
            </a:extLst>
          </p:cNvPr>
          <p:cNvSpPr>
            <a:spLocks noGrp="1"/>
          </p:cNvSpPr>
          <p:nvPr/>
        </p:nvSpPr>
        <p:spPr>
          <a:xfrm>
            <a:off x="6153150" y="40100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3D19E8-89EA-4111-8F78-E02CF0D91E01}"/>
              </a:ext>
            </a:extLst>
          </p:cNvPr>
          <p:cNvSpPr>
            <a:spLocks noGrp="1"/>
          </p:cNvSpPr>
          <p:nvPr/>
        </p:nvSpPr>
        <p:spPr>
          <a:xfrm>
            <a:off x="6153150" y="4448175"/>
            <a:ext cx="23241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AB03AD4-0241-4CA8-B2CC-ECC5DADBCD3E}"/>
              </a:ext>
            </a:extLst>
          </p:cNvPr>
          <p:cNvSpPr>
            <a:spLocks noGrp="1"/>
          </p:cNvSpPr>
          <p:nvPr/>
        </p:nvSpPr>
        <p:spPr>
          <a:xfrm>
            <a:off x="8953500" y="3581400"/>
            <a:ext cx="26860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FBF9BC-B9F6-4839-B583-EA9747A3BFC8}"/>
              </a:ext>
            </a:extLst>
          </p:cNvPr>
          <p:cNvSpPr>
            <a:spLocks noGrp="1"/>
          </p:cNvSpPr>
          <p:nvPr/>
        </p:nvSpPr>
        <p:spPr>
          <a:xfrm>
            <a:off x="8953500" y="3581400"/>
            <a:ext cx="66675" cy="171450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00BA5F-2775-4701-B85E-A7C9C58DC914}"/>
              </a:ext>
            </a:extLst>
          </p:cNvPr>
          <p:cNvSpPr>
            <a:spLocks noGrp="1"/>
          </p:cNvSpPr>
          <p:nvPr/>
        </p:nvSpPr>
        <p:spPr>
          <a:xfrm>
            <a:off x="9163050" y="37338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5AD55B-8564-44E2-8F06-CA99A6AFF175}"/>
              </a:ext>
            </a:extLst>
          </p:cNvPr>
          <p:cNvSpPr>
            <a:spLocks noGrp="1"/>
          </p:cNvSpPr>
          <p:nvPr/>
        </p:nvSpPr>
        <p:spPr>
          <a:xfrm>
            <a:off x="9163050" y="40100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ABCD8E-75C6-4C94-95CF-5426EFF6E395}"/>
              </a:ext>
            </a:extLst>
          </p:cNvPr>
          <p:cNvSpPr>
            <a:spLocks noGrp="1"/>
          </p:cNvSpPr>
          <p:nvPr/>
        </p:nvSpPr>
        <p:spPr>
          <a:xfrm>
            <a:off x="9163050" y="4448175"/>
            <a:ext cx="23241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385DCE6-BBD1-45D2-9995-F4835E367D10}"/>
              </a:ext>
            </a:extLst>
          </p:cNvPr>
          <p:cNvSpPr>
            <a:spLocks noGrp="1"/>
          </p:cNvSpPr>
          <p:nvPr/>
        </p:nvSpPr>
        <p:spPr>
          <a:xfrm>
            <a:off x="6096000" y="5600700"/>
            <a:ext cx="53911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A06FB2-E669-41B3-BAF7-B3D620D6E7D7}"/>
              </a:ext>
            </a:extLst>
          </p:cNvPr>
          <p:cNvSpPr>
            <a:spLocks noGrp="1"/>
          </p:cNvSpPr>
          <p:nvPr/>
        </p:nvSpPr>
        <p:spPr>
          <a:xfrm>
            <a:off x="6267450" y="5724525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13497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ECE38B-292B-40A4-9ACD-270CD9183F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1B7303-8A0F-424C-A346-880A7249277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A66F1-C684-4009-8B79-4C25D68D6888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DAAA9E-D04F-40C3-BAD0-E806630A2A10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514350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200775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6290C8-0062-435B-AFC4-33E4E574895D}"/>
              </a:ext>
            </a:extLst>
          </p:cNvPr>
          <p:cNvSpPr>
            <a:spLocks noGrp="1"/>
          </p:cNvSpPr>
          <p:nvPr/>
        </p:nvSpPr>
        <p:spPr>
          <a:xfrm>
            <a:off x="1333500" y="561975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A2357D-73BE-457A-94D6-42B3A26CA2A7}"/>
              </a:ext>
            </a:extLst>
          </p:cNvPr>
          <p:cNvSpPr>
            <a:spLocks noGrp="1"/>
          </p:cNvSpPr>
          <p:nvPr/>
        </p:nvSpPr>
        <p:spPr>
          <a:xfrm>
            <a:off x="1504950" y="5743575"/>
            <a:ext cx="91821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58541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F50EF3B-1DB1-4608-B64C-45614559F6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E739F-FBB7-46EC-A7B6-35B0FF447B2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9B2782-891B-455A-A68A-7756EB157998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A7151-B362-4F2F-822F-42CCC73AE544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476250" y="1143000"/>
          <a:ext cx="623887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04E961-54E8-4CEB-AF9A-599A30D9A990}"/>
              </a:ext>
            </a:extLst>
          </p:cNvPr>
          <p:cNvSpPr>
            <a:spLocks noGrp="1"/>
          </p:cNvSpPr>
          <p:nvPr/>
        </p:nvSpPr>
        <p:spPr>
          <a:xfrm>
            <a:off x="7105650" y="1162050"/>
            <a:ext cx="45339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6A43AA-F531-456C-AE81-12AD4D041BF3}"/>
              </a:ext>
            </a:extLst>
          </p:cNvPr>
          <p:cNvSpPr>
            <a:spLocks noGrp="1"/>
          </p:cNvSpPr>
          <p:nvPr/>
        </p:nvSpPr>
        <p:spPr>
          <a:xfrm>
            <a:off x="7353300" y="13716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79"/>
          </a:bodyPr>
          <a:lstStyle/>
          <a:p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58538-7C9B-43E7-8733-019B3CB1FE01}"/>
              </a:ext>
            </a:extLst>
          </p:cNvPr>
          <p:cNvSpPr>
            <a:spLocks noGrp="1"/>
          </p:cNvSpPr>
          <p:nvPr/>
        </p:nvSpPr>
        <p:spPr>
          <a:xfrm>
            <a:off x="7353300" y="1809750"/>
            <a:ext cx="400050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275615-FFE1-47E3-8C6E-9C3274E93D15}"/>
              </a:ext>
            </a:extLst>
          </p:cNvPr>
          <p:cNvSpPr>
            <a:spLocks noGrp="1"/>
          </p:cNvSpPr>
          <p:nvPr/>
        </p:nvSpPr>
        <p:spPr>
          <a:xfrm>
            <a:off x="7105650" y="3371850"/>
            <a:ext cx="4533900" cy="2076450"/>
          </a:xfrm>
          <a:prstGeom prst="roundRect">
            <a:avLst>
              <a:gd name="adj" fmla="val 3670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7298CC-0FEB-464B-AC98-56AE1EC52515}"/>
              </a:ext>
            </a:extLst>
          </p:cNvPr>
          <p:cNvSpPr>
            <a:spLocks noGrp="1"/>
          </p:cNvSpPr>
          <p:nvPr/>
        </p:nvSpPr>
        <p:spPr>
          <a:xfrm>
            <a:off x="7353300" y="35814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79"/>
          </a:bodyPr>
          <a:lstStyle/>
          <a:p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6B2072-4A01-4E6F-AE5D-6749C5CCE06C}"/>
              </a:ext>
            </a:extLst>
          </p:cNvPr>
          <p:cNvSpPr>
            <a:spLocks noGrp="1"/>
          </p:cNvSpPr>
          <p:nvPr/>
        </p:nvSpPr>
        <p:spPr>
          <a:xfrm>
            <a:off x="7353300" y="4019550"/>
            <a:ext cx="400050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AD34CA-CB5F-436A-A5D6-6877435E71E0}"/>
              </a:ext>
            </a:extLst>
          </p:cNvPr>
          <p:cNvSpPr>
            <a:spLocks noGrp="1"/>
          </p:cNvSpPr>
          <p:nvPr/>
        </p:nvSpPr>
        <p:spPr>
          <a:xfrm>
            <a:off x="9505950" y="5810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619"/>
          </a:bodyPr>
          <a:lstStyle/>
          <a:p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98599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91F360D-BCAC-45FC-90A0-8F189A90F6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D7D5A3-FC9D-4092-830D-40FFEC6ECE8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6EDA6D-2BC1-4CEB-AC9D-27EC19D4F7A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44F72-9EBF-4E47-B31A-96F55ACB8354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768E2-1927-4CB2-B955-A92F25438A96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552450" y="1504950"/>
          <a:ext cx="11087100" cy="1866900"/>
        </p:xfrm>
        <a:graphic>
          <a:graphicData uri="http://schemas.openxmlformats.org/drawingml/2006/table">
            <a:tbl>
              <a:tblPr firstRow="1"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B2DB36A-70AF-4469-BBEC-E3CDC1E53E51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552450" y="4114800"/>
          <a:ext cx="6381750" cy="1485900"/>
        </p:xfrm>
        <a:graphic>
          <a:graphicData uri="http://schemas.openxmlformats.org/drawingml/2006/table">
            <a:tbl>
              <a:tblPr firstRow="1"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6BB2D7-1FBD-48B1-9FBD-69402B226F64}"/>
              </a:ext>
            </a:extLst>
          </p:cNvPr>
          <p:cNvSpPr>
            <a:spLocks noGrp="1"/>
          </p:cNvSpPr>
          <p:nvPr/>
        </p:nvSpPr>
        <p:spPr>
          <a:xfrm>
            <a:off x="7296150" y="3733800"/>
            <a:ext cx="4343400" cy="1866900"/>
          </a:xfrm>
          <a:prstGeom prst="roundRect">
            <a:avLst>
              <a:gd name="adj" fmla="val 4082"/>
            </a:avLst>
          </a:prstGeom>
          <a:solidFill>
            <a:srgbClr val="EBF4FF"/>
          </a:solidFill>
          <a:ln w="9525">
            <a:solidFill>
              <a:srgbClr val="B6D4F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3832E1-2F75-4133-A860-17E601D1F7DD}"/>
              </a:ext>
            </a:extLst>
          </p:cNvPr>
          <p:cNvSpPr>
            <a:spLocks noGrp="1"/>
          </p:cNvSpPr>
          <p:nvPr/>
        </p:nvSpPr>
        <p:spPr>
          <a:xfrm>
            <a:off x="7543800" y="39433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158"/>
          </a:bodyPr>
          <a:lstStyle/>
          <a:p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9B32C0-6B8E-4950-8E9A-045A5BF9F364}"/>
              </a:ext>
            </a:extLst>
          </p:cNvPr>
          <p:cNvSpPr>
            <a:spLocks noGrp="1"/>
          </p:cNvSpPr>
          <p:nvPr/>
        </p:nvSpPr>
        <p:spPr>
          <a:xfrm>
            <a:off x="7543800" y="436245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3214DF-03F2-42FD-86E4-6CF798153459}"/>
              </a:ext>
            </a:extLst>
          </p:cNvPr>
          <p:cNvSpPr>
            <a:spLocks noGrp="1"/>
          </p:cNvSpPr>
          <p:nvPr/>
        </p:nvSpPr>
        <p:spPr>
          <a:xfrm>
            <a:off x="7543800" y="4876800"/>
            <a:ext cx="3714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83"/>
          </a:bodyPr>
          <a:lstStyle/>
          <a:p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1780003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BA8595-8382-4AF3-B03C-8FF0406D88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251195-EB3E-415F-AA2F-DFA5CAAB569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D1C9C0-6A1D-438D-9519-160AD547280C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6651D-973D-41F8-9C33-CC87337D9111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55F2C-57A9-49E9-B004-F208E8A7F22D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3962732732"/>
              </p:ext>
            </p:extLst>
          </p:nvPr>
        </p:nvGraphicFramePr>
        <p:xfrm>
          <a:off x="552450" y="1485900"/>
          <a:ext cx="11087100" cy="3285064"/>
        </p:xfrm>
        <a:graphic>
          <a:graphicData uri="http://schemas.openxmlformats.org/drawingml/2006/table">
            <a:tbl>
              <a:tblPr firstRow="1"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CAAS / terminal screenshot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Capture an authentic run with command, config and output visible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3251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Microsoft Office PowerPoint</Application>
  <DocSecurity>0</DocSecurity>
  <PresentationFormat>Widescreen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Savin de Alwis</cp:lastModifiedBy>
  <cp:revision>1</cp:revision>
  <dcterms:created xsi:type="dcterms:W3CDTF">2026-09-18T04:46:07Z</dcterms:created>
  <dcterms:modified xsi:type="dcterms:W3CDTF">2026-09-18T05:13:44Z</dcterms:modified>
</cp:coreProperties>
</file>