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6c5a02d3eb4517" /><Relationship Type="http://schemas.openxmlformats.org/officeDocument/2006/relationships/extended-properties" Target="/docProps/app.xml" Id="Ra7f770d44869497c" /><Relationship Type="http://schemas.openxmlformats.org/officeDocument/2006/relationships/officeDocument" Target="/ppt/presentation.xml" Id="Rbd9bc1446c86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20985127641e0"/>
  </p:sldMasterIdLst>
  <p:notesMasterIdLst>
    <p:notesMasterId xmlns:r="http://schemas.openxmlformats.org/officeDocument/2006/relationships" r:id="Rd84ee606019f463a"/>
  </p:notesMasterIdLst>
  <p:sldIdLst>
    <p:sldId xmlns:r="http://schemas.openxmlformats.org/officeDocument/2006/relationships" id="256" r:id="R664a255107664a5d"/>
    <p:sldId xmlns:r="http://schemas.openxmlformats.org/officeDocument/2006/relationships" id="257" r:id="R10aabbcbe99345f7"/>
    <p:sldId xmlns:r="http://schemas.openxmlformats.org/officeDocument/2006/relationships" id="258" r:id="R23ddb7e4aa6345f1"/>
    <p:sldId xmlns:r="http://schemas.openxmlformats.org/officeDocument/2006/relationships" id="259" r:id="R724fb41914964a33"/>
    <p:sldId xmlns:r="http://schemas.openxmlformats.org/officeDocument/2006/relationships" id="260" r:id="Refde1fd86fcc472a"/>
    <p:sldId xmlns:r="http://schemas.openxmlformats.org/officeDocument/2006/relationships" id="261" r:id="Rd13f8b4198a844c7"/>
    <p:sldId xmlns:r="http://schemas.openxmlformats.org/officeDocument/2006/relationships" id="262" r:id="R20d1a6be355d40c7"/>
    <p:sldId xmlns:r="http://schemas.openxmlformats.org/officeDocument/2006/relationships" id="263" r:id="R91d8d5a654da400c"/>
    <p:sldId xmlns:r="http://schemas.openxmlformats.org/officeDocument/2006/relationships" id="264" r:id="R17eb93fef9f042ce"/>
    <p:sldId xmlns:r="http://schemas.openxmlformats.org/officeDocument/2006/relationships" id="265" r:id="R65f1b150952e423a"/>
    <p:sldId xmlns:r="http://schemas.openxmlformats.org/officeDocument/2006/relationships" id="266" r:id="R78e36b6767b64de1"/>
    <p:sldId xmlns:r="http://schemas.openxmlformats.org/officeDocument/2006/relationships" id="267" r:id="Rbec96b133c6f4c8f"/>
    <p:sldId xmlns:r="http://schemas.openxmlformats.org/officeDocument/2006/relationships" id="268" r:id="R0ed4e732754c42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0a531f050454a" /><Relationship Type="http://schemas.openxmlformats.org/officeDocument/2006/relationships/slideMaster" Target="/ppt/slideMasters/slideMaster1.xml" Id="R2aa20985127641e0" /><Relationship Type="http://schemas.openxmlformats.org/officeDocument/2006/relationships/notesMaster" Target="/ppt/notesMasters/notesMaster1.xml" Id="Rd84ee606019f463a" /><Relationship Type="http://schemas.openxmlformats.org/officeDocument/2006/relationships/presProps" Target="/ppt/presProps.xml" Id="Rc1eb3cf40b8346ba" /><Relationship Type="http://schemas.openxmlformats.org/officeDocument/2006/relationships/tableStyles" Target="/ppt/tableStyles.xml" Id="Rb53fb347fbf840c6" /><Relationship Type="http://schemas.openxmlformats.org/officeDocument/2006/relationships/slide" Target="/ppt/slides/slide1.xml" Id="R664a255107664a5d" /><Relationship Type="http://schemas.openxmlformats.org/officeDocument/2006/relationships/slide" Target="/ppt/slides/slide2.xml" Id="R10aabbcbe99345f7" /><Relationship Type="http://schemas.openxmlformats.org/officeDocument/2006/relationships/slide" Target="/ppt/slides/slide3.xml" Id="R23ddb7e4aa6345f1" /><Relationship Type="http://schemas.openxmlformats.org/officeDocument/2006/relationships/slide" Target="/ppt/slides/slide4.xml" Id="R724fb41914964a33" /><Relationship Type="http://schemas.openxmlformats.org/officeDocument/2006/relationships/slide" Target="/ppt/slides/slide5.xml" Id="Refde1fd86fcc472a" /><Relationship Type="http://schemas.openxmlformats.org/officeDocument/2006/relationships/slide" Target="/ppt/slides/slide6.xml" Id="Rd13f8b4198a844c7" /><Relationship Type="http://schemas.openxmlformats.org/officeDocument/2006/relationships/slide" Target="/ppt/slides/slide7.xml" Id="R20d1a6be355d40c7" /><Relationship Type="http://schemas.openxmlformats.org/officeDocument/2006/relationships/slide" Target="/ppt/slides/slide8.xml" Id="R91d8d5a654da400c" /><Relationship Type="http://schemas.openxmlformats.org/officeDocument/2006/relationships/slide" Target="/ppt/slides/slide9.xml" Id="R17eb93fef9f042ce" /><Relationship Type="http://schemas.openxmlformats.org/officeDocument/2006/relationships/slide" Target="/ppt/slides/slide10.xml" Id="R65f1b150952e423a" /><Relationship Type="http://schemas.openxmlformats.org/officeDocument/2006/relationships/slide" Target="/ppt/slides/slide11.xml" Id="R78e36b6767b64de1" /><Relationship Type="http://schemas.openxmlformats.org/officeDocument/2006/relationships/slide" Target="/ppt/slides/slide12.xml" Id="Rbec96b133c6f4c8f" /><Relationship Type="http://schemas.openxmlformats.org/officeDocument/2006/relationships/slide" Target="/ppt/slides/slide13.xml" Id="R0ed4e732754c42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b0f5c61176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aaa46f8b74228" /><Relationship Type="http://schemas.openxmlformats.org/officeDocument/2006/relationships/notesMaster" Target="/ppt/notesMasters/notesMaster1.xml" Id="Ra4ad0d504bea4f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131290494432b" /><Relationship Type="http://schemas.openxmlformats.org/officeDocument/2006/relationships/notesMaster" Target="/ppt/notesMasters/notesMaster1.xml" Id="R33286b992c484b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35cede5c44c9a" /><Relationship Type="http://schemas.openxmlformats.org/officeDocument/2006/relationships/notesMaster" Target="/ppt/notesMasters/notesMaster1.xml" Id="R75852b6d1090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48b25432c4d3e" /><Relationship Type="http://schemas.openxmlformats.org/officeDocument/2006/relationships/notesMaster" Target="/ppt/notesMasters/notesMaster1.xml" Id="R83435f6ff1bc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d9b3a203e143e6" /><Relationship Type="http://schemas.openxmlformats.org/officeDocument/2006/relationships/notesMaster" Target="/ppt/notesMasters/notesMaster1.xml" Id="R092e6eb0f9e040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0827c1c08f4a37" /><Relationship Type="http://schemas.openxmlformats.org/officeDocument/2006/relationships/notesMaster" Target="/ppt/notesMasters/notesMaster1.xml" Id="R5e1704cb7e654a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351204c8054fdb" /><Relationship Type="http://schemas.openxmlformats.org/officeDocument/2006/relationships/notesMaster" Target="/ppt/notesMasters/notesMaster1.xml" Id="Ra127b2ccebc14e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9077de1baf482f" /><Relationship Type="http://schemas.openxmlformats.org/officeDocument/2006/relationships/notesMaster" Target="/ppt/notesMasters/notesMaster1.xml" Id="R810422e69d3d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a0589ebe14485" /><Relationship Type="http://schemas.openxmlformats.org/officeDocument/2006/relationships/notesMaster" Target="/ppt/notesMasters/notesMaster1.xml" Id="R427e9da101ec49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79c46912d244b1" /><Relationship Type="http://schemas.openxmlformats.org/officeDocument/2006/relationships/notesMaster" Target="/ppt/notesMasters/notesMaster1.xml" Id="Rb238daaed1ae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05e681190a4909" /><Relationship Type="http://schemas.openxmlformats.org/officeDocument/2006/relationships/notesMaster" Target="/ppt/notesMasters/notesMaster1.xml" Id="R61d65641468d4b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54953f058845ab" /><Relationship Type="http://schemas.openxmlformats.org/officeDocument/2006/relationships/notesMaster" Target="/ppt/notesMasters/notesMaster1.xml" Id="Ra631d9d801ca4f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b41fc68af64722" /><Relationship Type="http://schemas.openxmlformats.org/officeDocument/2006/relationships/notesMaster" Target="/ppt/notesMasters/notesMaster1.xml" Id="R74a9a9deec484d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Appendix 3 and Appendix 4 contain authentic local WSL2 terminal captures. The prompt-record PDF must still be exported from the actual AI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evidence/screenshots/task1_local_mpi_execution.png. Authentic local WSL2 single-node MPI run, n=60M, 4 ranks;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evidence/screenshots/task2_local_hybrid_execution.png. Authentic local WSL2 single-node hybrid run, n=60M, 4 MPI ranks, 2 OpenMP threads per process; representative execution evidence only, not graph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d43d4bda94a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7a735f422e48b9" /><Relationship Type="http://schemas.openxmlformats.org/officeDocument/2006/relationships/slideLayout" Target="/ppt/slideLayouts/slideLayout1.xml" Id="Ra2ef170a2268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f170a2268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014e559c04cb0" /><Relationship Type="http://schemas.openxmlformats.org/officeDocument/2006/relationships/notesSlide" Target="/ppt/notesSlides/notesSlide1.xml" Id="Rb15597349edd4c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5d60b0168478a" /><Relationship Type="http://schemas.openxmlformats.org/officeDocument/2006/relationships/notesSlide" Target="/ppt/notesSlides/notesSlide2.xml" Id="Red1db108dcbf46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57674299477b" /><Relationship Type="http://schemas.openxmlformats.org/officeDocument/2006/relationships/notesSlide" Target="/ppt/notesSlides/notesSlide3.xml" Id="R26720c4bd0234b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90d99248c40ac" /><Relationship Type="http://schemas.openxmlformats.org/officeDocument/2006/relationships/chart" Target="/ppt/slides/charts/chart1.xml" Id="R24b22f7a4f0e4996" /><Relationship Type="http://schemas.openxmlformats.org/officeDocument/2006/relationships/notesSlide" Target="/ppt/notesSlides/notesSlide4.xml" Id="Re6a36bc0634f43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c9c1f736640ee" /><Relationship Type="http://schemas.openxmlformats.org/officeDocument/2006/relationships/chart" Target="/ppt/slides/charts/chart2.xml" Id="Ra5da1312bebe49ff" /><Relationship Type="http://schemas.openxmlformats.org/officeDocument/2006/relationships/notesSlide" Target="/ppt/notesSlides/notesSlide5.xml" Id="Rd9f3f4082a8d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1aa2ef85e458e" /><Relationship Type="http://schemas.openxmlformats.org/officeDocument/2006/relationships/chart" Target="/ppt/slides/charts/chart3.xml" Id="R31f084d96d184ec0" /><Relationship Type="http://schemas.openxmlformats.org/officeDocument/2006/relationships/chart" Target="/ppt/slides/charts/chart4.xml" Id="R644ed8c703a0477c" /><Relationship Type="http://schemas.openxmlformats.org/officeDocument/2006/relationships/notesSlide" Target="/ppt/notesSlides/notesSlide6.xml" Id="Rbe8c9a7ef6e0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78b35c8b4cb1" /><Relationship Type="http://schemas.openxmlformats.org/officeDocument/2006/relationships/notesSlide" Target="/ppt/notesSlides/notesSlide7.xml" Id="Rcc57f3b6512244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c5bcc87a048cb" /><Relationship Type="http://schemas.openxmlformats.org/officeDocument/2006/relationships/chart" Target="/ppt/slides/charts/chart5.xml" Id="R5e599e9388b04792" /><Relationship Type="http://schemas.openxmlformats.org/officeDocument/2006/relationships/chart" Target="/ppt/slides/charts/chart6.xml" Id="Rc3b15082f1ad4aa0" /><Relationship Type="http://schemas.openxmlformats.org/officeDocument/2006/relationships/notesSlide" Target="/ppt/notesSlides/notesSlide8.xml" Id="Reca29a1bfd5e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3cb27c90e4856" /><Relationship Type="http://schemas.openxmlformats.org/officeDocument/2006/relationships/chart" Target="/ppt/slides/charts/chart7.xml" Id="R88a6b2d836194d55" /><Relationship Type="http://schemas.openxmlformats.org/officeDocument/2006/relationships/notesSlide" Target="/ppt/notesSlides/notesSlide9.xml" Id="R1fd0fb93b5a841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292b93714aac" /><Relationship Type="http://schemas.openxmlformats.org/officeDocument/2006/relationships/notesSlide" Target="/ppt/notesSlides/notesSlide10.xml" Id="R7b146f7264f947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ac0b7c8fe4408" /><Relationship Type="http://schemas.openxmlformats.org/officeDocument/2006/relationships/notesSlide" Target="/ppt/notesSlides/notesSlide11.xml" Id="R59a3121b76a64b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8b3cea7bd4970" /><Relationship Type="http://schemas.openxmlformats.org/officeDocument/2006/relationships/image" Target="/ppt/media/image.png" Id="R2b85c1c8e4fc4028" /><Relationship Type="http://schemas.openxmlformats.org/officeDocument/2006/relationships/notesSlide" Target="/ppt/notesSlides/notesSlide12.xml" Id="Re0db8b436ae645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e542b1fd9441c" /><Relationship Type="http://schemas.openxmlformats.org/officeDocument/2006/relationships/image" Target="/ppt/media/image2.png" Id="Rfc213cac2c704a32" /><Relationship Type="http://schemas.openxmlformats.org/officeDocument/2006/relationships/notesSlide" Target="/ppt/notesSlides/notesSlide13.xml" Id="R8fc9fbd3d5c844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</c:v>
                </c:pt>
                <c:pt idx="1">
                  <c:v>5.7932</c:v>
                </c:pt>
                <c:pt idx="2">
                  <c:v>6.600539</c:v>
                </c:pt>
                <c:pt idx="3">
                  <c:v>7.58008</c:v>
                </c:pt>
                <c:pt idx="4">
                  <c:v>8.197113</c:v>
                </c:pt>
                <c:pt idx="5">
                  <c:v>8.993253</c:v>
                </c:pt>
                <c:pt idx="6">
                  <c:v>9.898929</c:v>
                </c:pt>
                <c:pt idx="7">
                  <c:v>11.25524</c:v>
                </c:pt>
                <c:pt idx="8">
                  <c:v>11.663884</c:v>
                </c:pt>
                <c:pt idx="9">
                  <c:v>12.481058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</c:v>
                </c:pt>
                <c:pt idx="14">
                  <c:v>17.381228</c:v>
                </c:pt>
                <c:pt idx="15">
                  <c:v>18.39205</c:v>
                </c:pt>
                <c:pt idx="16">
                  <c:v>19.512275</c:v>
                </c:pt>
                <c:pt idx="17">
                  <c:v>20.516872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</c:v>
                </c:pt>
                <c:pt idx="21">
                  <c:v>24.89455</c:v>
                </c:pt>
                <c:pt idx="22">
                  <c:v>26.438953</c:v>
                </c:pt>
                <c:pt idx="23">
                  <c:v>27.724465</c:v>
                </c:pt>
                <c:pt idx="24">
                  <c:v>28.707587</c:v>
                </c:pt>
                <c:pt idx="25">
                  <c:v>30.266235</c:v>
                </c:pt>
                <c:pt idx="26">
                  <c:v>30.835879</c:v>
                </c:pt>
                <c:pt idx="27">
                  <c:v>32.094736</c:v>
                </c:pt>
                <c:pt idx="28">
                  <c:v>33.361352</c:v>
                </c:pt>
                <c:pt idx="29">
                  <c:v>34.655354</c:v>
                </c:pt>
              </c:numCache>
            </c:numRef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</c:v>
                </c:pt>
                <c:pt idx="2">
                  <c:v>1.882136</c:v>
                </c:pt>
                <c:pt idx="3">
                  <c:v>2.197054</c:v>
                </c:pt>
                <c:pt idx="4">
                  <c:v>2.351178</c:v>
                </c:pt>
                <c:pt idx="5">
                  <c:v>2.680151</c:v>
                </c:pt>
                <c:pt idx="6">
                  <c:v>2.949921</c:v>
                </c:pt>
                <c:pt idx="7">
                  <c:v>3.132021</c:v>
                </c:pt>
                <c:pt idx="8">
                  <c:v>3.511267</c:v>
                </c:pt>
                <c:pt idx="9">
                  <c:v>3.792676</c:v>
                </c:pt>
                <c:pt idx="10">
                  <c:v>3.765773</c:v>
                </c:pt>
                <c:pt idx="11">
                  <c:v>4.350641</c:v>
                </c:pt>
                <c:pt idx="12">
                  <c:v>4.371929</c:v>
                </c:pt>
                <c:pt idx="13">
                  <c:v>4.65037</c:v>
                </c:pt>
                <c:pt idx="14">
                  <c:v>4.997748</c:v>
                </c:pt>
                <c:pt idx="15">
                  <c:v>5.308287</c:v>
                </c:pt>
                <c:pt idx="16">
                  <c:v>5.542288</c:v>
                </c:pt>
                <c:pt idx="17">
                  <c:v>6.078635</c:v>
                </c:pt>
                <c:pt idx="18">
                  <c:v>6.218323</c:v>
                </c:pt>
                <c:pt idx="19">
                  <c:v>6.572295</c:v>
                </c:pt>
                <c:pt idx="20">
                  <c:v>6.834096</c:v>
                </c:pt>
                <c:pt idx="21">
                  <c:v>7.088691</c:v>
                </c:pt>
                <c:pt idx="22">
                  <c:v>7.583849</c:v>
                </c:pt>
                <c:pt idx="23">
                  <c:v>7.847521</c:v>
                </c:pt>
                <c:pt idx="24">
                  <c:v>8.563484</c:v>
                </c:pt>
                <c:pt idx="25">
                  <c:v>8.792589</c:v>
                </c:pt>
                <c:pt idx="26">
                  <c:v>8.841267</c:v>
                </c:pt>
                <c:pt idx="27">
                  <c:v>8.86051</c:v>
                </c:pt>
                <c:pt idx="28">
                  <c:v>9.36652</c:v>
                </c:pt>
                <c:pt idx="29">
                  <c:v>9.865707</c:v>
                </c:pt>
              </c:numCache>
            </c:numRef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</c:v>
                </c:pt>
                <c:pt idx="1">
                  <c:v>2.350731</c:v>
                </c:pt>
                <c:pt idx="2">
                  <c:v>2.771374</c:v>
                </c:pt>
                <c:pt idx="3">
                  <c:v>3.009852</c:v>
                </c:pt>
                <c:pt idx="4">
                  <c:v>3.400205</c:v>
                </c:pt>
                <c:pt idx="5">
                  <c:v>3.580981</c:v>
                </c:pt>
                <c:pt idx="6">
                  <c:v>4.065718</c:v>
                </c:pt>
                <c:pt idx="7">
                  <c:v>4.375723</c:v>
                </c:pt>
                <c:pt idx="8">
                  <c:v>5.157762</c:v>
                </c:pt>
                <c:pt idx="9">
                  <c:v>5.404324</c:v>
                </c:pt>
                <c:pt idx="10">
                  <c:v>5.817264</c:v>
                </c:pt>
                <c:pt idx="11">
                  <c:v>5.962411</c:v>
                </c:pt>
                <c:pt idx="12">
                  <c:v>7.149659</c:v>
                </c:pt>
                <c:pt idx="13">
                  <c:v>6.9077</c:v>
                </c:pt>
                <c:pt idx="14">
                  <c:v>7.469348</c:v>
                </c:pt>
                <c:pt idx="15">
                  <c:v>8.933063</c:v>
                </c:pt>
                <c:pt idx="16">
                  <c:v>10.07874</c:v>
                </c:pt>
                <c:pt idx="17">
                  <c:v>9.269982</c:v>
                </c:pt>
                <c:pt idx="18">
                  <c:v>9.573097</c:v>
                </c:pt>
                <c:pt idx="19">
                  <c:v>12.896376</c:v>
                </c:pt>
                <c:pt idx="20">
                  <c:v>9.388351</c:v>
                </c:pt>
                <c:pt idx="21">
                  <c:v>9.723761</c:v>
                </c:pt>
                <c:pt idx="22">
                  <c:v>10.887108</c:v>
                </c:pt>
                <c:pt idx="23">
                  <c:v>11.360931</c:v>
                </c:pt>
                <c:pt idx="24">
                  <c:v>11.247044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13.553135</c:v>
                </c:pt>
                <c:pt idx="29">
                  <c:v>13.671737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0.0x</c:formatCode>
                <c:ptCount val="30"/>
                <c:pt idx="0">
                  <c:v>3.311498</c:v>
                </c:pt>
                <c:pt idx="1">
                  <c:v>3.554945</c:v>
                </c:pt>
                <c:pt idx="2">
                  <c:v>3.50694</c:v>
                </c:pt>
                <c:pt idx="3">
                  <c:v>3.450112</c:v>
                </c:pt>
                <c:pt idx="4">
                  <c:v>3.486386</c:v>
                </c:pt>
                <c:pt idx="5">
                  <c:v>3.355503</c:v>
                </c:pt>
                <c:pt idx="6">
                  <c:v>3.355659</c:v>
                </c:pt>
                <c:pt idx="7">
                  <c:v>3.593603</c:v>
                </c:pt>
                <c:pt idx="8">
                  <c:v>3.321845</c:v>
                </c:pt>
                <c:pt idx="9">
                  <c:v>3.290831</c:v>
                </c:pt>
                <c:pt idx="10">
                  <c:v>3.584986</c:v>
                </c:pt>
                <c:pt idx="11">
                  <c:v>3.311588</c:v>
                </c:pt>
                <c:pt idx="12">
                  <c:v>3.513609</c:v>
                </c:pt>
                <c:pt idx="13">
                  <c:v>3.578435</c:v>
                </c:pt>
                <c:pt idx="14">
                  <c:v>3.477812</c:v>
                </c:pt>
                <c:pt idx="15">
                  <c:v>3.46478</c:v>
                </c:pt>
                <c:pt idx="16">
                  <c:v>3.520617</c:v>
                </c:pt>
                <c:pt idx="17">
                  <c:v>3.375243</c:v>
                </c:pt>
                <c:pt idx="18">
                  <c:v>3.485175</c:v>
                </c:pt>
                <c:pt idx="19">
                  <c:v>3.451079</c:v>
                </c:pt>
                <c:pt idx="20">
                  <c:v>3.494141</c:v>
                </c:pt>
                <c:pt idx="21">
                  <c:v>3.511868</c:v>
                </c:pt>
                <c:pt idx="22">
                  <c:v>3.486218</c:v>
                </c:pt>
                <c:pt idx="23">
                  <c:v>3.532894</c:v>
                </c:pt>
                <c:pt idx="24">
                  <c:v>3.352326</c:v>
                </c:pt>
                <c:pt idx="25">
                  <c:v>3.442244</c:v>
                </c:pt>
                <c:pt idx="26">
                  <c:v>3.487722</c:v>
                </c:pt>
                <c:pt idx="27">
                  <c:v>3.622222</c:v>
                </c:pt>
                <c:pt idx="28">
                  <c:v>3.561766</c:v>
                </c:pt>
                <c:pt idx="29">
                  <c:v>3.512708</c:v>
                </c:pt>
              </c:numCache>
            </c:numRef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0.0x</c:formatCode>
                <c:ptCount val="30"/>
                <c:pt idx="0">
                  <c:v>2.706644</c:v>
                </c:pt>
                <c:pt idx="1">
                  <c:v>2.807679</c:v>
                </c:pt>
                <c:pt idx="2">
                  <c:v>2.671431</c:v>
                </c:pt>
                <c:pt idx="3">
                  <c:v>2.773163</c:v>
                </c:pt>
                <c:pt idx="4">
                  <c:v>2.717482</c:v>
                </c:pt>
                <c:pt idx="5">
                  <c:v>2.829962</c:v>
                </c:pt>
                <c:pt idx="6">
                  <c:v>2.74614</c:v>
                </c:pt>
                <c:pt idx="7">
                  <c:v>2.782729</c:v>
                </c:pt>
                <c:pt idx="8">
                  <c:v>2.495577</c:v>
                </c:pt>
                <c:pt idx="9">
                  <c:v>2.618487</c:v>
                </c:pt>
                <c:pt idx="10">
                  <c:v>2.590082</c:v>
                </c:pt>
                <c:pt idx="11">
                  <c:v>2.737466</c:v>
                </c:pt>
                <c:pt idx="12">
                  <c:v>2.549498</c:v>
                </c:pt>
                <c:pt idx="13">
                  <c:v>2.68205</c:v>
                </c:pt>
                <c:pt idx="14">
                  <c:v>2.648153</c:v>
                </c:pt>
                <c:pt idx="15">
                  <c:v>2.341455</c:v>
                </c:pt>
                <c:pt idx="16">
                  <c:v>2.206639</c:v>
                </c:pt>
                <c:pt idx="17">
                  <c:v>2.521772</c:v>
                </c:pt>
                <c:pt idx="18">
                  <c:v>2.568987</c:v>
                </c:pt>
                <c:pt idx="19">
                  <c:v>1.99623</c:v>
                </c:pt>
                <c:pt idx="20">
                  <c:v>2.890972</c:v>
                </c:pt>
                <c:pt idx="21">
                  <c:v>2.956234</c:v>
                </c:pt>
                <c:pt idx="22">
                  <c:v>2.761738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2.962694</c:v>
                </c:pt>
                <c:pt idx="26">
                  <c:v>2.712369</c:v>
                </c:pt>
                <c:pt idx="27">
                  <c:v>2.807667</c:v>
                </c:pt>
                <c:pt idx="28">
                  <c:v>2.789214</c:v>
                </c:pt>
                <c:pt idx="29">
                  <c:v>2.876845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0.98963</c:v>
                </c:pt>
                <c:pt idx="1">
                  <c:v>1.878171</c:v>
                </c:pt>
                <c:pt idx="2">
                  <c:v>3.378454</c:v>
                </c:pt>
                <c:pt idx="3">
                  <c:v>4.618865</c:v>
                </c:pt>
                <c:pt idx="4">
                  <c:v>6.015093</c:v>
                </c:pt>
              </c:numCache>
            </c:numRef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1.004932</c:v>
                </c:pt>
                <c:pt idx="1">
                  <c:v>1.550188</c:v>
                </c:pt>
                <c:pt idx="2">
                  <c:v>2.693979</c:v>
                </c:pt>
                <c:pt idx="3">
                  <c:v>4.337217</c:v>
                </c:pt>
                <c:pt idx="4">
                  <c:v>7.075541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0.0x</c:formatCode>
                <c:ptCount val="16"/>
                <c:pt idx="0">
                  <c:v>0.98963</c:v>
                </c:pt>
                <c:pt idx="1">
                  <c:v>1.878171</c:v>
                </c:pt>
                <c:pt idx="2">
                  <c:v>2.635082</c:v>
                </c:pt>
                <c:pt idx="3">
                  <c:v>3.378454</c:v>
                </c:pt>
                <c:pt idx="4">
                  <c:v>3.906827</c:v>
                </c:pt>
                <c:pt idx="5">
                  <c:v>4.232572</c:v>
                </c:pt>
                <c:pt idx="6">
                  <c:v>4.432161</c:v>
                </c:pt>
                <c:pt idx="7">
                  <c:v>4.618865</c:v>
                </c:pt>
                <c:pt idx="8">
                  <c:v>4.420885</c:v>
                </c:pt>
                <c:pt idx="9">
                  <c:v>4.156386</c:v>
                </c:pt>
                <c:pt idx="10">
                  <c:v>4.550334</c:v>
                </c:pt>
                <c:pt idx="11">
                  <c:v>5.308742</c:v>
                </c:pt>
                <c:pt idx="12">
                  <c:v>5.4069</c:v>
                </c:pt>
                <c:pt idx="13">
                  <c:v>5.821944</c:v>
                </c:pt>
                <c:pt idx="14">
                  <c:v>5.971313</c:v>
                </c:pt>
                <c:pt idx="15">
                  <c:v>6.015093</c:v>
                </c:pt>
              </c:numCache>
            </c:numRef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</c:v>
                </c:pt>
                <c:pt idx="3">
                  <c:v>3.800036</c:v>
                </c:pt>
                <c:pt idx="4">
                  <c:v>4.672189</c:v>
                </c:pt>
                <c:pt idx="5">
                  <c:v>5.516213</c:v>
                </c:pt>
                <c:pt idx="6">
                  <c:v>6.333447</c:v>
                </c:pt>
                <c:pt idx="7">
                  <c:v>7.125147</c:v>
                </c:pt>
                <c:pt idx="8">
                  <c:v>7.892491</c:v>
                </c:pt>
                <c:pt idx="9">
                  <c:v>8.636586</c:v>
                </c:pt>
                <c:pt idx="10">
                  <c:v>9.358472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12.042701</c:v>
                </c:pt>
                <c:pt idx="15">
                  <c:v>12.667164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1.012295</c:v>
                </c:pt>
                <c:pt idx="1">
                  <c:v>1.530386</c:v>
                </c:pt>
                <c:pt idx="2">
                  <c:v>2.386353</c:v>
                </c:pt>
                <c:pt idx="3">
                  <c:v>2.358109</c:v>
                </c:pt>
                <c:pt idx="4">
                  <c:v>2.245111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</c:numCache>
            </c:numRef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1.003352</c:v>
                </c:pt>
                <c:pt idx="1">
                  <c:v>1.547751</c:v>
                </c:pt>
                <c:pt idx="2">
                  <c:v>2.689743</c:v>
                </c:pt>
                <c:pt idx="3">
                  <c:v>4.330398</c:v>
                </c:pt>
                <c:pt idx="4">
                  <c:v>7.064416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  <c:pt idx="5">
                  <c:v>7.935425</c:v>
                </c:pt>
                <c:pt idx="6">
                  <c:v>7.555168</c:v>
                </c:pt>
              </c:numCache>
            </c:numRef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3.805633</c:v>
                </c:pt>
                <c:pt idx="3">
                  <c:v>7.148145</c:v>
                </c:pt>
                <c:pt idx="4">
                  <c:v>12.745273</c:v>
                </c:pt>
                <c:pt idx="5">
                  <c:v>20.945709</c:v>
                </c:pt>
                <c:pt idx="6">
                  <c:v>30.879939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22B27-AB6D-4A2C-BCE7-26599F2A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62827-3756-49BB-8794-A48388C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02C23-0986-4031-BEEE-A3755A5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BF0F2-32A0-4754-A035-DA82988F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5545D-FBEB-4F6C-8EE0-D2AFBE3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033A-D49E-4A4C-9417-44D68387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D8523-79B5-42AB-A072-268954B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8AA1A-9E66-42B8-81B1-708D15D5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329842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70CBA-F4A9-457F-B91F-6A518EF1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C7F14-EA4F-439C-BDBE-397A8123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199B-75CC-46D5-B72B-A27CB19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FB2D3-5956-4250-B2A3-00941D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901EE-36EC-4539-9D33-47135DD8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DFDCE-954A-4D19-8C8C-6CE61BF3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BC1E7-7206-480C-BFF8-57D6CA56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265BA-0FE0-4417-99B2-41AC4A83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A13A7-3657-457A-9223-7177F028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27781-3189-4AE0-995D-F4C979C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957C9-AB3D-4915-9DC4-F9250347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14F1A-0290-49BE-87F1-3FB3B198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684AC-DA98-4ED8-BA92-2A0C3B6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86D42-EEC4-4BB4-9987-B7C9006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0F5FF-5209-4417-A5A7-F4E4F17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2CDC7-652B-4DB7-838E-9F839AB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DA215-7B39-43E6-AC42-AE16D70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B9D7F-EA30-4EF2-8FB6-3256A597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E35A4-56FD-4ABC-8FF4-8F5FFCE1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A6BF9-77F8-45E3-A90F-235B6615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4E790-82FB-48CB-8040-4E8E94FD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66FC0-3561-4656-B0EC-68AA5BF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D475F-2FB1-46A2-8A94-E934BC4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C04C1-1CFD-4485-9BE2-ED37E1F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EEEB4-FEC3-43CE-B01A-22794155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07688-9566-4776-A139-B2C950F5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FF5EA-2B9E-4802-9FB5-1320B697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922A3-8588-4F29-8F1C-BDE00179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D0F46-E05D-42CF-BCF9-44660ADE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252677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5D0BD4-A62E-4EA9-987F-212D972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261CB-16EB-44CA-B723-43D842E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EFDD6-096E-483F-91A8-4098E791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18456-FC16-4428-B1A2-C218AED9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A7D0F-1559-462A-9E18-B20B28AF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EACA9-8EEF-4C4C-854E-FD7CB82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A511B-3D8E-4A87-9F27-C7CFA60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70EFF-8D94-47C4-8765-F04BEBB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F7DCA-E494-4294-A5A1-3B391D8F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A8F8D-3D06-4B0A-AEB7-EA37564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D9AFF-21C1-4184-B6AA-A6C6918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2E269-7BAB-4F7B-8A0F-CD1E752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E5BBC-53F4-4105-B3FB-552FEA22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B2EA5-62F3-4204-8927-8EF3456F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3940A-D189-4B92-919A-EBE8E166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FF3D7-341D-4264-9DE0-31004331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0887A-4FC6-468E-8555-16A1CA82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CD5AB-8533-45E9-9877-659CB14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9C857-C9B0-4ECE-ADD0-E33DD118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BE59E-0223-45B3-9E86-8DCEC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3EA63-8E27-48F5-9E22-580E540C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BA053-C831-4C3E-94DA-404CC6D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1FAA-9F8A-45DC-99AA-E77D0E9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373A8-4D68-4D89-A2E6-D465E8BC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8C5B1-23EC-4FFB-BFA7-0E6756C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2F52E-D36D-4EF9-952A-E833F142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B859B-95AF-49FA-B7E8-238ADA93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108AB-27B5-42CA-BB66-E6020EA8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DB88B-D34E-4A27-8BB4-197D6CB9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66F2B-20E5-4281-B6A5-69BB328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F4D1CD-D4A3-4E42-81E4-D60840B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0CEDE-C26E-46EE-BD1C-6A0ECB7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1F0191-1F95-451B-8286-EE5A3980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0102E7-80A4-420D-A087-AE65357A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FE5C78-E85B-4E22-A945-C2980B5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4BA88D-A289-4BC1-8B0C-65EE206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64DEB-50FF-44EA-97E2-B8F8F108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0BC7C-0539-4E85-A10E-7D875088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A47BA0-58CC-4C8F-99CB-C832CB31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B2B1F9-B2BE-4F89-BF6B-80DA1FD0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241803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F0B0B-F917-4A5D-BD17-F90F20E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A73B2-7A0C-4DCE-BF2C-9DBEBBE7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068CF-34B6-4F98-B68B-07B26C87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EB0D-A0A1-4C76-9FC5-3C08897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b22f7a4f0e49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5D258-3CAE-42F3-8ACE-CE46A03C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38522-B94A-4C2A-8CB3-78AE482B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2106028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B717-3ADE-4DB7-96D9-E85A537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DCFC3-B92E-478D-83FE-1BC2EE2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EF5C-366E-407A-A1C9-9A54034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AA45B-F46B-4C92-BDC6-23CAE8D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da1312bebe49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014A8-CF71-4932-8C5E-A83025A7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709D-440D-4CDE-9724-B531079D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124129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3E113-3C7E-4ED8-A3B9-B96F83F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90261-3A4F-44D0-844E-02735545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23BCA-B239-4FBE-837B-41F16D6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DD1BF-D6FA-4EEC-884F-C40ACE4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f084d96d184ec0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ed8c703a0477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13ED2-0E46-4A18-9478-33E75F7E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90705-234D-44E0-A4D9-F778EAF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251840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CFA139-ED7C-4865-9CFE-4124547C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958F3-CD90-4834-A06A-78575B1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48808-4316-49DF-9CCC-D57B79D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9AEFF-8F05-4CBD-9E88-B02FF335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C1BC1-EDEE-4B2D-A3D3-EC8E4C1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1BB69-6966-4398-ABDF-B99EDD19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98CD5-F07A-4EA8-B93C-CA2430F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3D78E-E495-4C2F-ABB0-A021CC6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677E8-88EE-4CBE-AEB8-A565FF0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32E84-884E-4911-98C1-4B7BD3C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5C919-75F4-42F2-8EB2-C37894E1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9D3D4-AA17-4E9D-8D5F-F78CF645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4FB34-5DEF-4717-9A13-1938DA7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E6F3D-15B7-44B5-BFAB-91152A62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44E7E-3C4C-44CD-803A-7A8870B6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7E25C-B865-45FE-985D-FBE38F48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AA070-DE94-4F60-BAB3-F8F143C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2455C-1C35-4338-A932-579AEE2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C14B2-5D98-4417-881D-EB988F76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70D27-29F8-423B-89C0-680D44C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77DAC-65BD-4403-B4EE-92AF419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10B44-DA09-4A40-95E0-63FD5E7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1042D-A970-4217-964B-30A0D53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00320-0BCA-4512-929F-3B77FF4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EED27-C910-4AFC-BA05-6FA8CE5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F1AB6-0F74-43C4-AD84-7300B69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30CD4-2219-409A-BB5B-6A9BB89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3B754-BF42-47C8-AACA-2734CFD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1B63B-1BA0-4567-888B-9BDB8A22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2F64D-B012-405E-9926-1B18852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7CD81-D77B-4238-964A-9A59EC91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BF4C3-C0C6-4258-A206-CDDBF77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2001139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C08BE-A956-4A26-82B1-EDC1BCA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EC27E-9E88-4BEE-BA77-46EA19D1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F525-6DB3-48BD-9360-2078868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3A6CF-CE95-462E-8E77-E5673D5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599e9388b04792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b15082f1ad4aa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09ED4-A847-4003-8ACE-74596425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E594D-5988-49B5-8227-08E608E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751018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53F2C-75DE-4E00-9720-52CBADF4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71377-977B-497C-9B48-50C12E8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6EB0F-044E-4DA6-A424-3B75057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BEE1F-7C37-4D9A-82F2-7BF0330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a6b2d836194d5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0115D-9476-4115-A349-BD859032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1207E-E53F-476B-A3FD-6DB2682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61C29-BFD8-410D-B522-F0A700A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F7669-DD7B-4BE4-BC3D-0CF7AB59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86DB0-0D00-4CDC-B4B2-470F506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15DBF-320C-4431-AE27-B42FB912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5670F-CA63-4B58-99B1-6C064E4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80690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CD80D-1BDC-4BDB-9AA7-510F8A3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6147-90DE-4154-AC1D-28114B01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41E7B-DD5F-4809-A2CB-474F21C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D4508-A6EC-4EAD-BAA0-051BF0F8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55B30-5F9F-4543-80AC-39019C0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7868F-AEF0-4202-827A-58D21DE0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56067-A21B-4E3B-A7E0-39BA2D0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C17DB-7F48-4B8B-886F-A23CC3B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B4FEF-2AE0-4E8F-A923-ACE6E16F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B6CFD-78B4-416D-BC90-DE3FD6F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322151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3FD5C-354D-4001-AFD1-74EB997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82A91-0E34-48BD-A803-9DD8F1C8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CD3C2-8B29-4DD6-BA8A-DACB9956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DD9D5-D09D-47EF-90CE-2F7E655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CFB9A-3735-4A05-93BC-09F9BE3F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output/FIT3143_Week8_Lab2_Presentation_HD_Submission_With_Evidence.pptx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Local terminal screenshots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Appendices 3–4: Task 1 MPI and Task 2 hybrid runs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7F015-88F9-4B7C-A5A2-11104F4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F4354-004A-45EB-A125-25DD417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the red item is authentic, legible and included. This review cannot fabricate it.</a:t>
            </a:r>
          </a:p>
        </p:txBody>
      </p:sp>
    </p:spTree>
    <p:extLst>
      <p:ext uri="{BB962C8B-B14F-4D97-AF65-F5344CB8AC3E}">
        <p14:creationId xmlns:p14="http://schemas.microsoft.com/office/powerpoint/2010/main" val="3992544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5EADA-69DB-4377-8325-712F294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6BAB-5B38-43E2-BA92-13EFD834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902C-80B4-4A01-9300-FF559E4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1 Open MPI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ECCBB-2F87-41AA-9BA6-22891DC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2CE6-AEF1-4C78-9C41-CF52299B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5c1c8e4fc4028"/>
          <a:stretch xmlns:a="http://schemas.openxmlformats.org/drawingml/2006/main"/>
        </p:blipFill>
        <p:spPr>
          <a:xfrm xmlns:a="http://schemas.openxmlformats.org/drawingml/2006/main">
            <a:off x="1357912" y="1447800"/>
            <a:ext cx="45803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A2F76-A047-400F-B61D-B037D99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4305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1C39-ACD1-4D84-B81D-A1A4739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A8571-E586-4DEB-B624-AC9B440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Local WSL2, one node, 4 MPI ranks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n = 60,000,000; block-cyclic partitioning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Prime count = 3,562,115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Per-rank candidate counts and computation times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Imbalance ratio = 1.012429</a:t>
            </a:r>
          </a:p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Output file produced: task1_mpi_primes.txt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817B3-3C0A-4184-85CC-F3C63648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76C3F-22B5-4071-8C27-B32C080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execution evidence only; the benchmark charts use the documented CSV measurements, not this single run.</a:t>
            </a:r>
          </a:p>
        </p:txBody>
      </p:sp>
    </p:spTree>
    <p:extLst>
      <p:ext uri="{BB962C8B-B14F-4D97-AF65-F5344CB8AC3E}">
        <p14:creationId xmlns:p14="http://schemas.microsoft.com/office/powerpoint/2010/main" val="472660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5AA35-BB04-4663-A24B-14CC6FD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F8E99-3F0F-4B3E-86F6-EE57F35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256C6-36F8-4871-AFEE-CD86C81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2 MPI + OpenMP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4E794-1CEE-4395-A506-170FED1C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427E-1A55-4161-A977-4487BFC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13cac2c704a32"/>
          <a:stretch xmlns:a="http://schemas.openxmlformats.org/drawingml/2006/main"/>
        </p:blipFill>
        <p:spPr>
          <a:xfrm xmlns:a="http://schemas.openxmlformats.org/drawingml/2006/main">
            <a:off x="2209198" y="1447800"/>
            <a:ext cx="7773605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C362-69EA-47EA-896A-25B9370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3FE8E-EBF1-4CA6-8DCC-DC1B3BA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29325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local run: 1 node, 4 MPI ranks × 2 OpenMP threads = 8 workers; graph data remains in the documented CSV files.</a:t>
            </a:r>
          </a:p>
        </p:txBody>
      </p:sp>
    </p:spTree>
    <p:extLst>
      <p:ext uri="{BB962C8B-B14F-4D97-AF65-F5344CB8AC3E}">
        <p14:creationId xmlns:p14="http://schemas.microsoft.com/office/powerpoint/2010/main" val="339644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2026-09-18T05:26:34.0920000Z</dcterms:created>
  <dcterms:modified xsi:type="dcterms:W3CDTF">2026-09-18T05:26:34.0920000Z</dcterms:modified>
</coreProperties>
</file>