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417c7b84974ade" /><Relationship Type="http://schemas.openxmlformats.org/officeDocument/2006/relationships/extended-properties" Target="/docProps/app.xml" Id="R036f3b9e57c04888" /><Relationship Type="http://schemas.openxmlformats.org/officeDocument/2006/relationships/officeDocument" Target="/ppt/presentation.xml" Id="R917d322a5d464f0a" /></Relationships>
</file>

<file path=ppt/presentation.xml><?xml version="1.0" encoding="utf-8"?>
<p:presentation xmlns:p="http://schemas.openxmlformats.org/presentationml/2006/main">
  <p:sldMasterIdLst>
    <p:sldMasterId xmlns:r="http://schemas.openxmlformats.org/officeDocument/2006/relationships" id="2147483648" r:id="R4c4539360b974bde"/>
  </p:sldMasterIdLst>
  <p:notesMasterIdLst>
    <p:notesMasterId xmlns:r="http://schemas.openxmlformats.org/officeDocument/2006/relationships" r:id="Rb8698fbe99814dee"/>
  </p:notesMasterIdLst>
  <p:sldIdLst>
    <p:sldId xmlns:r="http://schemas.openxmlformats.org/officeDocument/2006/relationships" id="256" r:id="Rfe24ff2f86304456"/>
    <p:sldId xmlns:r="http://schemas.openxmlformats.org/officeDocument/2006/relationships" id="257" r:id="R7e198ff2af4542df"/>
    <p:sldId xmlns:r="http://schemas.openxmlformats.org/officeDocument/2006/relationships" id="258" r:id="Rbbebc14f3b8a45dd"/>
    <p:sldId xmlns:r="http://schemas.openxmlformats.org/officeDocument/2006/relationships" id="259" r:id="Rad9051641b5e4fee"/>
    <p:sldId xmlns:r="http://schemas.openxmlformats.org/officeDocument/2006/relationships" id="260" r:id="R6e9c5174b9054213"/>
    <p:sldId xmlns:r="http://schemas.openxmlformats.org/officeDocument/2006/relationships" id="261" r:id="R1569694c71a246df"/>
    <p:sldId xmlns:r="http://schemas.openxmlformats.org/officeDocument/2006/relationships" id="262" r:id="R7a567182434a4f2f"/>
    <p:sldId xmlns:r="http://schemas.openxmlformats.org/officeDocument/2006/relationships" id="263" r:id="R68e8e8ebc03f488e"/>
    <p:sldId xmlns:r="http://schemas.openxmlformats.org/officeDocument/2006/relationships" id="264" r:id="Rdbef730ad4484b57"/>
    <p:sldId xmlns:r="http://schemas.openxmlformats.org/officeDocument/2006/relationships" id="265" r:id="Re7d3be4be77f4a3b"/>
    <p:sldId xmlns:r="http://schemas.openxmlformats.org/officeDocument/2006/relationships" id="266" r:id="R56ee0792f3444a80"/>
    <p:sldId xmlns:r="http://schemas.openxmlformats.org/officeDocument/2006/relationships" id="267" r:id="Re5ed6c1b68ba417e"/>
    <p:sldId xmlns:r="http://schemas.openxmlformats.org/officeDocument/2006/relationships" id="268" r:id="R3e30becf62ca4948"/>
    <p:sldId xmlns:r="http://schemas.openxmlformats.org/officeDocument/2006/relationships" id="269" r:id="Ra1d746821fe04e3b"/>
    <p:sldId xmlns:r="http://schemas.openxmlformats.org/officeDocument/2006/relationships" id="270" r:id="R1cc689b079294dac"/>
    <p:sldId xmlns:r="http://schemas.openxmlformats.org/officeDocument/2006/relationships" id="271" r:id="R35f6135225cc44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d28a6e6fb64672" /><Relationship Type="http://schemas.openxmlformats.org/officeDocument/2006/relationships/slideMaster" Target="/ppt/slideMasters/slideMaster1.xml" Id="R4c4539360b974bde" /><Relationship Type="http://schemas.openxmlformats.org/officeDocument/2006/relationships/notesMaster" Target="/ppt/notesMasters/notesMaster1.xml" Id="Rb8698fbe99814dee" /><Relationship Type="http://schemas.openxmlformats.org/officeDocument/2006/relationships/presProps" Target="/ppt/presProps.xml" Id="R2e7594004762472d" /><Relationship Type="http://schemas.openxmlformats.org/officeDocument/2006/relationships/tableStyles" Target="/ppt/tableStyles.xml" Id="R591b2df456f94b03" /><Relationship Type="http://schemas.openxmlformats.org/officeDocument/2006/relationships/slide" Target="/ppt/slides/slide1.xml" Id="Rfe24ff2f86304456" /><Relationship Type="http://schemas.openxmlformats.org/officeDocument/2006/relationships/slide" Target="/ppt/slides/slide2.xml" Id="R7e198ff2af4542df" /><Relationship Type="http://schemas.openxmlformats.org/officeDocument/2006/relationships/slide" Target="/ppt/slides/slide3.xml" Id="Rbbebc14f3b8a45dd" /><Relationship Type="http://schemas.openxmlformats.org/officeDocument/2006/relationships/slide" Target="/ppt/slides/slide4.xml" Id="Rad9051641b5e4fee" /><Relationship Type="http://schemas.openxmlformats.org/officeDocument/2006/relationships/slide" Target="/ppt/slides/slide5.xml" Id="R6e9c5174b9054213" /><Relationship Type="http://schemas.openxmlformats.org/officeDocument/2006/relationships/slide" Target="/ppt/slides/slide6.xml" Id="R1569694c71a246df" /><Relationship Type="http://schemas.openxmlformats.org/officeDocument/2006/relationships/slide" Target="/ppt/slides/slide7.xml" Id="R7a567182434a4f2f" /><Relationship Type="http://schemas.openxmlformats.org/officeDocument/2006/relationships/slide" Target="/ppt/slides/slide8.xml" Id="R68e8e8ebc03f488e" /><Relationship Type="http://schemas.openxmlformats.org/officeDocument/2006/relationships/slide" Target="/ppt/slides/slide9.xml" Id="Rdbef730ad4484b57" /><Relationship Type="http://schemas.openxmlformats.org/officeDocument/2006/relationships/slide" Target="/ppt/slides/slide10.xml" Id="Re7d3be4be77f4a3b" /><Relationship Type="http://schemas.openxmlformats.org/officeDocument/2006/relationships/slide" Target="/ppt/slides/slide11.xml" Id="R56ee0792f3444a80" /><Relationship Type="http://schemas.openxmlformats.org/officeDocument/2006/relationships/slide" Target="/ppt/slides/slide12.xml" Id="Re5ed6c1b68ba417e" /><Relationship Type="http://schemas.openxmlformats.org/officeDocument/2006/relationships/slide" Target="/ppt/slides/slide13.xml" Id="R3e30becf62ca4948" /><Relationship Type="http://schemas.openxmlformats.org/officeDocument/2006/relationships/slide" Target="/ppt/slides/slide14.xml" Id="Ra1d746821fe04e3b" /><Relationship Type="http://schemas.openxmlformats.org/officeDocument/2006/relationships/slide" Target="/ppt/slides/slide15.xml" Id="R1cc689b079294dac" /><Relationship Type="http://schemas.openxmlformats.org/officeDocument/2006/relationships/slide" Target="/ppt/slides/slide16.xml" Id="R35f6135225cc44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53d5ee71c847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8fc110d255474c" /><Relationship Type="http://schemas.openxmlformats.org/officeDocument/2006/relationships/notesMaster" Target="/ppt/notesMasters/notesMaster1.xml" Id="R2bceb43e4444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51fd37ff8d4050" /><Relationship Type="http://schemas.openxmlformats.org/officeDocument/2006/relationships/notesMaster" Target="/ppt/notesMasters/notesMaster1.xml" Id="R33b0afe186f74a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40ac95aec42c1" /><Relationship Type="http://schemas.openxmlformats.org/officeDocument/2006/relationships/notesMaster" Target="/ppt/notesMasters/notesMaster1.xml" Id="R5ebd917f8d684b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82ea23c2354893" /><Relationship Type="http://schemas.openxmlformats.org/officeDocument/2006/relationships/notesMaster" Target="/ppt/notesMasters/notesMaster1.xml" Id="R9707e732fc2e43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a48e4b7aa24499" /><Relationship Type="http://schemas.openxmlformats.org/officeDocument/2006/relationships/notesMaster" Target="/ppt/notesMasters/notesMaster1.xml" Id="R94cc022dc3554d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81f128ef864108" /><Relationship Type="http://schemas.openxmlformats.org/officeDocument/2006/relationships/notesMaster" Target="/ppt/notesMasters/notesMaster1.xml" Id="R5ab039b0acb641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6991167a7436a" /><Relationship Type="http://schemas.openxmlformats.org/officeDocument/2006/relationships/notesMaster" Target="/ppt/notesMasters/notesMaster1.xml" Id="Rdd872a6fdb984c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f137380b1b4e87" /><Relationship Type="http://schemas.openxmlformats.org/officeDocument/2006/relationships/notesMaster" Target="/ppt/notesMasters/notesMaster1.xml" Id="Rc94dbe3673744d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50c59a2b2a48ab" /><Relationship Type="http://schemas.openxmlformats.org/officeDocument/2006/relationships/notesMaster" Target="/ppt/notesMasters/notesMaster1.xml" Id="R8ab09675a5084b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d06a41ccce4d19" /><Relationship Type="http://schemas.openxmlformats.org/officeDocument/2006/relationships/notesMaster" Target="/ppt/notesMasters/notesMaster1.xml" Id="Rf8a1ec9ae75a4a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f3ddb510a84055" /><Relationship Type="http://schemas.openxmlformats.org/officeDocument/2006/relationships/notesMaster" Target="/ppt/notesMasters/notesMaster1.xml" Id="R0d98917b908c4d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c2701d2aa348b7" /><Relationship Type="http://schemas.openxmlformats.org/officeDocument/2006/relationships/notesMaster" Target="/ppt/notesMasters/notesMaster1.xml" Id="R0fa2e59269fb43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102c95a2284a02" /><Relationship Type="http://schemas.openxmlformats.org/officeDocument/2006/relationships/notesMaster" Target="/ppt/notesMasters/notesMaster1.xml" Id="Rfa79d580111a4f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4de6ca8d7e4048" /><Relationship Type="http://schemas.openxmlformats.org/officeDocument/2006/relationships/notesMaster" Target="/ppt/notesMasters/notesMaster1.xml" Id="R1bc94985c81841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d1311baf7c44b3" /><Relationship Type="http://schemas.openxmlformats.org/officeDocument/2006/relationships/notesMaster" Target="/ppt/notesMasters/notesMaster1.xml" Id="R13ce49a4069a4a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6cc626e4864075" /><Relationship Type="http://schemas.openxmlformats.org/officeDocument/2006/relationships/notesMaster" Target="/ppt/notesMasters/notesMaster1.xml" Id="Rf293818162cd4d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3-6 verifies setup, Task 1 configuration and execution, and Task 2 configuration;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evidence/screenshots/caas_task1_job_configuration.jpg. Authentic Task 1 SLURM job configuration. It documents the requested two nodes, eight MPI tasks, four tasks per node, compilation command, and srun invocation.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evidence/screenshots/caas_task1_two_node_execution_with_line_count.jpg. Authentic two-node CAAS Task 1 functional run at n = 10,000. It verifies allocation of student-caas-n03 and student-caas-n04, eight MPI ranks, the correct 1,229-prime result, sorted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evidence/screenshots/caas_task2_job_configuration.jpg. Authentic Task 2 hybrid SLURM job configuration. It documents the requested two nodes, four MPI tasks, two tasks per node, four CPUs per task, OMP_NUM_THREADS export, and srun invocation. It does not demonstrate a completed CAAS Task 2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036ce2f6ab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db8a1b7092474d" /><Relationship Type="http://schemas.openxmlformats.org/officeDocument/2006/relationships/slideLayout" Target="/ppt/slideLayouts/slideLayout1.xml" Id="R2f2ccd323c3d4b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2ccd323c3d4b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c67cfd95b14c3b" /><Relationship Type="http://schemas.openxmlformats.org/officeDocument/2006/relationships/notesSlide" Target="/ppt/notesSlides/notesSlide1.xml" Id="R8c2dd681a11140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d9e784a35f47b0" /><Relationship Type="http://schemas.openxmlformats.org/officeDocument/2006/relationships/notesSlide" Target="/ppt/notesSlides/notesSlide2.xml" Id="Rff4a3ce5b24348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5d262e654a4cf2" /><Relationship Type="http://schemas.openxmlformats.org/officeDocument/2006/relationships/notesSlide" Target="/ppt/notesSlides/notesSlide3.xml" Id="R516af63eda9845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10d48c1bae47e2" /><Relationship Type="http://schemas.openxmlformats.org/officeDocument/2006/relationships/chart" Target="/ppt/slides/charts/chart1.xml" Id="Re7b2edff003a4ef0" /><Relationship Type="http://schemas.openxmlformats.org/officeDocument/2006/relationships/notesSlide" Target="/ppt/notesSlides/notesSlide4.xml" Id="Rd73ba7fbc50d4a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8c7f912c6e42c8" /><Relationship Type="http://schemas.openxmlformats.org/officeDocument/2006/relationships/chart" Target="/ppt/slides/charts/chart2.xml" Id="R2720fb6b84834eeb" /><Relationship Type="http://schemas.openxmlformats.org/officeDocument/2006/relationships/notesSlide" Target="/ppt/notesSlides/notesSlide5.xml" Id="R7fb89c8e219345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57c5ca831d44eb" /><Relationship Type="http://schemas.openxmlformats.org/officeDocument/2006/relationships/chart" Target="/ppt/slides/charts/chart3.xml" Id="Ra98a6c41a1ca42ed" /><Relationship Type="http://schemas.openxmlformats.org/officeDocument/2006/relationships/chart" Target="/ppt/slides/charts/chart4.xml" Id="R29acba26cc0a4229" /><Relationship Type="http://schemas.openxmlformats.org/officeDocument/2006/relationships/notesSlide" Target="/ppt/notesSlides/notesSlide6.xml" Id="R22c786ad6c624f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8dca6405bd43f2" /><Relationship Type="http://schemas.openxmlformats.org/officeDocument/2006/relationships/notesSlide" Target="/ppt/notesSlides/notesSlide7.xml" Id="R45e01f0eec8e4d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659baf9c10478a" /><Relationship Type="http://schemas.openxmlformats.org/officeDocument/2006/relationships/chart" Target="/ppt/slides/charts/chart5.xml" Id="R945d28111c6648cf" /><Relationship Type="http://schemas.openxmlformats.org/officeDocument/2006/relationships/chart" Target="/ppt/slides/charts/chart6.xml" Id="R41ae971c8a9b4f85" /><Relationship Type="http://schemas.openxmlformats.org/officeDocument/2006/relationships/notesSlide" Target="/ppt/notesSlides/notesSlide8.xml" Id="R57adc4bd3ab644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65423ae84c438a" /><Relationship Type="http://schemas.openxmlformats.org/officeDocument/2006/relationships/chart" Target="/ppt/slides/charts/chart7.xml" Id="Rc5c3ff002cf2466c" /><Relationship Type="http://schemas.openxmlformats.org/officeDocument/2006/relationships/notesSlide" Target="/ppt/notesSlides/notesSlide9.xml" Id="Rb1f7635e889041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19a7fc14504f39" /><Relationship Type="http://schemas.openxmlformats.org/officeDocument/2006/relationships/notesSlide" Target="/ppt/notesSlides/notesSlide10.xml" Id="Re66a563dbefa4d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cd003b1ad04ef1" /><Relationship Type="http://schemas.openxmlformats.org/officeDocument/2006/relationships/notesSlide" Target="/ppt/notesSlides/notesSlide11.xml" Id="Rd80c54c57b4c47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3c6690fe6b40ce" /><Relationship Type="http://schemas.openxmlformats.org/officeDocument/2006/relationships/image" Target="/ppt/media/image.jpeg" Id="R026bc60887d74256" /><Relationship Type="http://schemas.openxmlformats.org/officeDocument/2006/relationships/notesSlide" Target="/ppt/notesSlides/notesSlide12.xml" Id="Rb254aa0be64e47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bd1d04f57b40ba" /><Relationship Type="http://schemas.openxmlformats.org/officeDocument/2006/relationships/image" Target="/ppt/media/image2.jpeg" Id="Rc21b02543ae74160" /><Relationship Type="http://schemas.openxmlformats.org/officeDocument/2006/relationships/notesSlide" Target="/ppt/notesSlides/notesSlide13.xml" Id="Rda5e7b9e75fb49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986e9daefb4ea0" /><Relationship Type="http://schemas.openxmlformats.org/officeDocument/2006/relationships/image" Target="/ppt/media/image3.jpeg" Id="R01da50a220374509" /><Relationship Type="http://schemas.openxmlformats.org/officeDocument/2006/relationships/notesSlide" Target="/ppt/notesSlides/notesSlide14.xml" Id="Rae55c3932da14f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b3f5e9d10f42ac" /><Relationship Type="http://schemas.openxmlformats.org/officeDocument/2006/relationships/image" Target="/ppt/media/image4.jpeg" Id="R09081eff16fc4a6a" /><Relationship Type="http://schemas.openxmlformats.org/officeDocument/2006/relationships/notesSlide" Target="/ppt/notesSlides/notesSlide15.xml" Id="Rc4a06083aa8d4b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b16be01bfa45bb" /><Relationship Type="http://schemas.openxmlformats.org/officeDocument/2006/relationships/notesSlide" Target="/ppt/notesSlides/notesSlide16.xml" Id="R04c5cf5e568348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Cache>
            </c:numRef>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Cache>
            </c:numRef>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Data'!$E$2:$E$31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Data'!$F$2:$F$31</c:f>
              <c:numCache>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Cache>
            </c:numRef>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0.98963</c:v>
                </c:pt>
                <c:pt idx="1">
                  <c:v>1.878171</c:v>
                </c:pt>
                <c:pt idx="2">
                  <c:v>3.378454</c:v>
                </c:pt>
                <c:pt idx="3">
                  <c:v>4.618865</c:v>
                </c:pt>
                <c:pt idx="4">
                  <c:v>6.015093</c:v>
                </c:pt>
              </c:numCache>
            </c:numRef>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0.0x</c:formatCode>
                <c:ptCount val="5"/>
                <c:pt idx="0">
                  <c:v>1.004932</c:v>
                </c:pt>
                <c:pt idx="1">
                  <c:v>1.550188</c:v>
                </c:pt>
                <c:pt idx="2">
                  <c:v>2.693979</c:v>
                </c:pt>
                <c:pt idx="3">
                  <c:v>4.337217</c:v>
                </c:pt>
                <c:pt idx="4">
                  <c:v>7.075541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Data'!$B$2:$B$17</c:f>
              <c:numCache>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Cache>
            </c:numRef>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Ref>
              <c:f>'Chart Data'!$C$2:$C$17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Data'!$D$2:$D$17</c:f>
              <c:numCache>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1.012295</c:v>
                </c:pt>
                <c:pt idx="1">
                  <c:v>1.530386</c:v>
                </c:pt>
                <c:pt idx="2">
                  <c:v>2.386353</c:v>
                </c:pt>
                <c:pt idx="3">
                  <c:v>2.358109</c:v>
                </c:pt>
                <c:pt idx="4">
                  <c:v>2.245111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Data'!$A$2:$A$6</c:f>
              <c:strCache>
                <c:ptCount val="5"/>
                <c:pt idx="0">
                  <c:v>1×1</c:v>
                </c:pt>
                <c:pt idx="1">
                  <c:v>2×1</c:v>
                </c:pt>
                <c:pt idx="2">
                  <c:v>2×2</c:v>
                </c:pt>
                <c:pt idx="3">
                  <c:v>4×2</c:v>
                </c:pt>
                <c:pt idx="4">
                  <c:v>4×4</c:v>
                </c:pt>
              </c:strCache>
            </c:strRef>
          </c:cat>
          <c:val>
            <c:numRef>
              <c:f>'Chart Data'!$B$2:$B$6</c:f>
              <c:numCache>
                <c:formatCode>0.0x</c:formatCode>
                <c:ptCount val="5"/>
                <c:pt idx="0">
                  <c:v>0.996865</c:v>
                </c:pt>
                <c:pt idx="1">
                  <c:v>1.91408</c:v>
                </c:pt>
                <c:pt idx="2">
                  <c:v>3.515055</c:v>
                </c:pt>
                <c:pt idx="3">
                  <c:v>5.15</c:v>
                </c:pt>
                <c:pt idx="4">
                  <c:v>8.030471</c:v>
                </c:pt>
              </c:numCache>
            </c:numRef>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Ref>
              <c:f>'Chart Data'!$C$2:$C$6</c:f>
              <c:strCache>
                <c:ptCount val="5"/>
                <c:pt idx="0">
                  <c:v>1×1</c:v>
                </c:pt>
                <c:pt idx="1">
                  <c:v>2×1</c:v>
                </c:pt>
                <c:pt idx="2">
                  <c:v>2×2</c:v>
                </c:pt>
                <c:pt idx="3">
                  <c:v>4×2</c:v>
                </c:pt>
                <c:pt idx="4">
                  <c:v>4×4</c:v>
                </c:pt>
              </c:strCache>
            </c:strRef>
          </c:cat>
          <c:val>
            <c:numRef>
              <c:f>'Chart Data'!$D$2:$D$6</c:f>
              <c:numCache>
                <c:formatCode>0.0x</c:formatCode>
                <c:ptCount val="5"/>
                <c:pt idx="0">
                  <c:v>1.003352</c:v>
                </c:pt>
                <c:pt idx="1">
                  <c:v>1.547751</c:v>
                </c:pt>
                <c:pt idx="2">
                  <c:v>2.689743</c:v>
                </c:pt>
                <c:pt idx="3">
                  <c:v>4.330398</c:v>
                </c:pt>
                <c:pt idx="4">
                  <c:v>7.064416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Data'!$A$2:$A$8</c:f>
              <c:strCache>
                <c:ptCount val="7"/>
                <c:pt idx="0">
                  <c:v>1×1</c:v>
                </c:pt>
                <c:pt idx="1">
                  <c:v>2×1</c:v>
                </c:pt>
                <c:pt idx="2">
                  <c:v>2×2</c:v>
                </c:pt>
                <c:pt idx="3">
                  <c:v>4×2</c:v>
                </c:pt>
                <c:pt idx="4">
                  <c:v>4×4</c:v>
                </c:pt>
                <c:pt idx="5">
                  <c:v>4×8</c:v>
                </c:pt>
                <c:pt idx="6">
                  <c:v>4×16</c:v>
                </c:pt>
              </c:strCache>
            </c:strRef>
          </c:cat>
          <c:val>
            <c:numRef>
              <c:f>'Chart Data'!$B$2:$B$8</c:f>
              <c:numCache>
                <c:formatCode>0.0x</c:formatCode>
                <c:ptCount val="7"/>
                <c:pt idx="0">
                  <c:v>0.996865</c:v>
                </c:pt>
                <c:pt idx="1">
                  <c:v>1.91408</c:v>
                </c:pt>
                <c:pt idx="2">
                  <c:v>3.515055</c:v>
                </c:pt>
                <c:pt idx="3">
                  <c:v>5.15</c:v>
                </c:pt>
                <c:pt idx="4">
                  <c:v>8.030471</c:v>
                </c:pt>
                <c:pt idx="5">
                  <c:v>7.935425</c:v>
                </c:pt>
                <c:pt idx="6">
                  <c:v>7.555168</c:v>
                </c:pt>
              </c:numCache>
            </c:numRef>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Ref>
              <c:f>'Chart Data'!$C$2:$C$8</c:f>
              <c:strCache>
                <c:ptCount val="7"/>
                <c:pt idx="0">
                  <c:v>1×1</c:v>
                </c:pt>
                <c:pt idx="1">
                  <c:v>2×1</c:v>
                </c:pt>
                <c:pt idx="2">
                  <c:v>2×2</c:v>
                </c:pt>
                <c:pt idx="3">
                  <c:v>4×2</c:v>
                </c:pt>
                <c:pt idx="4">
                  <c:v>4×4</c:v>
                </c:pt>
                <c:pt idx="5">
                  <c:v>4×8</c:v>
                </c:pt>
                <c:pt idx="6">
                  <c:v>4×16</c:v>
                </c:pt>
              </c:strCache>
            </c:strRef>
          </c:cat>
          <c:val>
            <c:numRef>
              <c:f>'Chart Data'!$D$2:$D$8</c:f>
              <c:numCache>
                <c:formatCode>0.0x</c:formatCode>
                <c:ptCount val="7"/>
                <c:pt idx="0">
                  <c:v>1</c:v>
                </c:pt>
                <c:pt idx="1">
                  <c:v>1.966521</c:v>
                </c:pt>
                <c:pt idx="2">
                  <c:v>3.805633</c:v>
                </c:pt>
                <c:pt idx="3">
                  <c:v>7.148145</c:v>
                </c:pt>
                <c:pt idx="4">
                  <c:v>12.745273</c:v>
                </c:pt>
                <c:pt idx="5">
                  <c:v>20.945709</c:v>
                </c:pt>
                <c:pt idx="6">
                  <c:v>30.879939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A894F1-B751-42C9-96BF-CA95B556753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FBA516DB-8312-4516-AE24-33E44C0C22E6}"/>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1AABEB6A-40DA-4E70-8B98-A25D8CCE50F0}"/>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F68EC451-4FDC-4D9B-880A-1B4DB5AA10A0}"/>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3EDA32EE-7D7D-439D-8778-BF1C999F7357}"/>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504AD6E9-9651-4164-BB38-9C7631A321C0}"/>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D6B7DE56-53E0-442F-B0E3-F668AC717CCF}"/>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D4DD46AF-6C6B-45CE-916B-0409390EE8B2}"/>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211812596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A397F9A-E1EE-49EE-98E7-059AE73EE92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E77EE3D9-17A5-48DB-8109-74C0EBBCFEB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7CE7E81-24AC-406D-9487-8EEF9C082BE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68E9E5CE-E78F-422A-BBAC-A96467F7565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C700405E-345E-49B4-813A-57E08F01FF49}"/>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B6DFB0D2-CFD5-498D-A4AE-F06C66BAB62C}"/>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116A8F07-51C4-49F5-A9EF-FD7A37A37237}"/>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FFE5B9FC-3A6A-4C00-BDF6-021120ADE885}"/>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10ACE31E-7999-411C-8AA8-B3DE7492DE85}"/>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74F33D70-A743-4F4C-890B-EDE1E2B58731}"/>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31A5A0CA-D403-47AA-B207-D3F723A758AB}"/>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DEC680AF-F0BA-4CDF-A801-495616B2E64E}"/>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84E2623A-C06F-4493-B812-2854380368CA}"/>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C70F5DC1-2246-4E4F-A632-D5B66777CE56}"/>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65E5AAC6-3775-4AB2-8E48-23F07835959F}"/>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FA593FC6-4FD1-43C6-AE80-762A761F0EA9}"/>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43A6950B-7E5A-4E6E-AC7D-4FBBA6AD9740}"/>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365EF5BA-2DC7-47E0-A4FE-CEEFCD54C35C}"/>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427F119C-A92B-48EA-BC43-2670277DD51D}"/>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6B12B32E-7816-467B-8CDC-5C15B119FF35}"/>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0AD0627F-7C65-43B8-8964-ED272915CB40}"/>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35F0B2B8-EBAC-4E64-8B40-AA96D5E17CC6}"/>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55453A56-A67D-4C45-B7BD-E0A1AA9B5A9A}"/>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701445E2-31A7-4F3C-B1EA-014292DDC35F}"/>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041D4AB8-617C-466F-B6CA-0AAE86D78802}"/>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096B43F1-F912-495E-B49B-0036A2A8E440}"/>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D84314D1-E8D7-4FED-B73A-74526983891B}"/>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71BEF019-0749-4D66-A48A-AF60FBFF87B9}"/>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381350A8-09FF-49C2-8E97-568B0F85D707}"/>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129376416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54F58C3-BB1C-436A-8966-DAA6C77CDFD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4C74D39-6D8A-405B-975B-D58CD0291F86}"/>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141E9D3E-8492-44FB-BBDA-595E61DF8BC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FFF0A74B-1C96-499A-AE26-76E2B6C4486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E93902EE-6C51-43A3-BC99-B06E2725523F}"/>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13B71AD4-2E72-42EA-B144-91380BA241BD}"/>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E5B7B7E7-143B-47E9-A6B5-3907B529DCB8}"/>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8458636B-850F-431F-BA55-9E0B032813C5}"/>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AECD334D-71CB-47AB-B58F-791661CBE374}"/>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ADCC39F4-33F3-460A-892A-A3F162A28791}"/>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EEFFF1F5-2846-475E-AB78-FFD6B69FF10E}"/>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27A9B6A8-68D8-46B6-94C2-688D31D5784D}"/>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A1E4B45A-7DE2-4F3B-AE82-F8D73ACA6328}"/>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6C536A2D-61D0-4B92-8756-D404E17DB987}"/>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12559FD6-ACC5-4F82-8B16-58BD27325D77}"/>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D58CE835-73ED-495A-A0E2-DFD1CB2390E7}"/>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76B29AFB-91A3-4574-9DA3-6EA4A28D9878}"/>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939EEEAA-C60A-4A2E-9B36-9B52A87B0A64}"/>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CEECF378-B264-4E57-8DB6-7DE66D046221}"/>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3E7871EB-CA75-4146-A931-45ED499D7BC6}"/>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70AD2039-B162-4C38-91E9-C65F6C2F75D5}"/>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BF0D4EA4-FD28-471A-84CD-A23E25186B31}"/>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DAF42D24-0909-45CA-A411-8E32F4572D62}"/>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BDDCB151-0FBE-4BE6-93F7-F68D2767E6C6}"/>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D4D484FB-0171-45A1-9CAF-22C98C0DE2CE}"/>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85F2FEAA-2098-44AB-833D-110E1CCBD804}"/>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18DA338F-AC89-4BC6-A50C-8FBCBC1BF190}"/>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8B2FB4A5-4167-4EB8-AA57-819722302242}"/>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4213E155-F88F-482B-B333-BC45D439C9D6}"/>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8ACD8753-0A9C-4F78-B115-2DCD19C01F1C}"/>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537F112B-EDC7-4B1C-846C-3C3E6005860A}"/>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9AE27266-A00D-4F2B-9C0E-1C82996C0C59}"/>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BBD620EB-E1D1-4227-948E-103359FED214}"/>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2664D820-7957-4212-AD18-4BA3A4DF2B92}"/>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82D8E31F-5423-4B48-8E41-F0452B3E262C}"/>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99B8A4FA-27E8-4AB6-9A32-B67FABDB5160}"/>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1494532D-1987-46FD-AA3C-D3D2DD4DF540}"/>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ED006B84-A96E-499E-A845-74C388C54D0F}"/>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EC9B2480-33A0-4FBA-8671-5911B468A6F2}"/>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F4405964-B965-4665-9B6D-5680240F3273}"/>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441409996"/>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09F6C8-A24A-4DBF-AA00-757427AB96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C396C3B-61CF-419D-936B-34FDA1F8697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7BB52CDE-2E3E-4C5C-ABC1-D73599065E5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49CCE6FA-B0D6-48B7-9952-62BFB3AD036C}"/>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e7b2edff003a4ef0"/>
          </a:graphicData>
        </a:graphic>
      </p:graphicFrame>
      <p:sp>
        <p:nvSpPr>
          <p:cNvPr id="6" name="">
            <a:extLst xmlns:a="http://schemas.openxmlformats.org/drawingml/2006/main">
              <a:ext uri="{FF2B5EF4-FFF2-40B4-BE49-F238E27FC236}">
                <a16:creationId xmlns:a16="http://schemas.microsoft.com/office/drawing/2014/main" id="{C70F90B6-CB52-4321-83F4-F1D37EA7DAB9}"/>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66BE7979-0309-4086-99B5-2FEB99A8A68E}"/>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715319804"/>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57026-7FF4-41EA-8B95-FED2DC83692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59F78A2-2E8A-4868-A35D-A22552CE1E1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975C0A00-8E72-42D8-A092-4F2BDB34365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31DB4CC7-56FC-46C8-9183-5E309DC597B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2720fb6b84834eeb"/>
          </a:graphicData>
        </a:graphic>
      </p:graphicFrame>
      <p:sp>
        <p:nvSpPr>
          <p:cNvPr id="6" name="">
            <a:extLst xmlns:a="http://schemas.openxmlformats.org/drawingml/2006/main">
              <a:ext uri="{FF2B5EF4-FFF2-40B4-BE49-F238E27FC236}">
                <a16:creationId xmlns:a16="http://schemas.microsoft.com/office/drawing/2014/main" id="{43A16A0B-DF79-4DF7-AF41-5F60E3956A72}"/>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0DEDF18B-115C-4434-873A-461A62B939DC}"/>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179441886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C08E43-FA35-4AAF-95E1-9949779DF33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267DF97-4848-42E3-BADA-F105D6691615}"/>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7B0E73E1-C0FA-44D4-B64F-CA1C2A54210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16E5355A-DD19-4D0D-9445-8CB838DDE10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a98a6c41a1ca42ed"/>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29acba26cc0a4229"/>
          </a:graphicData>
        </a:graphic>
      </p:graphicFrame>
      <p:sp>
        <p:nvSpPr>
          <p:cNvPr id="7" name="">
            <a:extLst xmlns:a="http://schemas.openxmlformats.org/drawingml/2006/main">
              <a:ext uri="{FF2B5EF4-FFF2-40B4-BE49-F238E27FC236}">
                <a16:creationId xmlns:a16="http://schemas.microsoft.com/office/drawing/2014/main" id="{BECD5C75-3A5E-48FB-BC14-57EC45F1BA71}"/>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CBC56CE8-C88A-44CD-A269-528B498F0D9D}"/>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34888887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AF6014B-D74A-496B-8078-567B834CB58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1E6C1E6-73D7-4F04-8BD6-877A0B557C59}"/>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519DDE02-317C-447E-A016-6ACA08EFFD6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76B13B87-25D6-465B-9244-AC41499A3D1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CA7F404E-6701-403F-AA62-7C87C7F9D7CF}"/>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1CF979FB-6303-4119-8A0E-9A38EBD26FF1}"/>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FDED5502-5FEB-46E9-82F8-471EC8DB42A9}"/>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398B1C14-15C3-4A35-8FE7-CAA4A55E97E4}"/>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A3A73575-E408-4B6D-AAE6-8B4C7FD638AF}"/>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6B975890-4C87-4997-96B3-4D96E7A19908}"/>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5B76215A-AECF-4428-9ACE-1919BBA8762E}"/>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5EBD9723-9E07-4257-8EE7-702FF19C4EC0}"/>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EA3E3962-5A4F-4E64-B95A-73144F28FF2D}"/>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777DEEC3-704D-4BCA-9983-4384418C29D8}"/>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76ECFFDC-3A17-4F46-AF03-F51489BF2534}"/>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374ED8A4-4B5F-4D75-A41B-F49DB91E9AB4}"/>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05C816C7-E33B-40D9-93F1-C2FFF5AB8B8C}"/>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92B5E21D-B0C1-40B1-8D63-A8FB4B42AE00}"/>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6B5210E5-6469-4C60-B68A-8058A0370D09}"/>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C82C0533-1C9A-448E-9A5C-C85063AA7DE9}"/>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B7720B8A-F406-4663-87FC-F82A59B57954}"/>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CF5EE7A3-DE65-411D-BADF-A2BF06287F2B}"/>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8A62AA4A-4CDB-45AE-9B06-C754D2D98FA2}"/>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FB01C56A-7A43-402F-90A3-4759ED88E6A5}"/>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76AB41AE-1259-4E4A-BE7C-C1A761DDB167}"/>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A7B61CB6-529A-4B88-98D5-F44988767EC8}"/>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70BDB332-4813-41F6-B8D3-7AA66AB2081C}"/>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217C09FB-7C56-4AC7-AE27-0B80BA745A1A}"/>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409D1D27-A409-47B3-AA36-0908B2E0D703}"/>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BD081BAD-AA1E-411D-B266-FA311F553226}"/>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E3E29E47-2BF7-43B3-8E71-15103C403BDF}"/>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9EC6BA46-75D1-49C8-BFAF-370C174753E7}"/>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1735521841"/>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D8F5D6-6136-4AEA-B6B7-13E712020DB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F0514C93-F8A1-4277-AE71-7285C5F3931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4818DD88-1A9F-4AFD-A44F-1405DE475CF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972BC166-645B-4125-B41D-C410AB01485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945d28111c6648cf"/>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41ae971c8a9b4f85"/>
          </a:graphicData>
        </a:graphic>
      </p:graphicFrame>
      <p:sp>
        <p:nvSpPr>
          <p:cNvPr id="7" name="">
            <a:extLst xmlns:a="http://schemas.openxmlformats.org/drawingml/2006/main">
              <a:ext uri="{FF2B5EF4-FFF2-40B4-BE49-F238E27FC236}">
                <a16:creationId xmlns:a16="http://schemas.microsoft.com/office/drawing/2014/main" id="{61D93E63-6B3C-4004-90AC-5ABA5A9E9223}"/>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F5A89365-A355-4C08-94CB-03DB21CF5AFF}"/>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18119155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B76D34-E584-419E-AF03-A91A8ACF5CE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57B61C5-EC2C-444C-A78A-0ABC656AF07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811912D-1CAA-4703-96A6-45071EC092A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B18C01C6-25A1-40F7-A4D0-1C94B5A321A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c5c3ff002cf2466c"/>
          </a:graphicData>
        </a:graphic>
      </p:graphicFrame>
      <p:sp>
        <p:nvSpPr>
          <p:cNvPr id="6" name="">
            <a:extLst xmlns:a="http://schemas.openxmlformats.org/drawingml/2006/main">
              <a:ext uri="{FF2B5EF4-FFF2-40B4-BE49-F238E27FC236}">
                <a16:creationId xmlns:a16="http://schemas.microsoft.com/office/drawing/2014/main" id="{E17A345A-4E96-4232-AA45-FB69B3A400F8}"/>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C9EB0895-6EEB-431C-807E-DD7F2CDC84CB}"/>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609A9E56-9614-4CAD-BA59-F16DBC9E0492}"/>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BA59F8CB-7255-4A59-B327-C102315E42EA}"/>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6CB778F3-9F75-4298-8E25-1CCB8E530BCA}"/>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0FF57B4A-E6CC-4592-8325-F9C141F4DE67}"/>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828B3DB6-E733-4DA1-B572-0F3F3E999CA7}"/>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17722254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875940-193C-4908-808C-4D1DB27DFD3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A1CF1C9-043E-4F0E-9D4F-2CF23974168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E99B30F8-A81F-4136-9875-ABBD8B45C40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3E8AB11E-F111-4FD4-9E4B-59F69D8DC62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8375A6B5-8F70-4FE1-B78F-48DAD7CE277A}"/>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D21D57E-D705-4A71-B8C8-35DC00F57FB6}"/>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5A9ACA7-D48B-486B-BF0A-A7AAC5F2C358}"/>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8282ED16-83AD-4BA3-A94C-3DCB1BA621AC}"/>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BFC12DEB-D151-4B6C-A9F0-72EB0FF5C8AD}"/>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3630C4B3-E315-4275-8730-3CE3D7356761}"/>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407215466"/>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00525C-272D-49B6-A643-DB80CE9AFE0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23A1AFA3-10E3-4181-B086-D302E794FE0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A0ACCCB-BCC8-4C61-9A64-951FD36BFA18}"/>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3995F029-88A9-47EC-946A-4EDC0D51721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5B784508-C680-49B9-985A-A6BE4B1FB1C3}"/>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7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3-6: setup, Task 1 config/run, Task 2 config</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CF589D7-CCEF-4F51-8F42-54641AAD6016}"/>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BF9FF585-03A8-46AA-BF9E-8CF8C09F38DC}"/>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1801376873"/>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907AD3-FD59-4A1C-AA7E-EA5599945A3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D6D82EF8-54A2-423F-9E08-1D9A519BDBC4}"/>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58EE6971-FD1E-4FFE-B09D-EB1AE7433E3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BC987E73-FF52-4D37-8CB6-F339AFCA98D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69BA13DB-3997-4DFC-A435-CA79223D3C58}"/>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6bc60887d74256"/>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985B25D-3F8D-4CCB-9971-2CE399396C5E}"/>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5FC18636-641F-492B-B17B-38DAA6C195C6}"/>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FA84CCAE-D7D1-4B94-AA69-7CC7C883E0E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CBB29667-C7F4-40F2-9787-FAC0546014B2}"/>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C6B6241E-3654-4F05-9A47-3F8693F517E4}"/>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Task 1 job configuration and functional run in Appendices 4-5.</a:t>
            </a:r>
          </a:p>
        </p:txBody>
      </p:sp>
    </p:spTree>
    <p:extLst>
      <p:ext uri="{BB962C8B-B14F-4D97-AF65-F5344CB8AC3E}">
        <p14:creationId xmlns:p14="http://schemas.microsoft.com/office/powerpoint/2010/main" val="1933566207"/>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1C9D32-1305-4180-8216-B518CD28C81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5013AB1E-E348-498B-8424-BF6B78BEAAD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5F92EA5-254F-4B99-A36E-646F9601623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1 job configuration</a:t>
            </a:r>
          </a:p>
        </p:txBody>
      </p:sp>
      <p:sp>
        <p:nvSpPr>
          <p:cNvPr id="4" name="">
            <a:extLst xmlns:a="http://schemas.openxmlformats.org/drawingml/2006/main">
              <a:ext uri="{FF2B5EF4-FFF2-40B4-BE49-F238E27FC236}">
                <a16:creationId xmlns:a16="http://schemas.microsoft.com/office/drawing/2014/main" id="{AF3E7551-2D5E-42F2-A51B-B93DA22FA64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9222B65D-04C7-4E62-AD58-3B32D92828FD}"/>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Task 1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21b02543ae74160"/>
          <a:stretch xmlns:a="http://schemas.openxmlformats.org/drawingml/2006/main"/>
        </p:blipFill>
        <p:spPr>
          <a:xfrm xmlns:a="http://schemas.openxmlformats.org/drawingml/2006/main">
            <a:off x="552450" y="2048547"/>
            <a:ext cx="6191250" cy="32752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386642-8BAF-432D-941C-6D173908E8C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BD5061F1-02E3-4EC8-9801-A723733E9CD9}"/>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5C589798-7581-4A20-8A01-938E2E3AF88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8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per node, 1 CPU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Open MPI module loaded before compilation</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srun executes Task 1 at n = 10,000</a:t>
            </a:r>
          </a:p>
        </p:txBody>
      </p:sp>
      <p:sp>
        <p:nvSpPr>
          <p:cNvPr id="10" name="">
            <a:extLst xmlns:a="http://schemas.openxmlformats.org/drawingml/2006/main">
              <a:ext uri="{FF2B5EF4-FFF2-40B4-BE49-F238E27FC236}">
                <a16:creationId xmlns:a16="http://schemas.microsoft.com/office/drawing/2014/main" id="{AFFBABE2-610F-484C-A79F-4781AFB470BA}"/>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7E58F5E9-BF57-4ED7-AFF7-E4381948E9B2}"/>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Configuration evidence for the submitted CAAS Task 1 run shown in Appendix 5.</a:t>
            </a:r>
          </a:p>
        </p:txBody>
      </p:sp>
    </p:spTree>
    <p:extLst>
      <p:ext uri="{BB962C8B-B14F-4D97-AF65-F5344CB8AC3E}">
        <p14:creationId xmlns:p14="http://schemas.microsoft.com/office/powerpoint/2010/main" val="2107408074"/>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5EC891-3F33-429E-91CE-66976BECAB7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8C10B7B3-BCF9-42C9-A9C0-978660A0E213}"/>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CF5E05C-21C3-4047-B7CA-4BDC8472FD7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E0B3EF7D-F69F-4F02-895F-AC165F72B0ED}"/>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6159E4CF-AEBC-4E7A-AC28-2F8E5573D696}"/>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1da50a220374509"/>
          <a:stretch xmlns:a="http://schemas.openxmlformats.org/drawingml/2006/main"/>
        </p:blipFill>
        <p:spPr>
          <a:xfrm xmlns:a="http://schemas.openxmlformats.org/drawingml/2006/main">
            <a:off x="1486822" y="1447800"/>
            <a:ext cx="4322506"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A55624-5B1E-4EE1-A9BB-9C6CA8CEB039}"/>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78C5648A-1728-4E4A-88DC-C945F3FE9072}"/>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1125F499-DE4D-4C51-8888-0D315471E971}"/>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37F7DE98-B4FF-470F-ACA9-68B163083DEF}"/>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150A3C01-2B60-45BC-A777-5CACBCC2BA95}"/>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243113985"/>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1A3E01-F9CA-4E8E-AE3F-D3D926A889B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B0D078A6-8019-416A-9E27-2C3F40BA79D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758BCD5-8861-4684-9A6C-B10DBD23503C}"/>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2 job configuration</a:t>
            </a:r>
          </a:p>
        </p:txBody>
      </p:sp>
      <p:sp>
        <p:nvSpPr>
          <p:cNvPr id="4" name="">
            <a:extLst xmlns:a="http://schemas.openxmlformats.org/drawingml/2006/main">
              <a:ext uri="{FF2B5EF4-FFF2-40B4-BE49-F238E27FC236}">
                <a16:creationId xmlns:a16="http://schemas.microsoft.com/office/drawing/2014/main" id="{C515B866-245F-4444-B3CE-A8BF0762DE7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6</a:t>
            </a:r>
          </a:p>
        </p:txBody>
      </p:sp>
      <p:sp>
        <p:nvSpPr>
          <p:cNvPr id="5" name="">
            <a:extLst xmlns:a="http://schemas.openxmlformats.org/drawingml/2006/main">
              <a:ext uri="{FF2B5EF4-FFF2-40B4-BE49-F238E27FC236}">
                <a16:creationId xmlns:a16="http://schemas.microsoft.com/office/drawing/2014/main" id="{8AB78AA5-AB2E-4965-9537-9A2BBEDD8D31}"/>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hybrid Task 2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9081eff16fc4a6a"/>
          <a:stretch xmlns:a="http://schemas.openxmlformats.org/drawingml/2006/main"/>
        </p:blipFill>
        <p:spPr>
          <a:xfrm xmlns:a="http://schemas.openxmlformats.org/drawingml/2006/main">
            <a:off x="552450" y="1531347"/>
            <a:ext cx="6191250" cy="430965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E54654F-B922-42D4-AEB5-1CEEDA10726C}"/>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1AA479E2-2C1A-4F8C-BAFB-1A4B5B695A44}"/>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944C25D-EF97-4A85-AC9E-16523F9368A9}"/>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4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MPI ranks per node, 4 CPUs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OMP_NUM_THREADS derives from SLURM_CPUS_PER_TASK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Configuration only; no CAAS Task 2 output claim</a:t>
            </a:r>
          </a:p>
        </p:txBody>
      </p:sp>
      <p:sp>
        <p:nvSpPr>
          <p:cNvPr id="10" name="">
            <a:extLst xmlns:a="http://schemas.openxmlformats.org/drawingml/2006/main">
              <a:ext uri="{FF2B5EF4-FFF2-40B4-BE49-F238E27FC236}">
                <a16:creationId xmlns:a16="http://schemas.microsoft.com/office/drawing/2014/main" id="{B8FAE385-97F6-41E9-969E-10D400E6EABC}"/>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5214EF8C-C324-42A4-9BB7-01D8BAAE38CD}"/>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Task 2 configuration evidence: the hybrid launch uses 4 MPI ranks × 4 OpenMP threads when scheduled as shown.</a:t>
            </a:r>
          </a:p>
        </p:txBody>
      </p:sp>
    </p:spTree>
    <p:extLst>
      <p:ext uri="{BB962C8B-B14F-4D97-AF65-F5344CB8AC3E}">
        <p14:creationId xmlns:p14="http://schemas.microsoft.com/office/powerpoint/2010/main" val="1321058938"/>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819A11-FA95-4131-A0CB-C566CFE43BE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13A6D22-C4B3-449E-8075-DA3E9A72FEF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804560D2-6FA4-4D03-A2B8-B5E398BEDB6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6298284E-E29A-476E-9244-5114AB6694F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7</a:t>
            </a:r>
          </a:p>
        </p:txBody>
      </p:sp>
      <p:sp>
        <p:nvSpPr>
          <p:cNvPr id="5" name="">
            <a:extLst xmlns:a="http://schemas.openxmlformats.org/drawingml/2006/main">
              <a:ext uri="{FF2B5EF4-FFF2-40B4-BE49-F238E27FC236}">
                <a16:creationId xmlns:a16="http://schemas.microsoft.com/office/drawing/2014/main" id="{500BEA7E-AF97-4DBF-960C-51993537DB12}"/>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123FF944-AAE0-4630-BE7B-BE4E0613F48C}"/>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EF88BF08-D2F7-42F0-8E2A-D57D129CC74D}"/>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63F28121-1E7A-4D5E-95C3-6B08AE8FE4A2}"/>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5D742BEF-BDAC-4040-BD49-5D03850A3F7E}"/>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3014A37A-1643-43D8-A5A9-A5FC5DFB6476}"/>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B2A1D844-FD3E-4200-ADF2-9C70ED7F33ED}"/>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44D803C1-335E-4BB5-B47F-7F5B09CF1F47}"/>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5A304137-3107-4CF8-BE58-E84BF0C28809}"/>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F5B568BF-AD46-4371-A091-FB83A9BB3318}"/>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86E93057-6FD2-419A-B0E3-1C8E572BA27F}"/>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1355920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2026-09-18T07:02:22.9170000Z</dcterms:created>
  <dcterms:modified xsi:type="dcterms:W3CDTF">2026-09-18T07:02:22.9170000Z</dcterms:modified>
</coreProperties>
</file>